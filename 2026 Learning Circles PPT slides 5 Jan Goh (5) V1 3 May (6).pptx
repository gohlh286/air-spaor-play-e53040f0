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68"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4" r:id="rId25"/>
    <p:sldId id="295" r:id="rId26"/>
    <p:sldId id="296" r:id="rId27"/>
  </p:sldIdLst>
  <p:sldSz cx="9144000" cy="5143500" type="screen16x9"/>
  <p:notesSz cx="6858000" cy="9144000"/>
  <p:embeddedFontLst>
    <p:embeddedFont>
      <p:font typeface="Bebas Neue" panose="020B0606020202050201" pitchFamily="34" charset="0"/>
      <p:regular r:id="rId29"/>
    </p:embeddedFont>
    <p:embeddedFont>
      <p:font typeface="Finlandica" panose="020B0604020202020204" charset="0"/>
      <p:regular r:id="rId30"/>
      <p:bold r:id="rId31"/>
      <p:italic r:id="rId32"/>
      <p:boldItalic r:id="rId33"/>
    </p:embeddedFont>
    <p:embeddedFont>
      <p:font typeface="Nunito Light" pitchFamily="2" charset="0"/>
      <p:regular r:id="rId34"/>
      <p:italic r:id="rId35"/>
    </p:embeddedFont>
    <p:embeddedFont>
      <p:font typeface="Public Sans"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H0++bweIRdiQEYOYby2ZzcUp1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8AEC7B-01D3-4CE5-9A12-E9A011EEEF8E}">
  <a:tblStyle styleId="{CB8AEC7B-01D3-4CE5-9A12-E9A011EEEF8E}"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64"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cribbr.com/frequently-asked-questions/scope-of-research/" TargetMode="External"/><Relationship Id="rId2" Type="http://schemas.openxmlformats.org/officeDocument/2006/relationships/slide" Target="../slides/slide17.xml"/><Relationship Id="rId1" Type="http://schemas.openxmlformats.org/officeDocument/2006/relationships/notesMaster" Target="../notesMasters/notesMaster1.xml"/><Relationship Id="rId5" Type="http://schemas.openxmlformats.org/officeDocument/2006/relationships/hyperlink" Target="https://www.scribbr.com/working-with-sources/primary-and-secondary-sources/#secondary" TargetMode="External"/><Relationship Id="rId4" Type="http://schemas.openxmlformats.org/officeDocument/2006/relationships/hyperlink" Target="https://www.scribbr.com/working-with-sources/primary-and-secondary-sources/#primary"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3" name="Google Shape;79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0" name="Google Shape;80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5" name="Google Shape;81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9" name="Google Shape;83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6" name="Google Shape;84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2" name="Google Shape;87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9" name="Google Shape;889;p2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4" name="Google Shape;90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3" name="Google Shape;92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3" name="Google Shape;94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1" name="Google Shape;951;p3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7" name="Google Shape;967;p3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5" name="Google Shape;99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2" name="Google Shape;100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Avoid subjective words like </a:t>
            </a:r>
            <a:r>
              <a:rPr lang="en" sz="1100" b="0" i="1" u="none" strike="noStrike" cap="none">
                <a:solidFill>
                  <a:srgbClr val="000000"/>
                </a:solidFill>
                <a:latin typeface="Arial"/>
                <a:ea typeface="Arial"/>
                <a:cs typeface="Arial"/>
                <a:sym typeface="Arial"/>
              </a:rPr>
              <a:t>good</a:t>
            </a:r>
            <a:r>
              <a:rPr lang="en" sz="1100" b="0" i="0" u="none" strike="noStrike" cap="none">
                <a:solidFill>
                  <a:srgbClr val="000000"/>
                </a:solidFill>
                <a:latin typeface="Arial"/>
                <a:ea typeface="Arial"/>
                <a:cs typeface="Arial"/>
                <a:sym typeface="Arial"/>
              </a:rPr>
              <a:t>, </a:t>
            </a:r>
            <a:r>
              <a:rPr lang="en" sz="1100" b="0" i="1" u="none" strike="noStrike" cap="none">
                <a:solidFill>
                  <a:srgbClr val="000000"/>
                </a:solidFill>
                <a:latin typeface="Arial"/>
                <a:ea typeface="Arial"/>
                <a:cs typeface="Arial"/>
                <a:sym typeface="Arial"/>
              </a:rPr>
              <a:t>bad</a:t>
            </a:r>
            <a:r>
              <a:rPr lang="en" sz="1100" b="0" i="0" u="none" strike="noStrike" cap="none">
                <a:solidFill>
                  <a:srgbClr val="000000"/>
                </a:solidFill>
                <a:latin typeface="Arial"/>
                <a:ea typeface="Arial"/>
                <a:cs typeface="Arial"/>
                <a:sym typeface="Arial"/>
              </a:rPr>
              <a:t>, </a:t>
            </a:r>
            <a:r>
              <a:rPr lang="en" sz="1100" b="0" i="1" u="none" strike="noStrike" cap="none">
                <a:solidFill>
                  <a:srgbClr val="000000"/>
                </a:solidFill>
                <a:latin typeface="Arial"/>
                <a:ea typeface="Arial"/>
                <a:cs typeface="Arial"/>
                <a:sym typeface="Arial"/>
              </a:rPr>
              <a:t>better</a:t>
            </a:r>
            <a:r>
              <a:rPr lang="en" sz="1100" b="0" i="0" u="none" strike="noStrike" cap="none">
                <a:solidFill>
                  <a:srgbClr val="000000"/>
                </a:solidFill>
                <a:latin typeface="Arial"/>
                <a:ea typeface="Arial"/>
                <a:cs typeface="Arial"/>
                <a:sym typeface="Arial"/>
              </a:rPr>
              <a:t> and </a:t>
            </a:r>
            <a:r>
              <a:rPr lang="en" sz="1100" b="0" i="1" u="none" strike="noStrike" cap="none">
                <a:solidFill>
                  <a:srgbClr val="000000"/>
                </a:solidFill>
                <a:latin typeface="Arial"/>
                <a:ea typeface="Arial"/>
                <a:cs typeface="Arial"/>
                <a:sym typeface="Arial"/>
              </a:rPr>
              <a:t>worse</a:t>
            </a:r>
            <a:r>
              <a:rPr lang="en" sz="1100" b="0" i="0" u="none" strike="noStrike" cap="none">
                <a:solidFill>
                  <a:srgbClr val="000000"/>
                </a:solidFill>
                <a:latin typeface="Arial"/>
                <a:ea typeface="Arial"/>
                <a:cs typeface="Arial"/>
                <a:sym typeface="Arial"/>
              </a:rPr>
              <a:t>. These do not give clear criteria for answering the question.</a:t>
            </a:r>
            <a:endParaRPr/>
          </a:p>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Is X or Y a better policy?</a:t>
            </a:r>
            <a:endParaRPr/>
          </a:p>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How effective are X and Y policies at reducing rates of Z?</a:t>
            </a:r>
            <a:endParaRPr/>
          </a:p>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Closed-ended, </a:t>
            </a:r>
            <a:r>
              <a:rPr lang="en" sz="1100" b="0" i="1" u="none" strike="noStrike" cap="none">
                <a:solidFill>
                  <a:srgbClr val="000000"/>
                </a:solidFill>
                <a:latin typeface="Arial"/>
                <a:ea typeface="Arial"/>
                <a:cs typeface="Arial"/>
                <a:sym typeface="Arial"/>
              </a:rPr>
              <a:t>yes</a:t>
            </a:r>
            <a:r>
              <a:rPr lang="en" sz="1100" b="0" i="0" u="none" strike="noStrike" cap="none">
                <a:solidFill>
                  <a:srgbClr val="000000"/>
                </a:solidFill>
                <a:latin typeface="Arial"/>
                <a:ea typeface="Arial"/>
                <a:cs typeface="Arial"/>
                <a:sym typeface="Arial"/>
              </a:rPr>
              <a:t>/</a:t>
            </a:r>
            <a:r>
              <a:rPr lang="en" sz="1100" b="0" i="1" u="none" strike="noStrike" cap="none">
                <a:solidFill>
                  <a:srgbClr val="000000"/>
                </a:solidFill>
                <a:latin typeface="Arial"/>
                <a:ea typeface="Arial"/>
                <a:cs typeface="Arial"/>
                <a:sym typeface="Arial"/>
              </a:rPr>
              <a:t>no</a:t>
            </a:r>
            <a:r>
              <a:rPr lang="en" sz="1100" b="0" i="0" u="none" strike="noStrike" cap="none">
                <a:solidFill>
                  <a:srgbClr val="000000"/>
                </a:solidFill>
                <a:latin typeface="Arial"/>
                <a:ea typeface="Arial"/>
                <a:cs typeface="Arial"/>
                <a:sym typeface="Arial"/>
              </a:rPr>
              <a:t> questions are too simple to work as good research questions—they don’t provide enough </a:t>
            </a:r>
            <a:r>
              <a:rPr lang="en" sz="11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scope</a:t>
            </a:r>
            <a:r>
              <a:rPr lang="en" sz="1100" b="0" i="0" u="none" strike="noStrike" cap="none">
                <a:solidFill>
                  <a:srgbClr val="000000"/>
                </a:solidFill>
                <a:latin typeface="Arial"/>
                <a:ea typeface="Arial"/>
                <a:cs typeface="Arial"/>
                <a:sym typeface="Arial"/>
              </a:rPr>
              <a:t> for robust investigation and discussion.</a:t>
            </a:r>
            <a:endParaRPr/>
          </a:p>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Make sure you have enough time and resources to do all research required to answer your question.</a:t>
            </a:r>
            <a:endParaRPr/>
          </a:p>
          <a:p>
            <a:pPr marL="457200" marR="0" lvl="0" indent="-298450" algn="l" rtl="0">
              <a:lnSpc>
                <a:spcPct val="100000"/>
              </a:lnSpc>
              <a:spcBef>
                <a:spcPts val="0"/>
              </a:spcBef>
              <a:spcAft>
                <a:spcPts val="0"/>
              </a:spcAft>
              <a:buClr>
                <a:srgbClr val="000000"/>
              </a:buClr>
              <a:buSzPts val="1100"/>
              <a:buFont typeface="Arial"/>
              <a:buChar char="●"/>
            </a:pPr>
            <a:r>
              <a:rPr lang="en" sz="1100" b="1"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Primary sources</a:t>
            </a:r>
            <a:r>
              <a:rPr lang="en" sz="1100" b="0" i="0" u="none" strike="noStrike" cap="none">
                <a:solidFill>
                  <a:srgbClr val="000000"/>
                </a:solidFill>
                <a:latin typeface="Arial"/>
                <a:ea typeface="Arial"/>
                <a:cs typeface="Arial"/>
                <a:sym typeface="Arial"/>
              </a:rPr>
              <a:t> provide raw information and first-hand evidence. Examples include interview transcripts</a:t>
            </a:r>
            <a:endParaRPr/>
          </a:p>
          <a:p>
            <a:pPr marL="457200" marR="0" lvl="0" indent="-298450" algn="l" rtl="0">
              <a:lnSpc>
                <a:spcPct val="100000"/>
              </a:lnSpc>
              <a:spcBef>
                <a:spcPts val="0"/>
              </a:spcBef>
              <a:spcAft>
                <a:spcPts val="0"/>
              </a:spcAft>
              <a:buClr>
                <a:srgbClr val="000000"/>
              </a:buClr>
              <a:buSzPts val="1100"/>
              <a:buFont typeface="Arial"/>
              <a:buChar char="●"/>
            </a:pPr>
            <a:r>
              <a:rPr lang="en" sz="1100" b="1" i="0" u="sng" strike="noStrike" cap="none">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Secondary sources</a:t>
            </a:r>
            <a:r>
              <a:rPr lang="en" sz="1100" b="0" i="0" u="none" strike="noStrike" cap="none">
                <a:solidFill>
                  <a:srgbClr val="000000"/>
                </a:solidFill>
                <a:latin typeface="Arial"/>
                <a:ea typeface="Arial"/>
                <a:cs typeface="Arial"/>
                <a:sym typeface="Arial"/>
              </a:rPr>
              <a:t> provide second-hand information and commentary from other researchers. Examples include journal articles, reviews </a:t>
            </a:r>
            <a:endParaRPr/>
          </a:p>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9" name="Google Shape;1019;p4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5" name="Google Shape;103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7" name="Google Shape;1057;p4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7" name="Google Shape;1097;p4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3" name="Google Shape;1113;p4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3" name="Google Shape;1123;p4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4" name="Google Shape;115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155" name="Google Shape;1155;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2" name="Google Shape;116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163" name="Google Shape;1163;p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3" name="Google Shape;1173;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This quote highlights the essence of PLC which is a process to foster a culture of professional excellence where we learn and find solutions together to improve pupil outcomes in a systematic and timely and also to enhance own professional learning. </a:t>
            </a: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6"/>
        <p:cNvGrpSpPr/>
        <p:nvPr/>
      </p:nvGrpSpPr>
      <p:grpSpPr>
        <a:xfrm>
          <a:off x="0" y="0"/>
          <a:ext cx="0" cy="0"/>
          <a:chOff x="0" y="0"/>
          <a:chExt cx="0" cy="0"/>
        </a:xfrm>
      </p:grpSpPr>
      <p:grpSp>
        <p:nvGrpSpPr>
          <p:cNvPr id="127" name="Google Shape;127;g2add70145f9_1_230"/>
          <p:cNvGrpSpPr/>
          <p:nvPr/>
        </p:nvGrpSpPr>
        <p:grpSpPr>
          <a:xfrm>
            <a:off x="94023" y="4751845"/>
            <a:ext cx="875465" cy="359411"/>
            <a:chOff x="227432" y="6103328"/>
            <a:chExt cx="1874951" cy="769737"/>
          </a:xfrm>
        </p:grpSpPr>
        <p:pic>
          <p:nvPicPr>
            <p:cNvPr id="128" name="Google Shape;128;g2add70145f9_1_230"/>
            <p:cNvPicPr preferRelativeResize="0"/>
            <p:nvPr/>
          </p:nvPicPr>
          <p:blipFill rotWithShape="1">
            <a:blip r:embed="rId2">
              <a:alphaModFix/>
            </a:blip>
            <a:srcRect l="36824" t="52147"/>
            <a:stretch/>
          </p:blipFill>
          <p:spPr>
            <a:xfrm>
              <a:off x="898780" y="6468117"/>
              <a:ext cx="1203603" cy="388050"/>
            </a:xfrm>
            <a:prstGeom prst="rect">
              <a:avLst/>
            </a:prstGeom>
            <a:noFill/>
            <a:ln>
              <a:noFill/>
            </a:ln>
          </p:spPr>
        </p:pic>
        <p:pic>
          <p:nvPicPr>
            <p:cNvPr id="129" name="Google Shape;129;g2add70145f9_1_230"/>
            <p:cNvPicPr preferRelativeResize="0"/>
            <p:nvPr/>
          </p:nvPicPr>
          <p:blipFill rotWithShape="1">
            <a:blip r:embed="rId3">
              <a:alphaModFix/>
            </a:blip>
            <a:srcRect t="1254"/>
            <a:stretch/>
          </p:blipFill>
          <p:spPr>
            <a:xfrm>
              <a:off x="227432" y="6103328"/>
              <a:ext cx="879107" cy="769737"/>
            </a:xfrm>
            <a:prstGeom prst="rect">
              <a:avLst/>
            </a:prstGeom>
            <a:noFill/>
            <a:ln>
              <a:noFill/>
            </a:ln>
          </p:spPr>
        </p:pic>
      </p:grpSp>
      <p:sp>
        <p:nvSpPr>
          <p:cNvPr id="130" name="Google Shape;130;g2add70145f9_1_23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Arial"/>
              <a:buNone/>
              <a:defRPr b="1">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2add70145f9_1_230"/>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atin typeface="Arial"/>
                <a:ea typeface="Arial"/>
                <a:cs typeface="Arial"/>
                <a:sym typeface="Arial"/>
              </a:defRPr>
            </a:lvl1pPr>
            <a:lvl2pPr marL="914400" lvl="1" indent="-342900" algn="l">
              <a:lnSpc>
                <a:spcPct val="90000"/>
              </a:lnSpc>
              <a:spcBef>
                <a:spcPts val="375"/>
              </a:spcBef>
              <a:spcAft>
                <a:spcPts val="0"/>
              </a:spcAft>
              <a:buClr>
                <a:schemeClr val="dk1"/>
              </a:buClr>
              <a:buSzPts val="1800"/>
              <a:buChar char="•"/>
              <a:defRPr>
                <a:latin typeface="Arial"/>
                <a:ea typeface="Arial"/>
                <a:cs typeface="Arial"/>
                <a:sym typeface="Arial"/>
              </a:defRPr>
            </a:lvl2pPr>
            <a:lvl3pPr marL="1371600" lvl="2" indent="-381000" algn="l">
              <a:lnSpc>
                <a:spcPct val="90000"/>
              </a:lnSpc>
              <a:spcBef>
                <a:spcPts val="375"/>
              </a:spcBef>
              <a:spcAft>
                <a:spcPts val="0"/>
              </a:spcAft>
              <a:buClr>
                <a:schemeClr val="dk1"/>
              </a:buClr>
              <a:buSzPts val="2400"/>
              <a:buChar char="•"/>
              <a:defRPr sz="1800">
                <a:latin typeface="Arial"/>
                <a:ea typeface="Arial"/>
                <a:cs typeface="Arial"/>
                <a:sym typeface="Arial"/>
              </a:defRPr>
            </a:lvl3pPr>
            <a:lvl4pPr marL="1828800" lvl="3" indent="-381000" algn="l">
              <a:lnSpc>
                <a:spcPct val="90000"/>
              </a:lnSpc>
              <a:spcBef>
                <a:spcPts val="375"/>
              </a:spcBef>
              <a:spcAft>
                <a:spcPts val="0"/>
              </a:spcAft>
              <a:buClr>
                <a:schemeClr val="dk1"/>
              </a:buClr>
              <a:buSzPts val="2400"/>
              <a:buChar char="•"/>
              <a:defRPr sz="1800">
                <a:latin typeface="Arial"/>
                <a:ea typeface="Arial"/>
                <a:cs typeface="Arial"/>
                <a:sym typeface="Arial"/>
              </a:defRPr>
            </a:lvl4pPr>
            <a:lvl5pPr marL="2286000" lvl="4" indent="-381000" algn="l">
              <a:lnSpc>
                <a:spcPct val="90000"/>
              </a:lnSpc>
              <a:spcBef>
                <a:spcPts val="375"/>
              </a:spcBef>
              <a:spcAft>
                <a:spcPts val="0"/>
              </a:spcAft>
              <a:buClr>
                <a:schemeClr val="dk1"/>
              </a:buClr>
              <a:buSzPts val="2400"/>
              <a:buChar char="•"/>
              <a:defRPr sz="1800">
                <a:latin typeface="Arial"/>
                <a:ea typeface="Arial"/>
                <a:cs typeface="Arial"/>
                <a:sym typeface="Arial"/>
              </a:defRPr>
            </a:lvl5pPr>
            <a:lvl6pPr marL="2743200" lvl="5" indent="-381000" algn="l">
              <a:lnSpc>
                <a:spcPct val="90000"/>
              </a:lnSpc>
              <a:spcBef>
                <a:spcPts val="375"/>
              </a:spcBef>
              <a:spcAft>
                <a:spcPts val="0"/>
              </a:spcAft>
              <a:buClr>
                <a:schemeClr val="dk1"/>
              </a:buClr>
              <a:buSzPts val="2400"/>
              <a:buChar char="•"/>
              <a:defRPr sz="1800">
                <a:latin typeface="Arial"/>
                <a:ea typeface="Arial"/>
                <a:cs typeface="Arial"/>
                <a:sym typeface="Arial"/>
              </a:defRPr>
            </a:lvl6pPr>
            <a:lvl7pPr marL="3200400" lvl="6" indent="-381000" algn="l">
              <a:lnSpc>
                <a:spcPct val="90000"/>
              </a:lnSpc>
              <a:spcBef>
                <a:spcPts val="375"/>
              </a:spcBef>
              <a:spcAft>
                <a:spcPts val="0"/>
              </a:spcAft>
              <a:buClr>
                <a:schemeClr val="dk1"/>
              </a:buClr>
              <a:buSzPts val="2400"/>
              <a:buChar char="•"/>
              <a:defRPr sz="1800">
                <a:latin typeface="Arial"/>
                <a:ea typeface="Arial"/>
                <a:cs typeface="Arial"/>
                <a:sym typeface="Arial"/>
              </a:defRPr>
            </a:lvl7pPr>
            <a:lvl8pPr marL="3657600" lvl="7" indent="-381000" algn="l">
              <a:lnSpc>
                <a:spcPct val="90000"/>
              </a:lnSpc>
              <a:spcBef>
                <a:spcPts val="375"/>
              </a:spcBef>
              <a:spcAft>
                <a:spcPts val="0"/>
              </a:spcAft>
              <a:buClr>
                <a:schemeClr val="dk1"/>
              </a:buClr>
              <a:buSzPts val="2400"/>
              <a:buChar char="•"/>
              <a:defRPr sz="1800">
                <a:latin typeface="Arial"/>
                <a:ea typeface="Arial"/>
                <a:cs typeface="Arial"/>
                <a:sym typeface="Arial"/>
              </a:defRPr>
            </a:lvl8pPr>
            <a:lvl9pPr marL="4114800" lvl="8" indent="-381000" algn="l">
              <a:lnSpc>
                <a:spcPct val="90000"/>
              </a:lnSpc>
              <a:spcBef>
                <a:spcPts val="375"/>
              </a:spcBef>
              <a:spcAft>
                <a:spcPts val="0"/>
              </a:spcAft>
              <a:buClr>
                <a:schemeClr val="dk1"/>
              </a:buClr>
              <a:buSzPts val="2400"/>
              <a:buChar char="•"/>
              <a:defRPr sz="1800">
                <a:latin typeface="Arial"/>
                <a:ea typeface="Arial"/>
                <a:cs typeface="Arial"/>
                <a:sym typeface="Arial"/>
              </a:defRPr>
            </a:lvl9pPr>
          </a:lstStyle>
          <a:p>
            <a:endParaRPr/>
          </a:p>
        </p:txBody>
      </p:sp>
      <p:sp>
        <p:nvSpPr>
          <p:cNvPr id="132" name="Google Shape;132;g2add70145f9_1_23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g2add70145f9_1_23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grpSp>
        <p:nvGrpSpPr>
          <p:cNvPr id="134" name="Google Shape;134;g2add70145f9_1_230"/>
          <p:cNvGrpSpPr/>
          <p:nvPr/>
        </p:nvGrpSpPr>
        <p:grpSpPr>
          <a:xfrm>
            <a:off x="0" y="4682707"/>
            <a:ext cx="9144000" cy="51218"/>
            <a:chOff x="0" y="5943600"/>
            <a:chExt cx="12267950" cy="157200"/>
          </a:xfrm>
        </p:grpSpPr>
        <p:sp>
          <p:nvSpPr>
            <p:cNvPr id="135" name="Google Shape;135;g2add70145f9_1_230"/>
            <p:cNvSpPr/>
            <p:nvPr/>
          </p:nvSpPr>
          <p:spPr>
            <a:xfrm>
              <a:off x="0" y="5943600"/>
              <a:ext cx="3065100" cy="157200"/>
            </a:xfrm>
            <a:prstGeom prst="rect">
              <a:avLst/>
            </a:prstGeom>
            <a:solidFill>
              <a:srgbClr val="FFC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sp>
          <p:nvSpPr>
            <p:cNvPr id="136" name="Google Shape;136;g2add70145f9_1_230"/>
            <p:cNvSpPr/>
            <p:nvPr/>
          </p:nvSpPr>
          <p:spPr>
            <a:xfrm>
              <a:off x="3065100" y="5943600"/>
              <a:ext cx="3065100" cy="157200"/>
            </a:xfrm>
            <a:prstGeom prst="rect">
              <a:avLst/>
            </a:prstGeom>
            <a:solidFill>
              <a:srgbClr val="0033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sp>
          <p:nvSpPr>
            <p:cNvPr id="137" name="Google Shape;137;g2add70145f9_1_230"/>
            <p:cNvSpPr/>
            <p:nvPr/>
          </p:nvSpPr>
          <p:spPr>
            <a:xfrm>
              <a:off x="6137750" y="5943600"/>
              <a:ext cx="3065100" cy="157200"/>
            </a:xfrm>
            <a:prstGeom prst="rect">
              <a:avLst/>
            </a:prstGeom>
            <a:solidFill>
              <a:srgbClr val="3AAE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sp>
          <p:nvSpPr>
            <p:cNvPr id="138" name="Google Shape;138;g2add70145f9_1_230"/>
            <p:cNvSpPr/>
            <p:nvPr/>
          </p:nvSpPr>
          <p:spPr>
            <a:xfrm>
              <a:off x="9202850" y="5943600"/>
              <a:ext cx="3065100" cy="157200"/>
            </a:xfrm>
            <a:prstGeom prst="rect">
              <a:avLst/>
            </a:prstGeom>
            <a:solidFill>
              <a:srgbClr val="C20F2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39"/>
        <p:cNvGrpSpPr/>
        <p:nvPr/>
      </p:nvGrpSpPr>
      <p:grpSpPr>
        <a:xfrm>
          <a:off x="0" y="0"/>
          <a:ext cx="0" cy="0"/>
          <a:chOff x="0" y="0"/>
          <a:chExt cx="0" cy="0"/>
        </a:xfrm>
      </p:grpSpPr>
      <p:sp>
        <p:nvSpPr>
          <p:cNvPr id="140" name="Google Shape;140;p49"/>
          <p:cNvSpPr txBox="1">
            <a:spLocks noGrp="1"/>
          </p:cNvSpPr>
          <p:nvPr>
            <p:ph type="title"/>
          </p:nvPr>
        </p:nvSpPr>
        <p:spPr>
          <a:xfrm>
            <a:off x="715100" y="445025"/>
            <a:ext cx="77139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3000"/>
              <a:buNone/>
              <a:defRPr sz="4050" b="1" i="0">
                <a:solidFill>
                  <a:schemeClr val="lt1"/>
                </a:solidFill>
                <a:latin typeface="Arial"/>
                <a:ea typeface="Arial"/>
                <a:cs typeface="Arial"/>
                <a:sym typeface="Aria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41" name="Google Shape;141;p49"/>
          <p:cNvSpPr txBox="1">
            <a:spLocks noGrp="1"/>
          </p:cNvSpPr>
          <p:nvPr>
            <p:ph type="body" idx="1"/>
          </p:nvPr>
        </p:nvSpPr>
        <p:spPr>
          <a:xfrm>
            <a:off x="1198817" y="1564196"/>
            <a:ext cx="2724150" cy="184666"/>
          </a:xfrm>
          <a:prstGeom prst="rect">
            <a:avLst/>
          </a:prstGeom>
          <a:noFill/>
          <a:ln>
            <a:noFill/>
          </a:ln>
        </p:spPr>
        <p:txBody>
          <a:bodyPr spcFirstLastPara="1" wrap="square" lIns="0" tIns="0" rIns="0" bIns="0" anchor="t" anchorCtr="0">
            <a:spAutoFit/>
          </a:bodyPr>
          <a:lstStyle>
            <a:lvl1pPr marL="457200" lvl="0" indent="-304800" algn="l">
              <a:lnSpc>
                <a:spcPct val="100000"/>
              </a:lnSpc>
              <a:spcBef>
                <a:spcPts val="0"/>
              </a:spcBef>
              <a:spcAft>
                <a:spcPts val="0"/>
              </a:spcAft>
              <a:buSzPts val="1200"/>
              <a:buChar char="●"/>
              <a:defRPr b="0" i="0">
                <a:solidFill>
                  <a:schemeClr val="dk1"/>
                </a:solidFill>
              </a:defRPr>
            </a:lvl1pPr>
            <a:lvl2pPr marL="914400" lvl="1" indent="-304800" algn="l">
              <a:lnSpc>
                <a:spcPct val="100000"/>
              </a:lnSpc>
              <a:spcBef>
                <a:spcPts val="0"/>
              </a:spcBef>
              <a:spcAft>
                <a:spcPts val="0"/>
              </a:spcAft>
              <a:buSzPts val="1200"/>
              <a:buChar char="○"/>
              <a:defRPr/>
            </a:lvl2pPr>
            <a:lvl3pPr marL="1371600" lvl="2" indent="-304800" algn="l">
              <a:lnSpc>
                <a:spcPct val="100000"/>
              </a:lnSpc>
              <a:spcBef>
                <a:spcPts val="0"/>
              </a:spcBef>
              <a:spcAft>
                <a:spcPts val="0"/>
              </a:spcAft>
              <a:buSzPts val="1200"/>
              <a:buChar char="■"/>
              <a:defRPr/>
            </a:lvl3pPr>
            <a:lvl4pPr marL="1828800" lvl="3" indent="-304800" algn="l">
              <a:lnSpc>
                <a:spcPct val="100000"/>
              </a:lnSpc>
              <a:spcBef>
                <a:spcPts val="0"/>
              </a:spcBef>
              <a:spcAft>
                <a:spcPts val="0"/>
              </a:spcAft>
              <a:buSzPts val="1200"/>
              <a:buChar char="●"/>
              <a:defRPr/>
            </a:lvl4pPr>
            <a:lvl5pPr marL="2286000" lvl="4" indent="-304800" algn="l">
              <a:lnSpc>
                <a:spcPct val="100000"/>
              </a:lnSpc>
              <a:spcBef>
                <a:spcPts val="0"/>
              </a:spcBef>
              <a:spcAft>
                <a:spcPts val="0"/>
              </a:spcAft>
              <a:buSzPts val="1200"/>
              <a:buChar char="○"/>
              <a:defRPr/>
            </a:lvl5pPr>
            <a:lvl6pPr marL="2743200" lvl="5" indent="-304800" algn="l">
              <a:lnSpc>
                <a:spcPct val="100000"/>
              </a:lnSpc>
              <a:spcBef>
                <a:spcPts val="0"/>
              </a:spcBef>
              <a:spcAft>
                <a:spcPts val="0"/>
              </a:spcAft>
              <a:buSzPts val="1200"/>
              <a:buChar char="■"/>
              <a:defRPr/>
            </a:lvl6pPr>
            <a:lvl7pPr marL="3200400" lvl="6" indent="-304800" algn="l">
              <a:lnSpc>
                <a:spcPct val="100000"/>
              </a:lnSpc>
              <a:spcBef>
                <a:spcPts val="0"/>
              </a:spcBef>
              <a:spcAft>
                <a:spcPts val="0"/>
              </a:spcAft>
              <a:buSzPts val="1200"/>
              <a:buChar char="●"/>
              <a:defRPr/>
            </a:lvl7pPr>
            <a:lvl8pPr marL="3657600" lvl="7" indent="-304800" algn="l">
              <a:lnSpc>
                <a:spcPct val="100000"/>
              </a:lnSpc>
              <a:spcBef>
                <a:spcPts val="0"/>
              </a:spcBef>
              <a:spcAft>
                <a:spcPts val="0"/>
              </a:spcAft>
              <a:buSzPts val="1200"/>
              <a:buChar char="○"/>
              <a:defRPr/>
            </a:lvl8pPr>
            <a:lvl9pPr marL="4114800" lvl="8" indent="-304800" algn="l">
              <a:lnSpc>
                <a:spcPct val="100000"/>
              </a:lnSpc>
              <a:spcBef>
                <a:spcPts val="0"/>
              </a:spcBef>
              <a:spcAft>
                <a:spcPts val="0"/>
              </a:spcAft>
              <a:buSzPts val="1200"/>
              <a:buChar char="■"/>
              <a:defRPr/>
            </a:lvl9pPr>
          </a:lstStyle>
          <a:p>
            <a:endParaRPr/>
          </a:p>
        </p:txBody>
      </p:sp>
      <p:sp>
        <p:nvSpPr>
          <p:cNvPr id="142" name="Google Shape;142;p49"/>
          <p:cNvSpPr txBox="1">
            <a:spLocks noGrp="1"/>
          </p:cNvSpPr>
          <p:nvPr>
            <p:ph type="body" idx="2"/>
          </p:nvPr>
        </p:nvSpPr>
        <p:spPr>
          <a:xfrm>
            <a:off x="4709160" y="1183005"/>
            <a:ext cx="3977640" cy="184666"/>
          </a:xfrm>
          <a:prstGeom prst="rect">
            <a:avLst/>
          </a:prstGeom>
          <a:noFill/>
          <a:ln>
            <a:noFill/>
          </a:ln>
        </p:spPr>
        <p:txBody>
          <a:bodyPr spcFirstLastPara="1" wrap="square" lIns="0" tIns="0" rIns="0" bIns="0" anchor="t" anchorCtr="0">
            <a:spAutoFit/>
          </a:bodyPr>
          <a:lstStyle>
            <a:lvl1pPr marL="457200" lvl="0" indent="-304800" algn="l">
              <a:lnSpc>
                <a:spcPct val="100000"/>
              </a:lnSpc>
              <a:spcBef>
                <a:spcPts val="0"/>
              </a:spcBef>
              <a:spcAft>
                <a:spcPts val="0"/>
              </a:spcAft>
              <a:buSzPts val="1200"/>
              <a:buChar char="●"/>
              <a:defRPr/>
            </a:lvl1pPr>
            <a:lvl2pPr marL="914400" lvl="1" indent="-304800" algn="l">
              <a:lnSpc>
                <a:spcPct val="100000"/>
              </a:lnSpc>
              <a:spcBef>
                <a:spcPts val="0"/>
              </a:spcBef>
              <a:spcAft>
                <a:spcPts val="0"/>
              </a:spcAft>
              <a:buSzPts val="1200"/>
              <a:buChar char="○"/>
              <a:defRPr/>
            </a:lvl2pPr>
            <a:lvl3pPr marL="1371600" lvl="2" indent="-304800" algn="l">
              <a:lnSpc>
                <a:spcPct val="100000"/>
              </a:lnSpc>
              <a:spcBef>
                <a:spcPts val="0"/>
              </a:spcBef>
              <a:spcAft>
                <a:spcPts val="0"/>
              </a:spcAft>
              <a:buSzPts val="1200"/>
              <a:buChar char="■"/>
              <a:defRPr/>
            </a:lvl3pPr>
            <a:lvl4pPr marL="1828800" lvl="3" indent="-304800" algn="l">
              <a:lnSpc>
                <a:spcPct val="100000"/>
              </a:lnSpc>
              <a:spcBef>
                <a:spcPts val="0"/>
              </a:spcBef>
              <a:spcAft>
                <a:spcPts val="0"/>
              </a:spcAft>
              <a:buSzPts val="1200"/>
              <a:buChar char="●"/>
              <a:defRPr/>
            </a:lvl4pPr>
            <a:lvl5pPr marL="2286000" lvl="4" indent="-304800" algn="l">
              <a:lnSpc>
                <a:spcPct val="100000"/>
              </a:lnSpc>
              <a:spcBef>
                <a:spcPts val="0"/>
              </a:spcBef>
              <a:spcAft>
                <a:spcPts val="0"/>
              </a:spcAft>
              <a:buSzPts val="1200"/>
              <a:buChar char="○"/>
              <a:defRPr/>
            </a:lvl5pPr>
            <a:lvl6pPr marL="2743200" lvl="5" indent="-304800" algn="l">
              <a:lnSpc>
                <a:spcPct val="100000"/>
              </a:lnSpc>
              <a:spcBef>
                <a:spcPts val="0"/>
              </a:spcBef>
              <a:spcAft>
                <a:spcPts val="0"/>
              </a:spcAft>
              <a:buSzPts val="1200"/>
              <a:buChar char="■"/>
              <a:defRPr/>
            </a:lvl6pPr>
            <a:lvl7pPr marL="3200400" lvl="6" indent="-304800" algn="l">
              <a:lnSpc>
                <a:spcPct val="100000"/>
              </a:lnSpc>
              <a:spcBef>
                <a:spcPts val="0"/>
              </a:spcBef>
              <a:spcAft>
                <a:spcPts val="0"/>
              </a:spcAft>
              <a:buSzPts val="1200"/>
              <a:buChar char="●"/>
              <a:defRPr/>
            </a:lvl7pPr>
            <a:lvl8pPr marL="3657600" lvl="7" indent="-304800" algn="l">
              <a:lnSpc>
                <a:spcPct val="100000"/>
              </a:lnSpc>
              <a:spcBef>
                <a:spcPts val="0"/>
              </a:spcBef>
              <a:spcAft>
                <a:spcPts val="0"/>
              </a:spcAft>
              <a:buSzPts val="1200"/>
              <a:buChar char="○"/>
              <a:defRPr/>
            </a:lvl8pPr>
            <a:lvl9pPr marL="4114800" lvl="8" indent="-304800" algn="l">
              <a:lnSpc>
                <a:spcPct val="100000"/>
              </a:lnSpc>
              <a:spcBef>
                <a:spcPts val="0"/>
              </a:spcBef>
              <a:spcAft>
                <a:spcPts val="0"/>
              </a:spcAft>
              <a:buSzPts val="1200"/>
              <a:buChar char="■"/>
              <a:defRPr/>
            </a:lvl9pPr>
          </a:lstStyle>
          <a:p>
            <a:endParaRPr/>
          </a:p>
        </p:txBody>
      </p:sp>
      <p:sp>
        <p:nvSpPr>
          <p:cNvPr id="143" name="Google Shape;143;p49"/>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SzPts val="1400"/>
              <a:buNone/>
              <a:defRPr sz="1400" b="0" i="0" u="none" strike="noStrike" cap="none">
                <a:solidFill>
                  <a:srgbClr val="8C8C8C"/>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4" name="Google Shape;144;p49"/>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400" b="0" i="0" u="none" strike="noStrike" cap="none">
                <a:solidFill>
                  <a:srgbClr val="8C8C8C"/>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5" name="Google Shape;145;p49"/>
          <p:cNvSpPr txBox="1">
            <a:spLocks noGrp="1"/>
          </p:cNvSpPr>
          <p:nvPr>
            <p:ph type="sldNum" idx="12"/>
          </p:nvPr>
        </p:nvSpPr>
        <p:spPr>
          <a:xfrm>
            <a:off x="0" y="0"/>
            <a:ext cx="3000000" cy="3000000"/>
          </a:xfrm>
          <a:prstGeom prst="rect">
            <a:avLst/>
          </a:prstGeom>
          <a:noFill/>
          <a:ln>
            <a:noFill/>
          </a:ln>
        </p:spPr>
        <p:txBody>
          <a:bodyPr spcFirstLastPara="1" wrap="square" lIns="0" tIns="0" rIns="0" bIns="0" anchor="t" anchorCtr="0">
            <a:noAutofit/>
          </a:bodyPr>
          <a:lstStyle>
            <a:lvl1pPr marL="28575" marR="0" lvl="0"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1pPr>
            <a:lvl2pPr marL="28575" marR="0" lvl="1"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2pPr>
            <a:lvl3pPr marL="28575" marR="0" lvl="2"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3pPr>
            <a:lvl4pPr marL="28575" marR="0" lvl="3"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4pPr>
            <a:lvl5pPr marL="28575" marR="0" lvl="4"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5pPr>
            <a:lvl6pPr marL="28575" marR="0" lvl="5"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6pPr>
            <a:lvl7pPr marL="28575" marR="0" lvl="6"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7pPr>
            <a:lvl8pPr marL="28575" marR="0" lvl="7"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8pPr>
            <a:lvl9pPr marL="28575" marR="0" lvl="8"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9pPr>
          </a:lstStyle>
          <a:p>
            <a:pPr marL="28575"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6"/>
        <p:cNvGrpSpPr/>
        <p:nvPr/>
      </p:nvGrpSpPr>
      <p:grpSpPr>
        <a:xfrm>
          <a:off x="0" y="0"/>
          <a:ext cx="0" cy="0"/>
          <a:chOff x="0" y="0"/>
          <a:chExt cx="0" cy="0"/>
        </a:xfrm>
      </p:grpSpPr>
      <p:sp>
        <p:nvSpPr>
          <p:cNvPr id="147" name="Google Shape;147;g2add70145f9_1_86"/>
          <p:cNvSpPr txBox="1">
            <a:spLocks noGrp="1"/>
          </p:cNvSpPr>
          <p:nvPr>
            <p:ph type="title"/>
          </p:nvPr>
        </p:nvSpPr>
        <p:spPr>
          <a:xfrm>
            <a:off x="715100" y="3619325"/>
            <a:ext cx="3446400" cy="75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48" name="Google Shape;148;g2add70145f9_1_86"/>
          <p:cNvSpPr txBox="1">
            <a:spLocks noGrp="1"/>
          </p:cNvSpPr>
          <p:nvPr>
            <p:ph type="subTitle" idx="1"/>
          </p:nvPr>
        </p:nvSpPr>
        <p:spPr>
          <a:xfrm>
            <a:off x="715100" y="686550"/>
            <a:ext cx="3446400" cy="2780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grpSp>
        <p:nvGrpSpPr>
          <p:cNvPr id="149" name="Google Shape;149;g2add70145f9_1_86"/>
          <p:cNvGrpSpPr/>
          <p:nvPr/>
        </p:nvGrpSpPr>
        <p:grpSpPr>
          <a:xfrm rot="8100000">
            <a:off x="362541" y="4420456"/>
            <a:ext cx="562925" cy="532546"/>
            <a:chOff x="2994360" y="630082"/>
            <a:chExt cx="562930" cy="532551"/>
          </a:xfrm>
        </p:grpSpPr>
        <p:sp>
          <p:nvSpPr>
            <p:cNvPr id="150" name="Google Shape;150;g2add70145f9_1_86"/>
            <p:cNvSpPr/>
            <p:nvPr/>
          </p:nvSpPr>
          <p:spPr>
            <a:xfrm>
              <a:off x="2994360" y="630082"/>
              <a:ext cx="354733" cy="277377"/>
            </a:xfrm>
            <a:custGeom>
              <a:avLst/>
              <a:gdLst/>
              <a:ahLst/>
              <a:cxnLst/>
              <a:rect l="l" t="t" r="r" b="b"/>
              <a:pathLst>
                <a:path w="16880" h="13199" extrusionOk="0">
                  <a:moveTo>
                    <a:pt x="10975" y="0"/>
                  </a:moveTo>
                  <a:cubicBezTo>
                    <a:pt x="10876" y="0"/>
                    <a:pt x="10776" y="8"/>
                    <a:pt x="10675" y="25"/>
                  </a:cubicBezTo>
                  <a:cubicBezTo>
                    <a:pt x="9874" y="158"/>
                    <a:pt x="9274" y="792"/>
                    <a:pt x="8707" y="1392"/>
                  </a:cubicBezTo>
                  <a:cubicBezTo>
                    <a:pt x="6339" y="4028"/>
                    <a:pt x="4104" y="6730"/>
                    <a:pt x="1835" y="9465"/>
                  </a:cubicBezTo>
                  <a:cubicBezTo>
                    <a:pt x="1702" y="9565"/>
                    <a:pt x="1535" y="9799"/>
                    <a:pt x="1335" y="10032"/>
                  </a:cubicBezTo>
                  <a:cubicBezTo>
                    <a:pt x="935" y="10499"/>
                    <a:pt x="368" y="11133"/>
                    <a:pt x="168" y="11700"/>
                  </a:cubicBezTo>
                  <a:cubicBezTo>
                    <a:pt x="34" y="12067"/>
                    <a:pt x="1" y="12400"/>
                    <a:pt x="168" y="12734"/>
                  </a:cubicBezTo>
                  <a:cubicBezTo>
                    <a:pt x="349" y="13070"/>
                    <a:pt x="605" y="13198"/>
                    <a:pt x="900" y="13198"/>
                  </a:cubicBezTo>
                  <a:cubicBezTo>
                    <a:pt x="1689" y="13198"/>
                    <a:pt x="2757" y="12282"/>
                    <a:pt x="3437" y="11967"/>
                  </a:cubicBezTo>
                  <a:cubicBezTo>
                    <a:pt x="6639" y="10332"/>
                    <a:pt x="10008" y="9031"/>
                    <a:pt x="13477" y="8164"/>
                  </a:cubicBezTo>
                  <a:cubicBezTo>
                    <a:pt x="14211" y="7997"/>
                    <a:pt x="15011" y="7797"/>
                    <a:pt x="15679" y="7363"/>
                  </a:cubicBezTo>
                  <a:cubicBezTo>
                    <a:pt x="16346" y="6963"/>
                    <a:pt x="16879" y="6229"/>
                    <a:pt x="16879" y="5462"/>
                  </a:cubicBezTo>
                  <a:cubicBezTo>
                    <a:pt x="16879" y="4728"/>
                    <a:pt x="16479" y="4128"/>
                    <a:pt x="16112" y="3627"/>
                  </a:cubicBezTo>
                  <a:lnTo>
                    <a:pt x="15979" y="3494"/>
                  </a:lnTo>
                  <a:cubicBezTo>
                    <a:pt x="15312" y="2727"/>
                    <a:pt x="14611" y="2026"/>
                    <a:pt x="13811" y="1392"/>
                  </a:cubicBezTo>
                  <a:cubicBezTo>
                    <a:pt x="13510" y="1192"/>
                    <a:pt x="13210" y="959"/>
                    <a:pt x="12877" y="725"/>
                  </a:cubicBezTo>
                  <a:cubicBezTo>
                    <a:pt x="12294" y="376"/>
                    <a:pt x="11660" y="0"/>
                    <a:pt x="1097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g2add70145f9_1_86"/>
            <p:cNvSpPr/>
            <p:nvPr/>
          </p:nvSpPr>
          <p:spPr>
            <a:xfrm>
              <a:off x="3044146" y="866826"/>
              <a:ext cx="513144" cy="295807"/>
            </a:xfrm>
            <a:custGeom>
              <a:avLst/>
              <a:gdLst/>
              <a:ahLst/>
              <a:cxnLst/>
              <a:rect l="l" t="t" r="r" b="b"/>
              <a:pathLst>
                <a:path w="24418" h="14076" extrusionOk="0">
                  <a:moveTo>
                    <a:pt x="22794" y="1"/>
                  </a:moveTo>
                  <a:cubicBezTo>
                    <a:pt x="22453" y="1"/>
                    <a:pt x="22104" y="94"/>
                    <a:pt x="21782" y="201"/>
                  </a:cubicBezTo>
                  <a:cubicBezTo>
                    <a:pt x="17646" y="1436"/>
                    <a:pt x="13510" y="2770"/>
                    <a:pt x="9440" y="4138"/>
                  </a:cubicBezTo>
                  <a:cubicBezTo>
                    <a:pt x="9140" y="4238"/>
                    <a:pt x="8506" y="4404"/>
                    <a:pt x="7672" y="4638"/>
                  </a:cubicBezTo>
                  <a:cubicBezTo>
                    <a:pt x="5938" y="5138"/>
                    <a:pt x="3403" y="5939"/>
                    <a:pt x="1801" y="6806"/>
                  </a:cubicBezTo>
                  <a:cubicBezTo>
                    <a:pt x="667" y="7473"/>
                    <a:pt x="0" y="8140"/>
                    <a:pt x="467" y="8808"/>
                  </a:cubicBezTo>
                  <a:cubicBezTo>
                    <a:pt x="834" y="9308"/>
                    <a:pt x="1468" y="9541"/>
                    <a:pt x="2068" y="9708"/>
                  </a:cubicBezTo>
                  <a:cubicBezTo>
                    <a:pt x="5337" y="10709"/>
                    <a:pt x="8640" y="11643"/>
                    <a:pt x="11942" y="12644"/>
                  </a:cubicBezTo>
                  <a:cubicBezTo>
                    <a:pt x="14299" y="13360"/>
                    <a:pt x="16683" y="14076"/>
                    <a:pt x="19093" y="14076"/>
                  </a:cubicBezTo>
                  <a:cubicBezTo>
                    <a:pt x="19378" y="14076"/>
                    <a:pt x="19662" y="14066"/>
                    <a:pt x="19948" y="14045"/>
                  </a:cubicBezTo>
                  <a:cubicBezTo>
                    <a:pt x="20315" y="14045"/>
                    <a:pt x="20648" y="13978"/>
                    <a:pt x="20948" y="13778"/>
                  </a:cubicBezTo>
                  <a:cubicBezTo>
                    <a:pt x="21315" y="13544"/>
                    <a:pt x="21482" y="13111"/>
                    <a:pt x="21649" y="12710"/>
                  </a:cubicBezTo>
                  <a:cubicBezTo>
                    <a:pt x="22183" y="11309"/>
                    <a:pt x="22650" y="9908"/>
                    <a:pt x="23017" y="8474"/>
                  </a:cubicBezTo>
                  <a:cubicBezTo>
                    <a:pt x="23517" y="6706"/>
                    <a:pt x="23917" y="4805"/>
                    <a:pt x="24184" y="2937"/>
                  </a:cubicBezTo>
                  <a:cubicBezTo>
                    <a:pt x="24184" y="2870"/>
                    <a:pt x="24251" y="2803"/>
                    <a:pt x="24251" y="2737"/>
                  </a:cubicBezTo>
                  <a:cubicBezTo>
                    <a:pt x="24418" y="1803"/>
                    <a:pt x="24351" y="602"/>
                    <a:pt x="23350" y="101"/>
                  </a:cubicBezTo>
                  <a:cubicBezTo>
                    <a:pt x="23171" y="30"/>
                    <a:pt x="22984" y="1"/>
                    <a:pt x="2279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2" name="Google Shape;152;g2add70145f9_1_86"/>
          <p:cNvSpPr/>
          <p:nvPr/>
        </p:nvSpPr>
        <p:spPr>
          <a:xfrm>
            <a:off x="8017096" y="328020"/>
            <a:ext cx="455632" cy="454392"/>
          </a:xfrm>
          <a:custGeom>
            <a:avLst/>
            <a:gdLst/>
            <a:ahLst/>
            <a:cxnLst/>
            <a:rect l="l" t="t" r="r" b="b"/>
            <a:pathLst>
              <a:path w="12443" h="12410" extrusionOk="0">
                <a:moveTo>
                  <a:pt x="12381" y="6205"/>
                </a:moveTo>
                <a:cubicBezTo>
                  <a:pt x="12401" y="6205"/>
                  <a:pt x="12422" y="6205"/>
                  <a:pt x="12442" y="6205"/>
                </a:cubicBezTo>
                <a:cubicBezTo>
                  <a:pt x="12422" y="6205"/>
                  <a:pt x="12401" y="6205"/>
                  <a:pt x="12381" y="6205"/>
                </a:cubicBezTo>
                <a:close/>
                <a:moveTo>
                  <a:pt x="6205" y="1"/>
                </a:moveTo>
                <a:cubicBezTo>
                  <a:pt x="6205" y="3403"/>
                  <a:pt x="3469" y="6205"/>
                  <a:pt x="0" y="6205"/>
                </a:cubicBezTo>
                <a:cubicBezTo>
                  <a:pt x="3436" y="6205"/>
                  <a:pt x="6205" y="8940"/>
                  <a:pt x="6205" y="12409"/>
                </a:cubicBezTo>
                <a:cubicBezTo>
                  <a:pt x="6205" y="8961"/>
                  <a:pt x="8973" y="6205"/>
                  <a:pt x="12381" y="6205"/>
                </a:cubicBezTo>
                <a:lnTo>
                  <a:pt x="12381" y="6205"/>
                </a:lnTo>
                <a:cubicBezTo>
                  <a:pt x="8973" y="6172"/>
                  <a:pt x="6205" y="3416"/>
                  <a:pt x="620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g2add70145f9_1_86"/>
          <p:cNvSpPr/>
          <p:nvPr/>
        </p:nvSpPr>
        <p:spPr>
          <a:xfrm>
            <a:off x="8423989" y="767303"/>
            <a:ext cx="250427" cy="250410"/>
          </a:xfrm>
          <a:custGeom>
            <a:avLst/>
            <a:gdLst/>
            <a:ahLst/>
            <a:cxnLst/>
            <a:rect l="l" t="t" r="r" b="b"/>
            <a:pathLst>
              <a:path w="6839" h="6839" extrusionOk="0">
                <a:moveTo>
                  <a:pt x="3437" y="0"/>
                </a:moveTo>
                <a:cubicBezTo>
                  <a:pt x="3437" y="1868"/>
                  <a:pt x="1869" y="3403"/>
                  <a:pt x="1" y="3403"/>
                </a:cubicBezTo>
                <a:cubicBezTo>
                  <a:pt x="1869" y="3403"/>
                  <a:pt x="3437" y="4937"/>
                  <a:pt x="3437" y="6839"/>
                </a:cubicBezTo>
                <a:cubicBezTo>
                  <a:pt x="3437" y="4904"/>
                  <a:pt x="4971" y="3403"/>
                  <a:pt x="6839" y="3403"/>
                </a:cubicBezTo>
                <a:cubicBezTo>
                  <a:pt x="4971" y="3403"/>
                  <a:pt x="3437" y="1868"/>
                  <a:pt x="343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4" name="Google Shape;154;g2add70145f9_1_86"/>
          <p:cNvGrpSpPr/>
          <p:nvPr/>
        </p:nvGrpSpPr>
        <p:grpSpPr>
          <a:xfrm rot="9078474">
            <a:off x="521414" y="479557"/>
            <a:ext cx="245177" cy="151288"/>
            <a:chOff x="1275018" y="1579954"/>
            <a:chExt cx="197169" cy="121656"/>
          </a:xfrm>
        </p:grpSpPr>
        <p:sp>
          <p:nvSpPr>
            <p:cNvPr id="155" name="Google Shape;155;g2add70145f9_1_86"/>
            <p:cNvSpPr/>
            <p:nvPr/>
          </p:nvSpPr>
          <p:spPr>
            <a:xfrm>
              <a:off x="1275018" y="1645283"/>
              <a:ext cx="175518" cy="56327"/>
            </a:xfrm>
            <a:custGeom>
              <a:avLst/>
              <a:gdLst/>
              <a:ahLst/>
              <a:cxnLst/>
              <a:rect l="l" t="t" r="r" b="b"/>
              <a:pathLst>
                <a:path w="7840" h="2516" extrusionOk="0">
                  <a:moveTo>
                    <a:pt x="7123" y="1"/>
                  </a:moveTo>
                  <a:cubicBezTo>
                    <a:pt x="7022" y="1"/>
                    <a:pt x="6924" y="27"/>
                    <a:pt x="6839" y="80"/>
                  </a:cubicBezTo>
                  <a:cubicBezTo>
                    <a:pt x="5441" y="857"/>
                    <a:pt x="3802" y="1292"/>
                    <a:pt x="2171" y="1292"/>
                  </a:cubicBezTo>
                  <a:cubicBezTo>
                    <a:pt x="1701" y="1292"/>
                    <a:pt x="1231" y="1255"/>
                    <a:pt x="768" y="1181"/>
                  </a:cubicBezTo>
                  <a:cubicBezTo>
                    <a:pt x="719" y="1166"/>
                    <a:pt x="671" y="1159"/>
                    <a:pt x="624" y="1159"/>
                  </a:cubicBezTo>
                  <a:cubicBezTo>
                    <a:pt x="344" y="1159"/>
                    <a:pt x="96" y="1396"/>
                    <a:pt x="67" y="1681"/>
                  </a:cubicBezTo>
                  <a:cubicBezTo>
                    <a:pt x="1" y="2015"/>
                    <a:pt x="234" y="2348"/>
                    <a:pt x="568" y="2382"/>
                  </a:cubicBezTo>
                  <a:cubicBezTo>
                    <a:pt x="1101" y="2482"/>
                    <a:pt x="1702" y="2515"/>
                    <a:pt x="2235" y="2515"/>
                  </a:cubicBezTo>
                  <a:cubicBezTo>
                    <a:pt x="4037" y="2515"/>
                    <a:pt x="5838" y="2048"/>
                    <a:pt x="7406" y="1181"/>
                  </a:cubicBezTo>
                  <a:cubicBezTo>
                    <a:pt x="7739" y="1014"/>
                    <a:pt x="7839" y="647"/>
                    <a:pt x="7673" y="347"/>
                  </a:cubicBezTo>
                  <a:cubicBezTo>
                    <a:pt x="7559" y="120"/>
                    <a:pt x="7337" y="1"/>
                    <a:pt x="7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g2add70145f9_1_86"/>
            <p:cNvSpPr/>
            <p:nvPr/>
          </p:nvSpPr>
          <p:spPr>
            <a:xfrm>
              <a:off x="1354921" y="1579954"/>
              <a:ext cx="117266" cy="55924"/>
            </a:xfrm>
            <a:custGeom>
              <a:avLst/>
              <a:gdLst/>
              <a:ahLst/>
              <a:cxnLst/>
              <a:rect l="l" t="t" r="r" b="b"/>
              <a:pathLst>
                <a:path w="5238" h="2498" extrusionOk="0">
                  <a:moveTo>
                    <a:pt x="4547" y="1"/>
                  </a:moveTo>
                  <a:cubicBezTo>
                    <a:pt x="4407" y="1"/>
                    <a:pt x="4270" y="43"/>
                    <a:pt x="4170" y="129"/>
                  </a:cubicBezTo>
                  <a:cubicBezTo>
                    <a:pt x="3272" y="872"/>
                    <a:pt x="2087" y="1271"/>
                    <a:pt x="935" y="1271"/>
                  </a:cubicBezTo>
                  <a:cubicBezTo>
                    <a:pt x="845" y="1271"/>
                    <a:pt x="757" y="1268"/>
                    <a:pt x="668" y="1263"/>
                  </a:cubicBezTo>
                  <a:cubicBezTo>
                    <a:pt x="334" y="1263"/>
                    <a:pt x="34" y="1497"/>
                    <a:pt x="1" y="1830"/>
                  </a:cubicBezTo>
                  <a:cubicBezTo>
                    <a:pt x="1" y="2164"/>
                    <a:pt x="268" y="2464"/>
                    <a:pt x="601" y="2498"/>
                  </a:cubicBezTo>
                  <a:lnTo>
                    <a:pt x="1001" y="2498"/>
                  </a:lnTo>
                  <a:cubicBezTo>
                    <a:pt x="2436" y="2498"/>
                    <a:pt x="3837" y="1997"/>
                    <a:pt x="4971" y="1097"/>
                  </a:cubicBezTo>
                  <a:cubicBezTo>
                    <a:pt x="5204" y="896"/>
                    <a:pt x="5238" y="463"/>
                    <a:pt x="5038" y="229"/>
                  </a:cubicBezTo>
                  <a:cubicBezTo>
                    <a:pt x="4923" y="77"/>
                    <a:pt x="4733" y="1"/>
                    <a:pt x="45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57"/>
        <p:cNvGrpSpPr/>
        <p:nvPr/>
      </p:nvGrpSpPr>
      <p:grpSpPr>
        <a:xfrm>
          <a:off x="0" y="0"/>
          <a:ext cx="0" cy="0"/>
          <a:chOff x="0" y="0"/>
          <a:chExt cx="0" cy="0"/>
        </a:xfrm>
      </p:grpSpPr>
      <p:sp>
        <p:nvSpPr>
          <p:cNvPr id="158" name="Google Shape;158;p50"/>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SzPts val="1400"/>
              <a:buNone/>
              <a:defRPr sz="1400" b="0" i="0" u="none" strike="noStrike" cap="none">
                <a:solidFill>
                  <a:srgbClr val="8C8C8C"/>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9" name="Google Shape;159;p50"/>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400" b="0" i="0" u="none" strike="noStrike" cap="none">
                <a:solidFill>
                  <a:srgbClr val="8C8C8C"/>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60" name="Google Shape;160;p50"/>
          <p:cNvSpPr txBox="1">
            <a:spLocks noGrp="1"/>
          </p:cNvSpPr>
          <p:nvPr>
            <p:ph type="sldNum" idx="12"/>
          </p:nvPr>
        </p:nvSpPr>
        <p:spPr>
          <a:xfrm>
            <a:off x="0" y="0"/>
            <a:ext cx="3000000" cy="3000000"/>
          </a:xfrm>
          <a:prstGeom prst="rect">
            <a:avLst/>
          </a:prstGeom>
          <a:noFill/>
          <a:ln>
            <a:noFill/>
          </a:ln>
        </p:spPr>
        <p:txBody>
          <a:bodyPr spcFirstLastPara="1" wrap="square" lIns="0" tIns="0" rIns="0" bIns="0" anchor="t" anchorCtr="0">
            <a:noAutofit/>
          </a:bodyPr>
          <a:lstStyle>
            <a:lvl1pPr marL="28575" marR="0" lvl="0"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1pPr>
            <a:lvl2pPr marL="28575" marR="0" lvl="1"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2pPr>
            <a:lvl3pPr marL="28575" marR="0" lvl="2"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3pPr>
            <a:lvl4pPr marL="28575" marR="0" lvl="3"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4pPr>
            <a:lvl5pPr marL="28575" marR="0" lvl="4"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5pPr>
            <a:lvl6pPr marL="28575" marR="0" lvl="5"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6pPr>
            <a:lvl7pPr marL="28575" marR="0" lvl="6"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7pPr>
            <a:lvl8pPr marL="28575" marR="0" lvl="7"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8pPr>
            <a:lvl9pPr marL="28575" marR="0" lvl="8" indent="0" algn="l" rtl="0">
              <a:lnSpc>
                <a:spcPct val="119222"/>
              </a:lnSpc>
              <a:spcBef>
                <a:spcPts val="0"/>
              </a:spcBef>
              <a:spcAft>
                <a:spcPts val="0"/>
              </a:spcAft>
              <a:buNone/>
              <a:defRPr sz="900" b="0" i="0" u="none" strike="noStrike" cap="none">
                <a:solidFill>
                  <a:srgbClr val="7E7E7E"/>
                </a:solidFill>
                <a:latin typeface="Arial"/>
                <a:ea typeface="Arial"/>
                <a:cs typeface="Arial"/>
                <a:sym typeface="Arial"/>
              </a:defRPr>
            </a:lvl9pPr>
          </a:lstStyle>
          <a:p>
            <a:pPr marL="28575"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61"/>
        <p:cNvGrpSpPr/>
        <p:nvPr/>
      </p:nvGrpSpPr>
      <p:grpSpPr>
        <a:xfrm>
          <a:off x="0" y="0"/>
          <a:ext cx="0" cy="0"/>
          <a:chOff x="0" y="0"/>
          <a:chExt cx="0" cy="0"/>
        </a:xfrm>
      </p:grpSpPr>
      <p:sp>
        <p:nvSpPr>
          <p:cNvPr id="162" name="Google Shape;162;g2add70145f9_1_34"/>
          <p:cNvSpPr txBox="1">
            <a:spLocks noGrp="1"/>
          </p:cNvSpPr>
          <p:nvPr>
            <p:ph type="title"/>
          </p:nvPr>
        </p:nvSpPr>
        <p:spPr>
          <a:xfrm>
            <a:off x="4572063" y="1631325"/>
            <a:ext cx="3856800" cy="2042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63" name="Google Shape;163;g2add70145f9_1_34"/>
          <p:cNvSpPr/>
          <p:nvPr/>
        </p:nvSpPr>
        <p:spPr>
          <a:xfrm>
            <a:off x="805769" y="386149"/>
            <a:ext cx="298841" cy="297706"/>
          </a:xfrm>
          <a:custGeom>
            <a:avLst/>
            <a:gdLst/>
            <a:ahLst/>
            <a:cxnLst/>
            <a:rect l="l" t="t" r="r" b="b"/>
            <a:pathLst>
              <a:path w="8273" h="8241" extrusionOk="0">
                <a:moveTo>
                  <a:pt x="4136" y="1"/>
                </a:moveTo>
                <a:cubicBezTo>
                  <a:pt x="4136" y="2269"/>
                  <a:pt x="2302" y="4137"/>
                  <a:pt x="0" y="4137"/>
                </a:cubicBezTo>
                <a:cubicBezTo>
                  <a:pt x="2302" y="4137"/>
                  <a:pt x="4136" y="5972"/>
                  <a:pt x="4136" y="8240"/>
                </a:cubicBezTo>
                <a:cubicBezTo>
                  <a:pt x="4136" y="5972"/>
                  <a:pt x="5971" y="4137"/>
                  <a:pt x="8273" y="4137"/>
                </a:cubicBezTo>
                <a:cubicBezTo>
                  <a:pt x="5971" y="4137"/>
                  <a:pt x="4136" y="2269"/>
                  <a:pt x="4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add70145f9_1_34"/>
          <p:cNvSpPr/>
          <p:nvPr/>
        </p:nvSpPr>
        <p:spPr>
          <a:xfrm>
            <a:off x="6038800" y="4459041"/>
            <a:ext cx="298878" cy="298898"/>
          </a:xfrm>
          <a:custGeom>
            <a:avLst/>
            <a:gdLst/>
            <a:ahLst/>
            <a:cxnLst/>
            <a:rect l="l" t="t" r="r" b="b"/>
            <a:pathLst>
              <a:path w="8274" h="8274" extrusionOk="0">
                <a:moveTo>
                  <a:pt x="4137" y="1"/>
                </a:moveTo>
                <a:cubicBezTo>
                  <a:pt x="4137" y="2303"/>
                  <a:pt x="2302" y="4137"/>
                  <a:pt x="1" y="4137"/>
                </a:cubicBezTo>
                <a:cubicBezTo>
                  <a:pt x="2302" y="4137"/>
                  <a:pt x="4137" y="5972"/>
                  <a:pt x="4137" y="8274"/>
                </a:cubicBezTo>
                <a:cubicBezTo>
                  <a:pt x="4137" y="6005"/>
                  <a:pt x="5972" y="4171"/>
                  <a:pt x="8273" y="4137"/>
                </a:cubicBezTo>
                <a:cubicBezTo>
                  <a:pt x="5972" y="4137"/>
                  <a:pt x="4137" y="2303"/>
                  <a:pt x="41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add70145f9_1_34"/>
          <p:cNvSpPr/>
          <p:nvPr/>
        </p:nvSpPr>
        <p:spPr>
          <a:xfrm>
            <a:off x="4394662" y="357639"/>
            <a:ext cx="354688" cy="354716"/>
          </a:xfrm>
          <a:custGeom>
            <a:avLst/>
            <a:gdLst/>
            <a:ahLst/>
            <a:cxnLst/>
            <a:rect l="l" t="t" r="r" b="b"/>
            <a:pathLst>
              <a:path w="12443" h="12444" extrusionOk="0">
                <a:moveTo>
                  <a:pt x="12381" y="6205"/>
                </a:moveTo>
                <a:cubicBezTo>
                  <a:pt x="12401" y="6205"/>
                  <a:pt x="12422" y="6205"/>
                  <a:pt x="12443" y="6205"/>
                </a:cubicBezTo>
                <a:cubicBezTo>
                  <a:pt x="12422" y="6205"/>
                  <a:pt x="12402" y="6205"/>
                  <a:pt x="12382" y="6205"/>
                </a:cubicBezTo>
                <a:close/>
                <a:moveTo>
                  <a:pt x="6205" y="1"/>
                </a:moveTo>
                <a:cubicBezTo>
                  <a:pt x="6205" y="3437"/>
                  <a:pt x="3470" y="6205"/>
                  <a:pt x="0" y="6205"/>
                </a:cubicBezTo>
                <a:cubicBezTo>
                  <a:pt x="3436" y="6205"/>
                  <a:pt x="6205" y="8974"/>
                  <a:pt x="6205" y="12443"/>
                </a:cubicBezTo>
                <a:cubicBezTo>
                  <a:pt x="6205" y="8994"/>
                  <a:pt x="8974" y="6205"/>
                  <a:pt x="12382" y="6205"/>
                </a:cubicBezTo>
                <a:lnTo>
                  <a:pt x="12381" y="6205"/>
                </a:lnTo>
                <a:cubicBezTo>
                  <a:pt x="8973" y="6172"/>
                  <a:pt x="6205" y="3449"/>
                  <a:pt x="6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6" name="Google Shape;166;g2add70145f9_1_34"/>
          <p:cNvGrpSpPr/>
          <p:nvPr/>
        </p:nvGrpSpPr>
        <p:grpSpPr>
          <a:xfrm rot="-1410829">
            <a:off x="8306337" y="4532944"/>
            <a:ext cx="245170" cy="151289"/>
            <a:chOff x="1275018" y="1579954"/>
            <a:chExt cx="197169" cy="121656"/>
          </a:xfrm>
        </p:grpSpPr>
        <p:sp>
          <p:nvSpPr>
            <p:cNvPr id="167" name="Google Shape;167;g2add70145f9_1_34"/>
            <p:cNvSpPr/>
            <p:nvPr/>
          </p:nvSpPr>
          <p:spPr>
            <a:xfrm>
              <a:off x="1275018" y="1645283"/>
              <a:ext cx="175518" cy="56327"/>
            </a:xfrm>
            <a:custGeom>
              <a:avLst/>
              <a:gdLst/>
              <a:ahLst/>
              <a:cxnLst/>
              <a:rect l="l" t="t" r="r" b="b"/>
              <a:pathLst>
                <a:path w="7840" h="2516" extrusionOk="0">
                  <a:moveTo>
                    <a:pt x="7123" y="1"/>
                  </a:moveTo>
                  <a:cubicBezTo>
                    <a:pt x="7022" y="1"/>
                    <a:pt x="6924" y="27"/>
                    <a:pt x="6839" y="80"/>
                  </a:cubicBezTo>
                  <a:cubicBezTo>
                    <a:pt x="5441" y="857"/>
                    <a:pt x="3802" y="1292"/>
                    <a:pt x="2171" y="1292"/>
                  </a:cubicBezTo>
                  <a:cubicBezTo>
                    <a:pt x="1701" y="1292"/>
                    <a:pt x="1231" y="1255"/>
                    <a:pt x="768" y="1181"/>
                  </a:cubicBezTo>
                  <a:cubicBezTo>
                    <a:pt x="719" y="1166"/>
                    <a:pt x="671" y="1159"/>
                    <a:pt x="624" y="1159"/>
                  </a:cubicBezTo>
                  <a:cubicBezTo>
                    <a:pt x="344" y="1159"/>
                    <a:pt x="96" y="1396"/>
                    <a:pt x="67" y="1681"/>
                  </a:cubicBezTo>
                  <a:cubicBezTo>
                    <a:pt x="1" y="2015"/>
                    <a:pt x="234" y="2348"/>
                    <a:pt x="568" y="2382"/>
                  </a:cubicBezTo>
                  <a:cubicBezTo>
                    <a:pt x="1101" y="2482"/>
                    <a:pt x="1702" y="2515"/>
                    <a:pt x="2235" y="2515"/>
                  </a:cubicBezTo>
                  <a:cubicBezTo>
                    <a:pt x="4037" y="2515"/>
                    <a:pt x="5838" y="2048"/>
                    <a:pt x="7406" y="1181"/>
                  </a:cubicBezTo>
                  <a:cubicBezTo>
                    <a:pt x="7739" y="1014"/>
                    <a:pt x="7839" y="647"/>
                    <a:pt x="7673" y="347"/>
                  </a:cubicBezTo>
                  <a:cubicBezTo>
                    <a:pt x="7559" y="120"/>
                    <a:pt x="7337" y="1"/>
                    <a:pt x="7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g2add70145f9_1_34"/>
            <p:cNvSpPr/>
            <p:nvPr/>
          </p:nvSpPr>
          <p:spPr>
            <a:xfrm>
              <a:off x="1354921" y="1579954"/>
              <a:ext cx="117266" cy="55924"/>
            </a:xfrm>
            <a:custGeom>
              <a:avLst/>
              <a:gdLst/>
              <a:ahLst/>
              <a:cxnLst/>
              <a:rect l="l" t="t" r="r" b="b"/>
              <a:pathLst>
                <a:path w="5238" h="2498" extrusionOk="0">
                  <a:moveTo>
                    <a:pt x="4547" y="1"/>
                  </a:moveTo>
                  <a:cubicBezTo>
                    <a:pt x="4407" y="1"/>
                    <a:pt x="4270" y="43"/>
                    <a:pt x="4170" y="129"/>
                  </a:cubicBezTo>
                  <a:cubicBezTo>
                    <a:pt x="3272" y="872"/>
                    <a:pt x="2087" y="1271"/>
                    <a:pt x="935" y="1271"/>
                  </a:cubicBezTo>
                  <a:cubicBezTo>
                    <a:pt x="845" y="1271"/>
                    <a:pt x="757" y="1268"/>
                    <a:pt x="668" y="1263"/>
                  </a:cubicBezTo>
                  <a:cubicBezTo>
                    <a:pt x="334" y="1263"/>
                    <a:pt x="34" y="1497"/>
                    <a:pt x="1" y="1830"/>
                  </a:cubicBezTo>
                  <a:cubicBezTo>
                    <a:pt x="1" y="2164"/>
                    <a:pt x="268" y="2464"/>
                    <a:pt x="601" y="2498"/>
                  </a:cubicBezTo>
                  <a:lnTo>
                    <a:pt x="1001" y="2498"/>
                  </a:lnTo>
                  <a:cubicBezTo>
                    <a:pt x="2436" y="2498"/>
                    <a:pt x="3837" y="1997"/>
                    <a:pt x="4971" y="1097"/>
                  </a:cubicBezTo>
                  <a:cubicBezTo>
                    <a:pt x="5204" y="896"/>
                    <a:pt x="5238" y="463"/>
                    <a:pt x="5038" y="229"/>
                  </a:cubicBezTo>
                  <a:cubicBezTo>
                    <a:pt x="4923" y="77"/>
                    <a:pt x="4733" y="1"/>
                    <a:pt x="45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9" name="Google Shape;169;g2add70145f9_1_34"/>
          <p:cNvSpPr/>
          <p:nvPr/>
        </p:nvSpPr>
        <p:spPr>
          <a:xfrm>
            <a:off x="588643" y="2439451"/>
            <a:ext cx="194974" cy="194946"/>
          </a:xfrm>
          <a:custGeom>
            <a:avLst/>
            <a:gdLst/>
            <a:ahLst/>
            <a:cxnLst/>
            <a:rect l="l" t="t" r="r" b="b"/>
            <a:pathLst>
              <a:path w="6840" h="6839" extrusionOk="0">
                <a:moveTo>
                  <a:pt x="3403" y="0"/>
                </a:moveTo>
                <a:cubicBezTo>
                  <a:pt x="3403" y="1902"/>
                  <a:pt x="1869" y="3436"/>
                  <a:pt x="1" y="3436"/>
                </a:cubicBezTo>
                <a:cubicBezTo>
                  <a:pt x="1869" y="3436"/>
                  <a:pt x="3403" y="4970"/>
                  <a:pt x="3403" y="6838"/>
                </a:cubicBezTo>
                <a:cubicBezTo>
                  <a:pt x="3403" y="4970"/>
                  <a:pt x="4904" y="3436"/>
                  <a:pt x="6839" y="3436"/>
                </a:cubicBezTo>
                <a:cubicBezTo>
                  <a:pt x="4971" y="3436"/>
                  <a:pt x="3403" y="1902"/>
                  <a:pt x="340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0"/>
        <p:cNvGrpSpPr/>
        <p:nvPr/>
      </p:nvGrpSpPr>
      <p:grpSpPr>
        <a:xfrm>
          <a:off x="0" y="0"/>
          <a:ext cx="0" cy="0"/>
          <a:chOff x="0" y="0"/>
          <a:chExt cx="0" cy="0"/>
        </a:xfrm>
      </p:grpSpPr>
      <p:sp>
        <p:nvSpPr>
          <p:cNvPr id="171" name="Google Shape;171;g2add70145f9_1_3"/>
          <p:cNvSpPr txBox="1">
            <a:spLocks noGrp="1"/>
          </p:cNvSpPr>
          <p:nvPr>
            <p:ph type="ctrTitle"/>
          </p:nvPr>
        </p:nvSpPr>
        <p:spPr>
          <a:xfrm>
            <a:off x="4729888" y="996513"/>
            <a:ext cx="3699000" cy="2294400"/>
          </a:xfrm>
          <a:prstGeom prst="rect">
            <a:avLst/>
          </a:prstGeom>
          <a:noFill/>
          <a:ln>
            <a:noFill/>
          </a:ln>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5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72" name="Google Shape;172;g2add70145f9_1_3"/>
          <p:cNvSpPr txBox="1">
            <a:spLocks noGrp="1"/>
          </p:cNvSpPr>
          <p:nvPr>
            <p:ph type="subTitle" idx="1"/>
          </p:nvPr>
        </p:nvSpPr>
        <p:spPr>
          <a:xfrm>
            <a:off x="4729839" y="3356213"/>
            <a:ext cx="3699000" cy="79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73" name="Google Shape;173;g2add70145f9_1_3"/>
          <p:cNvSpPr/>
          <p:nvPr/>
        </p:nvSpPr>
        <p:spPr>
          <a:xfrm>
            <a:off x="6015046" y="98245"/>
            <a:ext cx="455632" cy="454392"/>
          </a:xfrm>
          <a:custGeom>
            <a:avLst/>
            <a:gdLst/>
            <a:ahLst/>
            <a:cxnLst/>
            <a:rect l="l" t="t" r="r" b="b"/>
            <a:pathLst>
              <a:path w="12443" h="12410" extrusionOk="0">
                <a:moveTo>
                  <a:pt x="12381" y="6205"/>
                </a:moveTo>
                <a:cubicBezTo>
                  <a:pt x="12401" y="6205"/>
                  <a:pt x="12422" y="6205"/>
                  <a:pt x="12442" y="6205"/>
                </a:cubicBezTo>
                <a:cubicBezTo>
                  <a:pt x="12422" y="6205"/>
                  <a:pt x="12401" y="6205"/>
                  <a:pt x="12381" y="6205"/>
                </a:cubicBezTo>
                <a:close/>
                <a:moveTo>
                  <a:pt x="6205" y="1"/>
                </a:moveTo>
                <a:cubicBezTo>
                  <a:pt x="6205" y="3403"/>
                  <a:pt x="3469" y="6205"/>
                  <a:pt x="0" y="6205"/>
                </a:cubicBezTo>
                <a:cubicBezTo>
                  <a:pt x="3436" y="6205"/>
                  <a:pt x="6205" y="8940"/>
                  <a:pt x="6205" y="12409"/>
                </a:cubicBezTo>
                <a:cubicBezTo>
                  <a:pt x="6205" y="8961"/>
                  <a:pt x="8973" y="6205"/>
                  <a:pt x="12381" y="6205"/>
                </a:cubicBezTo>
                <a:lnTo>
                  <a:pt x="12381" y="6205"/>
                </a:lnTo>
                <a:cubicBezTo>
                  <a:pt x="8973" y="6172"/>
                  <a:pt x="6205" y="3416"/>
                  <a:pt x="620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4"/>
        <p:cNvGrpSpPr/>
        <p:nvPr/>
      </p:nvGrpSpPr>
      <p:grpSpPr>
        <a:xfrm>
          <a:off x="0" y="0"/>
          <a:ext cx="0" cy="0"/>
          <a:chOff x="0" y="0"/>
          <a:chExt cx="0" cy="0"/>
        </a:xfrm>
      </p:grpSpPr>
      <p:sp>
        <p:nvSpPr>
          <p:cNvPr id="175" name="Google Shape;175;g2add70145f9_1_28"/>
          <p:cNvSpPr txBox="1">
            <a:spLocks noGrp="1"/>
          </p:cNvSpPr>
          <p:nvPr>
            <p:ph type="title"/>
          </p:nvPr>
        </p:nvSpPr>
        <p:spPr>
          <a:xfrm>
            <a:off x="715075" y="2095453"/>
            <a:ext cx="3519600" cy="173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176" name="Google Shape;176;g2add70145f9_1_28"/>
          <p:cNvSpPr txBox="1">
            <a:spLocks noGrp="1"/>
          </p:cNvSpPr>
          <p:nvPr>
            <p:ph type="title" idx="2"/>
          </p:nvPr>
        </p:nvSpPr>
        <p:spPr>
          <a:xfrm>
            <a:off x="1760981" y="1112925"/>
            <a:ext cx="1427700" cy="102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5000">
                <a:solidFill>
                  <a:schemeClr val="accen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77" name="Google Shape;177;g2add70145f9_1_28"/>
          <p:cNvSpPr/>
          <p:nvPr/>
        </p:nvSpPr>
        <p:spPr>
          <a:xfrm>
            <a:off x="504057" y="538561"/>
            <a:ext cx="298841" cy="297706"/>
          </a:xfrm>
          <a:custGeom>
            <a:avLst/>
            <a:gdLst/>
            <a:ahLst/>
            <a:cxnLst/>
            <a:rect l="l" t="t" r="r" b="b"/>
            <a:pathLst>
              <a:path w="8273" h="8241" extrusionOk="0">
                <a:moveTo>
                  <a:pt x="4136" y="1"/>
                </a:moveTo>
                <a:cubicBezTo>
                  <a:pt x="4136" y="2269"/>
                  <a:pt x="2302" y="4137"/>
                  <a:pt x="0" y="4137"/>
                </a:cubicBezTo>
                <a:cubicBezTo>
                  <a:pt x="2302" y="4137"/>
                  <a:pt x="4136" y="5972"/>
                  <a:pt x="4136" y="8240"/>
                </a:cubicBezTo>
                <a:cubicBezTo>
                  <a:pt x="4136" y="5972"/>
                  <a:pt x="5971" y="4137"/>
                  <a:pt x="8273" y="4137"/>
                </a:cubicBezTo>
                <a:cubicBezTo>
                  <a:pt x="5971" y="4137"/>
                  <a:pt x="4136" y="2269"/>
                  <a:pt x="4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g2add70145f9_1_28"/>
          <p:cNvSpPr/>
          <p:nvPr/>
        </p:nvSpPr>
        <p:spPr>
          <a:xfrm>
            <a:off x="715100" y="328953"/>
            <a:ext cx="298878" cy="298898"/>
          </a:xfrm>
          <a:custGeom>
            <a:avLst/>
            <a:gdLst/>
            <a:ahLst/>
            <a:cxnLst/>
            <a:rect l="l" t="t" r="r" b="b"/>
            <a:pathLst>
              <a:path w="8274" h="8274" extrusionOk="0">
                <a:moveTo>
                  <a:pt x="4137" y="1"/>
                </a:moveTo>
                <a:cubicBezTo>
                  <a:pt x="4137" y="2303"/>
                  <a:pt x="2302" y="4137"/>
                  <a:pt x="1" y="4137"/>
                </a:cubicBezTo>
                <a:cubicBezTo>
                  <a:pt x="2302" y="4137"/>
                  <a:pt x="4137" y="5972"/>
                  <a:pt x="4137" y="8274"/>
                </a:cubicBezTo>
                <a:cubicBezTo>
                  <a:pt x="4137" y="6005"/>
                  <a:pt x="5972" y="4171"/>
                  <a:pt x="8273" y="4137"/>
                </a:cubicBezTo>
                <a:cubicBezTo>
                  <a:pt x="5972" y="4137"/>
                  <a:pt x="4137" y="2303"/>
                  <a:pt x="41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g2add70145f9_1_28"/>
          <p:cNvSpPr/>
          <p:nvPr/>
        </p:nvSpPr>
        <p:spPr>
          <a:xfrm>
            <a:off x="2911324" y="4431139"/>
            <a:ext cx="354688" cy="354716"/>
          </a:xfrm>
          <a:custGeom>
            <a:avLst/>
            <a:gdLst/>
            <a:ahLst/>
            <a:cxnLst/>
            <a:rect l="l" t="t" r="r" b="b"/>
            <a:pathLst>
              <a:path w="12443" h="12444" extrusionOk="0">
                <a:moveTo>
                  <a:pt x="12381" y="6205"/>
                </a:moveTo>
                <a:cubicBezTo>
                  <a:pt x="12401" y="6205"/>
                  <a:pt x="12422" y="6205"/>
                  <a:pt x="12443" y="6205"/>
                </a:cubicBezTo>
                <a:cubicBezTo>
                  <a:pt x="12422" y="6205"/>
                  <a:pt x="12402" y="6205"/>
                  <a:pt x="12382" y="6205"/>
                </a:cubicBezTo>
                <a:close/>
                <a:moveTo>
                  <a:pt x="6205" y="1"/>
                </a:moveTo>
                <a:cubicBezTo>
                  <a:pt x="6205" y="3437"/>
                  <a:pt x="3470" y="6205"/>
                  <a:pt x="0" y="6205"/>
                </a:cubicBezTo>
                <a:cubicBezTo>
                  <a:pt x="3436" y="6205"/>
                  <a:pt x="6205" y="8974"/>
                  <a:pt x="6205" y="12443"/>
                </a:cubicBezTo>
                <a:cubicBezTo>
                  <a:pt x="6205" y="8994"/>
                  <a:pt x="8974" y="6205"/>
                  <a:pt x="12382" y="6205"/>
                </a:cubicBezTo>
                <a:lnTo>
                  <a:pt x="12381" y="6205"/>
                </a:lnTo>
                <a:cubicBezTo>
                  <a:pt x="8973" y="6172"/>
                  <a:pt x="6205" y="3449"/>
                  <a:pt x="6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80"/>
        <p:cNvGrpSpPr/>
        <p:nvPr/>
      </p:nvGrpSpPr>
      <p:grpSpPr>
        <a:xfrm>
          <a:off x="0" y="0"/>
          <a:ext cx="0" cy="0"/>
          <a:chOff x="0" y="0"/>
          <a:chExt cx="0" cy="0"/>
        </a:xfrm>
      </p:grpSpPr>
      <p:sp>
        <p:nvSpPr>
          <p:cNvPr id="181" name="Google Shape;181;g2add70145f9_1_43"/>
          <p:cNvSpPr txBox="1">
            <a:spLocks noGrp="1"/>
          </p:cNvSpPr>
          <p:nvPr>
            <p:ph type="title"/>
          </p:nvPr>
        </p:nvSpPr>
        <p:spPr>
          <a:xfrm>
            <a:off x="784175" y="1072575"/>
            <a:ext cx="4417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82" name="Google Shape;182;g2add70145f9_1_43"/>
          <p:cNvSpPr txBox="1">
            <a:spLocks noGrp="1"/>
          </p:cNvSpPr>
          <p:nvPr>
            <p:ph type="body" idx="1"/>
          </p:nvPr>
        </p:nvSpPr>
        <p:spPr>
          <a:xfrm>
            <a:off x="784175" y="1880900"/>
            <a:ext cx="4417200" cy="21900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Font typeface="Nunito Light"/>
              <a:buChar char="●"/>
              <a:defRPr/>
            </a:lvl1pPr>
            <a:lvl2pPr marL="914400" lvl="1" indent="-304800" algn="l">
              <a:lnSpc>
                <a:spcPct val="100000"/>
              </a:lnSpc>
              <a:spcBef>
                <a:spcPts val="0"/>
              </a:spcBef>
              <a:spcAft>
                <a:spcPts val="0"/>
              </a:spcAft>
              <a:buClr>
                <a:srgbClr val="E76A28"/>
              </a:buClr>
              <a:buSzPts val="1200"/>
              <a:buFont typeface="Nunito Light"/>
              <a:buChar char="○"/>
              <a:defRPr/>
            </a:lvl2pPr>
            <a:lvl3pPr marL="1371600" lvl="2" indent="-304800" algn="l">
              <a:lnSpc>
                <a:spcPct val="100000"/>
              </a:lnSpc>
              <a:spcBef>
                <a:spcPts val="0"/>
              </a:spcBef>
              <a:spcAft>
                <a:spcPts val="0"/>
              </a:spcAft>
              <a:buClr>
                <a:srgbClr val="E76A28"/>
              </a:buClr>
              <a:buSzPts val="1200"/>
              <a:buFont typeface="Nunito Light"/>
              <a:buChar char="■"/>
              <a:defRPr/>
            </a:lvl3pPr>
            <a:lvl4pPr marL="1828800" lvl="3" indent="-304800" algn="l">
              <a:lnSpc>
                <a:spcPct val="100000"/>
              </a:lnSpc>
              <a:spcBef>
                <a:spcPts val="0"/>
              </a:spcBef>
              <a:spcAft>
                <a:spcPts val="0"/>
              </a:spcAft>
              <a:buClr>
                <a:srgbClr val="E76A28"/>
              </a:buClr>
              <a:buSzPts val="1200"/>
              <a:buFont typeface="Nunito Light"/>
              <a:buChar char="●"/>
              <a:defRPr/>
            </a:lvl4pPr>
            <a:lvl5pPr marL="2286000" lvl="4" indent="-304800" algn="l">
              <a:lnSpc>
                <a:spcPct val="100000"/>
              </a:lnSpc>
              <a:spcBef>
                <a:spcPts val="0"/>
              </a:spcBef>
              <a:spcAft>
                <a:spcPts val="0"/>
              </a:spcAft>
              <a:buClr>
                <a:srgbClr val="E76A28"/>
              </a:buClr>
              <a:buSzPts val="1200"/>
              <a:buFont typeface="Nunito Light"/>
              <a:buChar char="○"/>
              <a:defRPr/>
            </a:lvl5pPr>
            <a:lvl6pPr marL="2743200" lvl="5" indent="-304800" algn="l">
              <a:lnSpc>
                <a:spcPct val="100000"/>
              </a:lnSpc>
              <a:spcBef>
                <a:spcPts val="0"/>
              </a:spcBef>
              <a:spcAft>
                <a:spcPts val="0"/>
              </a:spcAft>
              <a:buClr>
                <a:srgbClr val="999999"/>
              </a:buClr>
              <a:buSzPts val="1200"/>
              <a:buFont typeface="Nunito Light"/>
              <a:buChar char="■"/>
              <a:defRPr/>
            </a:lvl6pPr>
            <a:lvl7pPr marL="3200400" lvl="6" indent="-304800" algn="l">
              <a:lnSpc>
                <a:spcPct val="100000"/>
              </a:lnSpc>
              <a:spcBef>
                <a:spcPts val="0"/>
              </a:spcBef>
              <a:spcAft>
                <a:spcPts val="0"/>
              </a:spcAft>
              <a:buClr>
                <a:srgbClr val="999999"/>
              </a:buClr>
              <a:buSzPts val="1200"/>
              <a:buFont typeface="Nunito Light"/>
              <a:buChar char="●"/>
              <a:defRPr/>
            </a:lvl7pPr>
            <a:lvl8pPr marL="3657600" lvl="7" indent="-304800" algn="l">
              <a:lnSpc>
                <a:spcPct val="100000"/>
              </a:lnSpc>
              <a:spcBef>
                <a:spcPts val="0"/>
              </a:spcBef>
              <a:spcAft>
                <a:spcPts val="0"/>
              </a:spcAft>
              <a:buClr>
                <a:srgbClr val="999999"/>
              </a:buClr>
              <a:buSzPts val="1200"/>
              <a:buFont typeface="Nunito Light"/>
              <a:buChar char="○"/>
              <a:defRPr/>
            </a:lvl8pPr>
            <a:lvl9pPr marL="4114800" lvl="8" indent="-304800" algn="l">
              <a:lnSpc>
                <a:spcPct val="100000"/>
              </a:lnSpc>
              <a:spcBef>
                <a:spcPts val="0"/>
              </a:spcBef>
              <a:spcAft>
                <a:spcPts val="0"/>
              </a:spcAft>
              <a:buClr>
                <a:srgbClr val="999999"/>
              </a:buClr>
              <a:buSzPts val="1200"/>
              <a:buFont typeface="Nunito Light"/>
              <a:buChar char="■"/>
              <a:defRPr/>
            </a:lvl9pPr>
          </a:lstStyle>
          <a:p>
            <a:endParaRPr/>
          </a:p>
        </p:txBody>
      </p:sp>
      <p:sp>
        <p:nvSpPr>
          <p:cNvPr id="183" name="Google Shape;183;g2add70145f9_1_43"/>
          <p:cNvSpPr>
            <a:spLocks noGrp="1"/>
          </p:cNvSpPr>
          <p:nvPr>
            <p:ph type="pic" idx="2"/>
          </p:nvPr>
        </p:nvSpPr>
        <p:spPr>
          <a:xfrm>
            <a:off x="5631000" y="535000"/>
            <a:ext cx="2797800" cy="4096500"/>
          </a:xfrm>
          <a:prstGeom prst="rect">
            <a:avLst/>
          </a:prstGeom>
          <a:noFill/>
          <a:ln>
            <a:noFill/>
          </a:ln>
        </p:spPr>
      </p:sp>
      <p:grpSp>
        <p:nvGrpSpPr>
          <p:cNvPr id="184" name="Google Shape;184;g2add70145f9_1_43"/>
          <p:cNvGrpSpPr/>
          <p:nvPr/>
        </p:nvGrpSpPr>
        <p:grpSpPr>
          <a:xfrm rot="-7429699">
            <a:off x="470803" y="4601145"/>
            <a:ext cx="226291" cy="152124"/>
            <a:chOff x="3838779" y="657780"/>
            <a:chExt cx="226294" cy="152126"/>
          </a:xfrm>
        </p:grpSpPr>
        <p:sp>
          <p:nvSpPr>
            <p:cNvPr id="185" name="Google Shape;185;g2add70145f9_1_43"/>
            <p:cNvSpPr/>
            <p:nvPr/>
          </p:nvSpPr>
          <p:spPr>
            <a:xfrm>
              <a:off x="3838779" y="657780"/>
              <a:ext cx="195689" cy="90893"/>
            </a:xfrm>
            <a:custGeom>
              <a:avLst/>
              <a:gdLst/>
              <a:ahLst/>
              <a:cxnLst/>
              <a:rect l="l" t="t" r="r" b="b"/>
              <a:pathLst>
                <a:path w="8741" h="4060" extrusionOk="0">
                  <a:moveTo>
                    <a:pt x="7453" y="0"/>
                  </a:moveTo>
                  <a:cubicBezTo>
                    <a:pt x="4798" y="0"/>
                    <a:pt x="2148" y="1114"/>
                    <a:pt x="268" y="3025"/>
                  </a:cubicBezTo>
                  <a:cubicBezTo>
                    <a:pt x="1" y="3259"/>
                    <a:pt x="1" y="3626"/>
                    <a:pt x="268" y="3892"/>
                  </a:cubicBezTo>
                  <a:cubicBezTo>
                    <a:pt x="401" y="3992"/>
                    <a:pt x="568" y="4059"/>
                    <a:pt x="735" y="4059"/>
                  </a:cubicBezTo>
                  <a:cubicBezTo>
                    <a:pt x="835" y="4059"/>
                    <a:pt x="1001" y="3959"/>
                    <a:pt x="1135" y="3892"/>
                  </a:cubicBezTo>
                  <a:cubicBezTo>
                    <a:pt x="2806" y="2221"/>
                    <a:pt x="5109" y="1239"/>
                    <a:pt x="7457" y="1239"/>
                  </a:cubicBezTo>
                  <a:cubicBezTo>
                    <a:pt x="7640" y="1239"/>
                    <a:pt x="7823" y="1245"/>
                    <a:pt x="8006" y="1257"/>
                  </a:cubicBezTo>
                  <a:cubicBezTo>
                    <a:pt x="8025" y="1259"/>
                    <a:pt x="8044" y="1260"/>
                    <a:pt x="8063" y="1260"/>
                  </a:cubicBezTo>
                  <a:cubicBezTo>
                    <a:pt x="8373" y="1260"/>
                    <a:pt x="8642" y="1005"/>
                    <a:pt x="8674" y="690"/>
                  </a:cubicBezTo>
                  <a:cubicBezTo>
                    <a:pt x="8740" y="357"/>
                    <a:pt x="8440" y="56"/>
                    <a:pt x="8106" y="23"/>
                  </a:cubicBezTo>
                  <a:cubicBezTo>
                    <a:pt x="7889" y="8"/>
                    <a:pt x="7671" y="0"/>
                    <a:pt x="74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g2add70145f9_1_43"/>
            <p:cNvSpPr/>
            <p:nvPr/>
          </p:nvSpPr>
          <p:spPr>
            <a:xfrm>
              <a:off x="3870145" y="735960"/>
              <a:ext cx="194928" cy="73946"/>
            </a:xfrm>
            <a:custGeom>
              <a:avLst/>
              <a:gdLst/>
              <a:ahLst/>
              <a:cxnLst/>
              <a:rect l="l" t="t" r="r" b="b"/>
              <a:pathLst>
                <a:path w="8707" h="3303" extrusionOk="0">
                  <a:moveTo>
                    <a:pt x="8040" y="0"/>
                  </a:moveTo>
                  <a:cubicBezTo>
                    <a:pt x="5405" y="167"/>
                    <a:pt x="2736" y="901"/>
                    <a:pt x="401" y="2135"/>
                  </a:cubicBezTo>
                  <a:cubicBezTo>
                    <a:pt x="101" y="2302"/>
                    <a:pt x="1" y="2669"/>
                    <a:pt x="167" y="2969"/>
                  </a:cubicBezTo>
                  <a:cubicBezTo>
                    <a:pt x="234" y="3169"/>
                    <a:pt x="501" y="3302"/>
                    <a:pt x="701" y="3302"/>
                  </a:cubicBezTo>
                  <a:cubicBezTo>
                    <a:pt x="768" y="3302"/>
                    <a:pt x="868" y="3269"/>
                    <a:pt x="968" y="3236"/>
                  </a:cubicBezTo>
                  <a:cubicBezTo>
                    <a:pt x="3203" y="2102"/>
                    <a:pt x="5638" y="1401"/>
                    <a:pt x="8106" y="1268"/>
                  </a:cubicBezTo>
                  <a:cubicBezTo>
                    <a:pt x="8440" y="1234"/>
                    <a:pt x="8707" y="934"/>
                    <a:pt x="8707" y="601"/>
                  </a:cubicBezTo>
                  <a:cubicBezTo>
                    <a:pt x="8674" y="267"/>
                    <a:pt x="8407" y="0"/>
                    <a:pt x="80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7" name="Google Shape;187;g2add70145f9_1_43"/>
          <p:cNvGrpSpPr/>
          <p:nvPr/>
        </p:nvGrpSpPr>
        <p:grpSpPr>
          <a:xfrm>
            <a:off x="-152412" y="853518"/>
            <a:ext cx="663556" cy="564030"/>
            <a:chOff x="3348288" y="3910843"/>
            <a:chExt cx="663556" cy="564030"/>
          </a:xfrm>
        </p:grpSpPr>
        <p:sp>
          <p:nvSpPr>
            <p:cNvPr id="188" name="Google Shape;188;g2add70145f9_1_43"/>
            <p:cNvSpPr/>
            <p:nvPr/>
          </p:nvSpPr>
          <p:spPr>
            <a:xfrm>
              <a:off x="3375156" y="3910843"/>
              <a:ext cx="634881" cy="503175"/>
            </a:xfrm>
            <a:custGeom>
              <a:avLst/>
              <a:gdLst/>
              <a:ahLst/>
              <a:cxnLst/>
              <a:rect l="l" t="t" r="r" b="b"/>
              <a:pathLst>
                <a:path w="35493" h="28130" extrusionOk="0">
                  <a:moveTo>
                    <a:pt x="15256" y="0"/>
                  </a:moveTo>
                  <a:cubicBezTo>
                    <a:pt x="14661" y="0"/>
                    <a:pt x="14060" y="178"/>
                    <a:pt x="13543" y="543"/>
                  </a:cubicBezTo>
                  <a:lnTo>
                    <a:pt x="3503" y="7648"/>
                  </a:lnTo>
                  <a:lnTo>
                    <a:pt x="0" y="10150"/>
                  </a:lnTo>
                  <a:lnTo>
                    <a:pt x="1735" y="11751"/>
                  </a:lnTo>
                  <a:lnTo>
                    <a:pt x="20048" y="28129"/>
                  </a:lnTo>
                  <a:lnTo>
                    <a:pt x="33991" y="18222"/>
                  </a:lnTo>
                  <a:lnTo>
                    <a:pt x="35492" y="17122"/>
                  </a:lnTo>
                  <a:lnTo>
                    <a:pt x="35225" y="16888"/>
                  </a:lnTo>
                  <a:lnTo>
                    <a:pt x="17212" y="743"/>
                  </a:lnTo>
                  <a:cubicBezTo>
                    <a:pt x="16668" y="253"/>
                    <a:pt x="15966" y="0"/>
                    <a:pt x="1525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g2add70145f9_1_43"/>
            <p:cNvSpPr/>
            <p:nvPr/>
          </p:nvSpPr>
          <p:spPr>
            <a:xfrm>
              <a:off x="3375156" y="4092993"/>
              <a:ext cx="363975" cy="368161"/>
            </a:xfrm>
            <a:custGeom>
              <a:avLst/>
              <a:gdLst/>
              <a:ahLst/>
              <a:cxnLst/>
              <a:rect l="l" t="t" r="r" b="b"/>
              <a:pathLst>
                <a:path w="20348" h="20582" extrusionOk="0">
                  <a:moveTo>
                    <a:pt x="0" y="0"/>
                  </a:moveTo>
                  <a:lnTo>
                    <a:pt x="300" y="2602"/>
                  </a:lnTo>
                  <a:lnTo>
                    <a:pt x="20348" y="20582"/>
                  </a:lnTo>
                  <a:lnTo>
                    <a:pt x="20348" y="20582"/>
                  </a:lnTo>
                  <a:lnTo>
                    <a:pt x="20048" y="17946"/>
                  </a:lnTo>
                  <a:lnTo>
                    <a:pt x="1735" y="1568"/>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g2add70145f9_1_43"/>
            <p:cNvSpPr/>
            <p:nvPr/>
          </p:nvSpPr>
          <p:spPr>
            <a:xfrm>
              <a:off x="3734373" y="4217098"/>
              <a:ext cx="277471" cy="244057"/>
            </a:xfrm>
            <a:custGeom>
              <a:avLst/>
              <a:gdLst/>
              <a:ahLst/>
              <a:cxnLst/>
              <a:rect l="l" t="t" r="r" b="b"/>
              <a:pathLst>
                <a:path w="15512" h="13644" extrusionOk="0">
                  <a:moveTo>
                    <a:pt x="15444" y="1"/>
                  </a:moveTo>
                  <a:lnTo>
                    <a:pt x="13943" y="1101"/>
                  </a:lnTo>
                  <a:lnTo>
                    <a:pt x="2102" y="9507"/>
                  </a:lnTo>
                  <a:lnTo>
                    <a:pt x="0" y="11008"/>
                  </a:lnTo>
                  <a:lnTo>
                    <a:pt x="267" y="13644"/>
                  </a:lnTo>
                  <a:lnTo>
                    <a:pt x="14110" y="3770"/>
                  </a:lnTo>
                  <a:cubicBezTo>
                    <a:pt x="14911" y="3169"/>
                    <a:pt x="15411" y="2302"/>
                    <a:pt x="15478" y="1335"/>
                  </a:cubicBezTo>
                  <a:cubicBezTo>
                    <a:pt x="15511" y="1135"/>
                    <a:pt x="15511" y="935"/>
                    <a:pt x="15511" y="734"/>
                  </a:cubicBezTo>
                  <a:lnTo>
                    <a:pt x="1544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add70145f9_1_43"/>
            <p:cNvSpPr/>
            <p:nvPr/>
          </p:nvSpPr>
          <p:spPr>
            <a:xfrm>
              <a:off x="3488515" y="4079863"/>
              <a:ext cx="74609" cy="71622"/>
            </a:xfrm>
            <a:custGeom>
              <a:avLst/>
              <a:gdLst/>
              <a:ahLst/>
              <a:cxnLst/>
              <a:rect l="l" t="t" r="r" b="b"/>
              <a:pathLst>
                <a:path w="4171" h="4004" extrusionOk="0">
                  <a:moveTo>
                    <a:pt x="2369" y="434"/>
                  </a:moveTo>
                  <a:cubicBezTo>
                    <a:pt x="2903" y="501"/>
                    <a:pt x="3403" y="834"/>
                    <a:pt x="3704" y="1301"/>
                  </a:cubicBezTo>
                  <a:cubicBezTo>
                    <a:pt x="3070" y="2069"/>
                    <a:pt x="2403" y="2769"/>
                    <a:pt x="1735" y="3436"/>
                  </a:cubicBezTo>
                  <a:cubicBezTo>
                    <a:pt x="1469" y="2969"/>
                    <a:pt x="1035" y="2536"/>
                    <a:pt x="535" y="2269"/>
                  </a:cubicBezTo>
                  <a:lnTo>
                    <a:pt x="2369" y="434"/>
                  </a:lnTo>
                  <a:close/>
                  <a:moveTo>
                    <a:pt x="2202" y="0"/>
                  </a:moveTo>
                  <a:cubicBezTo>
                    <a:pt x="2136" y="0"/>
                    <a:pt x="2002" y="100"/>
                    <a:pt x="2002" y="201"/>
                  </a:cubicBezTo>
                  <a:lnTo>
                    <a:pt x="34" y="2169"/>
                  </a:lnTo>
                  <a:cubicBezTo>
                    <a:pt x="1" y="2202"/>
                    <a:pt x="1" y="2269"/>
                    <a:pt x="1" y="2335"/>
                  </a:cubicBezTo>
                  <a:cubicBezTo>
                    <a:pt x="1" y="2435"/>
                    <a:pt x="68" y="2469"/>
                    <a:pt x="134" y="2502"/>
                  </a:cubicBezTo>
                  <a:cubicBezTo>
                    <a:pt x="735" y="2802"/>
                    <a:pt x="1235" y="3303"/>
                    <a:pt x="1569" y="3903"/>
                  </a:cubicBezTo>
                  <a:cubicBezTo>
                    <a:pt x="1569" y="3970"/>
                    <a:pt x="1669" y="4003"/>
                    <a:pt x="1735" y="4003"/>
                  </a:cubicBezTo>
                  <a:cubicBezTo>
                    <a:pt x="1802" y="4003"/>
                    <a:pt x="1869" y="3970"/>
                    <a:pt x="1836" y="3937"/>
                  </a:cubicBezTo>
                  <a:cubicBezTo>
                    <a:pt x="2636" y="3169"/>
                    <a:pt x="3370" y="2335"/>
                    <a:pt x="4070" y="1501"/>
                  </a:cubicBezTo>
                  <a:cubicBezTo>
                    <a:pt x="4171" y="1435"/>
                    <a:pt x="4171" y="1335"/>
                    <a:pt x="4137" y="1268"/>
                  </a:cubicBezTo>
                  <a:cubicBezTo>
                    <a:pt x="3737" y="501"/>
                    <a:pt x="3003" y="34"/>
                    <a:pt x="22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add70145f9_1_43"/>
            <p:cNvSpPr/>
            <p:nvPr/>
          </p:nvSpPr>
          <p:spPr>
            <a:xfrm>
              <a:off x="3550587" y="4141737"/>
              <a:ext cx="69815" cy="69404"/>
            </a:xfrm>
            <a:custGeom>
              <a:avLst/>
              <a:gdLst/>
              <a:ahLst/>
              <a:cxnLst/>
              <a:rect l="l" t="t" r="r" b="b"/>
              <a:pathLst>
                <a:path w="3903" h="3880" extrusionOk="0">
                  <a:moveTo>
                    <a:pt x="2068" y="611"/>
                  </a:moveTo>
                  <a:lnTo>
                    <a:pt x="3269" y="1678"/>
                  </a:lnTo>
                  <a:lnTo>
                    <a:pt x="1534" y="3346"/>
                  </a:lnTo>
                  <a:cubicBezTo>
                    <a:pt x="1501" y="3380"/>
                    <a:pt x="1434" y="3446"/>
                    <a:pt x="1401" y="3446"/>
                  </a:cubicBezTo>
                  <a:cubicBezTo>
                    <a:pt x="1401" y="3446"/>
                    <a:pt x="1368" y="3446"/>
                    <a:pt x="1268" y="3313"/>
                  </a:cubicBezTo>
                  <a:lnTo>
                    <a:pt x="500" y="2279"/>
                  </a:lnTo>
                  <a:cubicBezTo>
                    <a:pt x="434" y="2179"/>
                    <a:pt x="400" y="2112"/>
                    <a:pt x="400" y="2045"/>
                  </a:cubicBezTo>
                  <a:lnTo>
                    <a:pt x="567" y="1879"/>
                  </a:lnTo>
                  <a:lnTo>
                    <a:pt x="2068" y="611"/>
                  </a:lnTo>
                  <a:close/>
                  <a:moveTo>
                    <a:pt x="2236" y="0"/>
                  </a:moveTo>
                  <a:cubicBezTo>
                    <a:pt x="2190" y="0"/>
                    <a:pt x="2143" y="16"/>
                    <a:pt x="2102" y="44"/>
                  </a:cubicBezTo>
                  <a:lnTo>
                    <a:pt x="2035" y="144"/>
                  </a:lnTo>
                  <a:cubicBezTo>
                    <a:pt x="2001" y="177"/>
                    <a:pt x="1935" y="177"/>
                    <a:pt x="1901" y="211"/>
                  </a:cubicBezTo>
                  <a:cubicBezTo>
                    <a:pt x="1868" y="277"/>
                    <a:pt x="1868" y="277"/>
                    <a:pt x="1868" y="311"/>
                  </a:cubicBezTo>
                  <a:lnTo>
                    <a:pt x="334" y="1645"/>
                  </a:lnTo>
                  <a:cubicBezTo>
                    <a:pt x="234" y="1712"/>
                    <a:pt x="33" y="1879"/>
                    <a:pt x="33" y="2112"/>
                  </a:cubicBezTo>
                  <a:cubicBezTo>
                    <a:pt x="0" y="2312"/>
                    <a:pt x="100" y="2479"/>
                    <a:pt x="200" y="2546"/>
                  </a:cubicBezTo>
                  <a:lnTo>
                    <a:pt x="1001" y="3613"/>
                  </a:lnTo>
                  <a:cubicBezTo>
                    <a:pt x="1034" y="3680"/>
                    <a:pt x="1201" y="3880"/>
                    <a:pt x="1434" y="3880"/>
                  </a:cubicBezTo>
                  <a:cubicBezTo>
                    <a:pt x="1668" y="3880"/>
                    <a:pt x="1835" y="3780"/>
                    <a:pt x="1901" y="3780"/>
                  </a:cubicBezTo>
                  <a:lnTo>
                    <a:pt x="3836" y="1945"/>
                  </a:lnTo>
                  <a:cubicBezTo>
                    <a:pt x="3869" y="1879"/>
                    <a:pt x="3903" y="1812"/>
                    <a:pt x="3903" y="1778"/>
                  </a:cubicBezTo>
                  <a:cubicBezTo>
                    <a:pt x="3903" y="1678"/>
                    <a:pt x="3869" y="1645"/>
                    <a:pt x="3836" y="1612"/>
                  </a:cubicBezTo>
                  <a:lnTo>
                    <a:pt x="2402" y="377"/>
                  </a:lnTo>
                  <a:cubicBezTo>
                    <a:pt x="2502" y="311"/>
                    <a:pt x="2502" y="177"/>
                    <a:pt x="2402" y="111"/>
                  </a:cubicBezTo>
                  <a:cubicBezTo>
                    <a:pt x="2363" y="32"/>
                    <a:pt x="2301" y="0"/>
                    <a:pt x="22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add70145f9_1_43"/>
            <p:cNvSpPr/>
            <p:nvPr/>
          </p:nvSpPr>
          <p:spPr>
            <a:xfrm>
              <a:off x="3607866" y="4199890"/>
              <a:ext cx="65647" cy="73911"/>
            </a:xfrm>
            <a:custGeom>
              <a:avLst/>
              <a:gdLst/>
              <a:ahLst/>
              <a:cxnLst/>
              <a:rect l="l" t="t" r="r" b="b"/>
              <a:pathLst>
                <a:path w="3670" h="4132" extrusionOk="0">
                  <a:moveTo>
                    <a:pt x="1702" y="496"/>
                  </a:moveTo>
                  <a:cubicBezTo>
                    <a:pt x="2135" y="1096"/>
                    <a:pt x="2569" y="1596"/>
                    <a:pt x="3069" y="2097"/>
                  </a:cubicBezTo>
                  <a:cubicBezTo>
                    <a:pt x="2535" y="2497"/>
                    <a:pt x="2035" y="3031"/>
                    <a:pt x="1568" y="3498"/>
                  </a:cubicBezTo>
                  <a:cubicBezTo>
                    <a:pt x="1335" y="2931"/>
                    <a:pt x="901" y="2397"/>
                    <a:pt x="334" y="2030"/>
                  </a:cubicBezTo>
                  <a:cubicBezTo>
                    <a:pt x="367" y="2030"/>
                    <a:pt x="401" y="1963"/>
                    <a:pt x="467" y="1897"/>
                  </a:cubicBezTo>
                  <a:cubicBezTo>
                    <a:pt x="834" y="1396"/>
                    <a:pt x="1235" y="929"/>
                    <a:pt x="1702" y="496"/>
                  </a:cubicBezTo>
                  <a:close/>
                  <a:moveTo>
                    <a:pt x="1680" y="0"/>
                  </a:moveTo>
                  <a:cubicBezTo>
                    <a:pt x="1644" y="0"/>
                    <a:pt x="1614" y="39"/>
                    <a:pt x="1568" y="62"/>
                  </a:cubicBezTo>
                  <a:cubicBezTo>
                    <a:pt x="1034" y="529"/>
                    <a:pt x="567" y="1063"/>
                    <a:pt x="134" y="1630"/>
                  </a:cubicBezTo>
                  <a:cubicBezTo>
                    <a:pt x="34" y="1730"/>
                    <a:pt x="67" y="1863"/>
                    <a:pt x="167" y="1930"/>
                  </a:cubicBezTo>
                  <a:cubicBezTo>
                    <a:pt x="167" y="1963"/>
                    <a:pt x="200" y="1963"/>
                    <a:pt x="200" y="1963"/>
                  </a:cubicBezTo>
                  <a:cubicBezTo>
                    <a:pt x="167" y="1963"/>
                    <a:pt x="134" y="2030"/>
                    <a:pt x="67" y="2063"/>
                  </a:cubicBezTo>
                  <a:cubicBezTo>
                    <a:pt x="0" y="2130"/>
                    <a:pt x="34" y="2263"/>
                    <a:pt x="134" y="2330"/>
                  </a:cubicBezTo>
                  <a:cubicBezTo>
                    <a:pt x="701" y="2730"/>
                    <a:pt x="1134" y="3298"/>
                    <a:pt x="1301" y="3965"/>
                  </a:cubicBezTo>
                  <a:cubicBezTo>
                    <a:pt x="1335" y="4065"/>
                    <a:pt x="1368" y="4131"/>
                    <a:pt x="1468" y="4131"/>
                  </a:cubicBezTo>
                  <a:lnTo>
                    <a:pt x="1501" y="4131"/>
                  </a:lnTo>
                  <a:cubicBezTo>
                    <a:pt x="1535" y="4131"/>
                    <a:pt x="1635" y="4131"/>
                    <a:pt x="1702" y="4065"/>
                  </a:cubicBezTo>
                  <a:cubicBezTo>
                    <a:pt x="2269" y="3398"/>
                    <a:pt x="2869" y="2797"/>
                    <a:pt x="3603" y="2297"/>
                  </a:cubicBezTo>
                  <a:cubicBezTo>
                    <a:pt x="3636" y="2263"/>
                    <a:pt x="3670" y="2230"/>
                    <a:pt x="3670" y="2130"/>
                  </a:cubicBezTo>
                  <a:cubicBezTo>
                    <a:pt x="3670" y="2063"/>
                    <a:pt x="3636" y="2030"/>
                    <a:pt x="3603" y="1963"/>
                  </a:cubicBezTo>
                  <a:cubicBezTo>
                    <a:pt x="2969" y="1396"/>
                    <a:pt x="2402" y="762"/>
                    <a:pt x="1902" y="95"/>
                  </a:cubicBezTo>
                  <a:cubicBezTo>
                    <a:pt x="1868" y="62"/>
                    <a:pt x="1802" y="29"/>
                    <a:pt x="1735" y="29"/>
                  </a:cubicBezTo>
                  <a:cubicBezTo>
                    <a:pt x="1714" y="8"/>
                    <a:pt x="1697" y="0"/>
                    <a:pt x="16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g2add70145f9_1_43"/>
            <p:cNvSpPr/>
            <p:nvPr/>
          </p:nvSpPr>
          <p:spPr>
            <a:xfrm>
              <a:off x="3687219" y="4258275"/>
              <a:ext cx="74609" cy="63268"/>
            </a:xfrm>
            <a:custGeom>
              <a:avLst/>
              <a:gdLst/>
              <a:ahLst/>
              <a:cxnLst/>
              <a:rect l="l" t="t" r="r" b="b"/>
              <a:pathLst>
                <a:path w="4171" h="3537" extrusionOk="0">
                  <a:moveTo>
                    <a:pt x="2269" y="534"/>
                  </a:moveTo>
                  <a:lnTo>
                    <a:pt x="3537" y="1968"/>
                  </a:lnTo>
                  <a:cubicBezTo>
                    <a:pt x="2903" y="2202"/>
                    <a:pt x="2269" y="2602"/>
                    <a:pt x="1769" y="3036"/>
                  </a:cubicBezTo>
                  <a:cubicBezTo>
                    <a:pt x="1435" y="2635"/>
                    <a:pt x="1035" y="2268"/>
                    <a:pt x="568" y="1968"/>
                  </a:cubicBezTo>
                  <a:cubicBezTo>
                    <a:pt x="1202" y="1501"/>
                    <a:pt x="1735" y="1001"/>
                    <a:pt x="2269" y="534"/>
                  </a:cubicBezTo>
                  <a:close/>
                  <a:moveTo>
                    <a:pt x="2336" y="0"/>
                  </a:moveTo>
                  <a:cubicBezTo>
                    <a:pt x="2236" y="0"/>
                    <a:pt x="2202" y="0"/>
                    <a:pt x="2136" y="34"/>
                  </a:cubicBezTo>
                  <a:cubicBezTo>
                    <a:pt x="1535" y="667"/>
                    <a:pt x="801" y="1268"/>
                    <a:pt x="101" y="1768"/>
                  </a:cubicBezTo>
                  <a:cubicBezTo>
                    <a:pt x="34" y="1835"/>
                    <a:pt x="1" y="1968"/>
                    <a:pt x="68" y="2035"/>
                  </a:cubicBezTo>
                  <a:cubicBezTo>
                    <a:pt x="101" y="2102"/>
                    <a:pt x="101" y="2135"/>
                    <a:pt x="134" y="2135"/>
                  </a:cubicBezTo>
                  <a:lnTo>
                    <a:pt x="234" y="2202"/>
                  </a:lnTo>
                  <a:cubicBezTo>
                    <a:pt x="768" y="2535"/>
                    <a:pt x="1235" y="2969"/>
                    <a:pt x="1602" y="3469"/>
                  </a:cubicBezTo>
                  <a:cubicBezTo>
                    <a:pt x="1635" y="3503"/>
                    <a:pt x="1702" y="3536"/>
                    <a:pt x="1769" y="3536"/>
                  </a:cubicBezTo>
                  <a:cubicBezTo>
                    <a:pt x="1802" y="3536"/>
                    <a:pt x="1869" y="3536"/>
                    <a:pt x="1936" y="3503"/>
                  </a:cubicBezTo>
                  <a:cubicBezTo>
                    <a:pt x="2503" y="2936"/>
                    <a:pt x="3203" y="2502"/>
                    <a:pt x="4004" y="2268"/>
                  </a:cubicBezTo>
                  <a:cubicBezTo>
                    <a:pt x="4037" y="2268"/>
                    <a:pt x="4104" y="2202"/>
                    <a:pt x="4104" y="2135"/>
                  </a:cubicBezTo>
                  <a:cubicBezTo>
                    <a:pt x="4170" y="2035"/>
                    <a:pt x="4104" y="1968"/>
                    <a:pt x="4070" y="1935"/>
                  </a:cubicBezTo>
                  <a:lnTo>
                    <a:pt x="2503" y="100"/>
                  </a:lnTo>
                  <a:cubicBezTo>
                    <a:pt x="2436" y="34"/>
                    <a:pt x="2369" y="0"/>
                    <a:pt x="23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5" name="Google Shape;195;g2add70145f9_1_43"/>
            <p:cNvGrpSpPr/>
            <p:nvPr/>
          </p:nvGrpSpPr>
          <p:grpSpPr>
            <a:xfrm>
              <a:off x="3348288" y="3995058"/>
              <a:ext cx="514984" cy="479815"/>
              <a:chOff x="3348288" y="3995058"/>
              <a:chExt cx="514984" cy="479815"/>
            </a:xfrm>
          </p:grpSpPr>
          <p:sp>
            <p:nvSpPr>
              <p:cNvPr id="196" name="Google Shape;196;g2add70145f9_1_43"/>
              <p:cNvSpPr/>
              <p:nvPr/>
            </p:nvSpPr>
            <p:spPr>
              <a:xfrm>
                <a:off x="3348288" y="4092653"/>
                <a:ext cx="378911" cy="382220"/>
              </a:xfrm>
              <a:custGeom>
                <a:avLst/>
                <a:gdLst/>
                <a:ahLst/>
                <a:cxnLst/>
                <a:rect l="l" t="t" r="r" b="b"/>
                <a:pathLst>
                  <a:path w="21183" h="21368" extrusionOk="0">
                    <a:moveTo>
                      <a:pt x="6139" y="2755"/>
                    </a:moveTo>
                    <a:cubicBezTo>
                      <a:pt x="6506" y="2788"/>
                      <a:pt x="6739" y="3288"/>
                      <a:pt x="6706" y="3655"/>
                    </a:cubicBezTo>
                    <a:cubicBezTo>
                      <a:pt x="6672" y="4189"/>
                      <a:pt x="6372" y="4623"/>
                      <a:pt x="6039" y="5090"/>
                    </a:cubicBezTo>
                    <a:cubicBezTo>
                      <a:pt x="5672" y="5623"/>
                      <a:pt x="5238" y="6124"/>
                      <a:pt x="4738" y="6390"/>
                    </a:cubicBezTo>
                    <a:cubicBezTo>
                      <a:pt x="4504" y="5557"/>
                      <a:pt x="4638" y="4556"/>
                      <a:pt x="5071" y="3622"/>
                    </a:cubicBezTo>
                    <a:cubicBezTo>
                      <a:pt x="5305" y="3222"/>
                      <a:pt x="5672" y="2755"/>
                      <a:pt x="6039" y="2755"/>
                    </a:cubicBezTo>
                    <a:close/>
                    <a:moveTo>
                      <a:pt x="8707" y="5590"/>
                    </a:moveTo>
                    <a:cubicBezTo>
                      <a:pt x="8841" y="5590"/>
                      <a:pt x="9041" y="5757"/>
                      <a:pt x="9074" y="6057"/>
                    </a:cubicBezTo>
                    <a:cubicBezTo>
                      <a:pt x="9308" y="6457"/>
                      <a:pt x="9241" y="6958"/>
                      <a:pt x="9007" y="7425"/>
                    </a:cubicBezTo>
                    <a:cubicBezTo>
                      <a:pt x="8707" y="7925"/>
                      <a:pt x="8274" y="8359"/>
                      <a:pt x="7706" y="8459"/>
                    </a:cubicBezTo>
                    <a:cubicBezTo>
                      <a:pt x="7673" y="8525"/>
                      <a:pt x="7573" y="8525"/>
                      <a:pt x="7540" y="8525"/>
                    </a:cubicBezTo>
                    <a:cubicBezTo>
                      <a:pt x="7506" y="7591"/>
                      <a:pt x="7807" y="6624"/>
                      <a:pt x="8407" y="5857"/>
                    </a:cubicBezTo>
                    <a:cubicBezTo>
                      <a:pt x="8507" y="5723"/>
                      <a:pt x="8574" y="5623"/>
                      <a:pt x="8707" y="5590"/>
                    </a:cubicBezTo>
                    <a:close/>
                    <a:moveTo>
                      <a:pt x="11042" y="8058"/>
                    </a:moveTo>
                    <a:cubicBezTo>
                      <a:pt x="11042" y="8058"/>
                      <a:pt x="11076" y="8058"/>
                      <a:pt x="11142" y="8125"/>
                    </a:cubicBezTo>
                    <a:cubicBezTo>
                      <a:pt x="11409" y="8459"/>
                      <a:pt x="11543" y="8926"/>
                      <a:pt x="11409" y="9426"/>
                    </a:cubicBezTo>
                    <a:cubicBezTo>
                      <a:pt x="11309" y="9993"/>
                      <a:pt x="10875" y="10460"/>
                      <a:pt x="10375" y="10627"/>
                    </a:cubicBezTo>
                    <a:cubicBezTo>
                      <a:pt x="10308" y="10627"/>
                      <a:pt x="10208" y="10660"/>
                      <a:pt x="10142" y="10660"/>
                    </a:cubicBezTo>
                    <a:cubicBezTo>
                      <a:pt x="10075" y="9893"/>
                      <a:pt x="10342" y="9059"/>
                      <a:pt x="10842" y="8292"/>
                    </a:cubicBezTo>
                    <a:cubicBezTo>
                      <a:pt x="10975" y="8125"/>
                      <a:pt x="11042" y="8058"/>
                      <a:pt x="11042" y="8058"/>
                    </a:cubicBezTo>
                    <a:close/>
                    <a:moveTo>
                      <a:pt x="13911" y="10393"/>
                    </a:moveTo>
                    <a:cubicBezTo>
                      <a:pt x="14011" y="10393"/>
                      <a:pt x="14144" y="10460"/>
                      <a:pt x="14244" y="10593"/>
                    </a:cubicBezTo>
                    <a:cubicBezTo>
                      <a:pt x="14578" y="10960"/>
                      <a:pt x="14678" y="11461"/>
                      <a:pt x="14511" y="12028"/>
                    </a:cubicBezTo>
                    <a:cubicBezTo>
                      <a:pt x="14345" y="12628"/>
                      <a:pt x="13878" y="13129"/>
                      <a:pt x="13344" y="13295"/>
                    </a:cubicBezTo>
                    <a:cubicBezTo>
                      <a:pt x="13244" y="13362"/>
                      <a:pt x="13144" y="13395"/>
                      <a:pt x="13044" y="13395"/>
                    </a:cubicBezTo>
                    <a:cubicBezTo>
                      <a:pt x="13044" y="12562"/>
                      <a:pt x="13344" y="11694"/>
                      <a:pt x="13577" y="10894"/>
                    </a:cubicBezTo>
                    <a:cubicBezTo>
                      <a:pt x="13711" y="10593"/>
                      <a:pt x="13811" y="10427"/>
                      <a:pt x="13911" y="10393"/>
                    </a:cubicBezTo>
                    <a:close/>
                    <a:moveTo>
                      <a:pt x="17213" y="12762"/>
                    </a:moveTo>
                    <a:cubicBezTo>
                      <a:pt x="17247" y="12795"/>
                      <a:pt x="17313" y="12795"/>
                      <a:pt x="17380" y="12895"/>
                    </a:cubicBezTo>
                    <a:cubicBezTo>
                      <a:pt x="17814" y="13929"/>
                      <a:pt x="17313" y="15230"/>
                      <a:pt x="16346" y="15731"/>
                    </a:cubicBezTo>
                    <a:cubicBezTo>
                      <a:pt x="16146" y="15864"/>
                      <a:pt x="15979" y="15897"/>
                      <a:pt x="15746" y="15931"/>
                    </a:cubicBezTo>
                    <a:cubicBezTo>
                      <a:pt x="15679" y="14863"/>
                      <a:pt x="16046" y="13729"/>
                      <a:pt x="16846" y="12962"/>
                    </a:cubicBezTo>
                    <a:cubicBezTo>
                      <a:pt x="17013" y="12828"/>
                      <a:pt x="17180" y="12762"/>
                      <a:pt x="17213" y="12762"/>
                    </a:cubicBezTo>
                    <a:close/>
                    <a:moveTo>
                      <a:pt x="19515" y="15063"/>
                    </a:moveTo>
                    <a:cubicBezTo>
                      <a:pt x="19548" y="15130"/>
                      <a:pt x="19548" y="15230"/>
                      <a:pt x="19548" y="15330"/>
                    </a:cubicBezTo>
                    <a:cubicBezTo>
                      <a:pt x="19515" y="16431"/>
                      <a:pt x="19315" y="17232"/>
                      <a:pt x="18848" y="17765"/>
                    </a:cubicBezTo>
                    <a:cubicBezTo>
                      <a:pt x="18681" y="18032"/>
                      <a:pt x="18414" y="18166"/>
                      <a:pt x="18181" y="18299"/>
                    </a:cubicBezTo>
                    <a:cubicBezTo>
                      <a:pt x="18114" y="17132"/>
                      <a:pt x="18548" y="15931"/>
                      <a:pt x="19415" y="15130"/>
                    </a:cubicBezTo>
                    <a:lnTo>
                      <a:pt x="19515" y="15063"/>
                    </a:lnTo>
                    <a:close/>
                    <a:moveTo>
                      <a:pt x="2807" y="1"/>
                    </a:moveTo>
                    <a:cubicBezTo>
                      <a:pt x="2501" y="1"/>
                      <a:pt x="2188" y="71"/>
                      <a:pt x="1902" y="219"/>
                    </a:cubicBezTo>
                    <a:cubicBezTo>
                      <a:pt x="1302" y="553"/>
                      <a:pt x="802" y="1187"/>
                      <a:pt x="535" y="2054"/>
                    </a:cubicBezTo>
                    <a:cubicBezTo>
                      <a:pt x="1" y="3955"/>
                      <a:pt x="902" y="6190"/>
                      <a:pt x="2569" y="7058"/>
                    </a:cubicBezTo>
                    <a:cubicBezTo>
                      <a:pt x="3068" y="7321"/>
                      <a:pt x="3540" y="7431"/>
                      <a:pt x="4010" y="7431"/>
                    </a:cubicBezTo>
                    <a:cubicBezTo>
                      <a:pt x="4074" y="7431"/>
                      <a:pt x="4139" y="7429"/>
                      <a:pt x="4204" y="7425"/>
                    </a:cubicBezTo>
                    <a:lnTo>
                      <a:pt x="4204" y="7458"/>
                    </a:lnTo>
                    <a:cubicBezTo>
                      <a:pt x="4738" y="8559"/>
                      <a:pt x="5805" y="9259"/>
                      <a:pt x="6873" y="9393"/>
                    </a:cubicBezTo>
                    <a:cubicBezTo>
                      <a:pt x="6873" y="9426"/>
                      <a:pt x="6906" y="9459"/>
                      <a:pt x="6906" y="9526"/>
                    </a:cubicBezTo>
                    <a:cubicBezTo>
                      <a:pt x="7340" y="10593"/>
                      <a:pt x="8340" y="11394"/>
                      <a:pt x="9374" y="11561"/>
                    </a:cubicBezTo>
                    <a:cubicBezTo>
                      <a:pt x="9474" y="11794"/>
                      <a:pt x="9508" y="12028"/>
                      <a:pt x="9641" y="12261"/>
                    </a:cubicBezTo>
                    <a:cubicBezTo>
                      <a:pt x="10142" y="13362"/>
                      <a:pt x="11176" y="14096"/>
                      <a:pt x="12243" y="14263"/>
                    </a:cubicBezTo>
                    <a:cubicBezTo>
                      <a:pt x="12343" y="14696"/>
                      <a:pt x="12477" y="15097"/>
                      <a:pt x="12710" y="15464"/>
                    </a:cubicBezTo>
                    <a:cubicBezTo>
                      <a:pt x="13210" y="16298"/>
                      <a:pt x="14111" y="16798"/>
                      <a:pt x="15012" y="16898"/>
                    </a:cubicBezTo>
                    <a:cubicBezTo>
                      <a:pt x="15078" y="17265"/>
                      <a:pt x="15212" y="17632"/>
                      <a:pt x="15412" y="18032"/>
                    </a:cubicBezTo>
                    <a:cubicBezTo>
                      <a:pt x="15712" y="18533"/>
                      <a:pt x="16046" y="18899"/>
                      <a:pt x="16413" y="19100"/>
                    </a:cubicBezTo>
                    <a:cubicBezTo>
                      <a:pt x="16746" y="19266"/>
                      <a:pt x="17147" y="19366"/>
                      <a:pt x="17513" y="19366"/>
                    </a:cubicBezTo>
                    <a:cubicBezTo>
                      <a:pt x="17747" y="20134"/>
                      <a:pt x="18214" y="20767"/>
                      <a:pt x="18814" y="21101"/>
                    </a:cubicBezTo>
                    <a:cubicBezTo>
                      <a:pt x="19115" y="21268"/>
                      <a:pt x="19482" y="21368"/>
                      <a:pt x="19815" y="21368"/>
                    </a:cubicBezTo>
                    <a:cubicBezTo>
                      <a:pt x="20349" y="21368"/>
                      <a:pt x="20916" y="21101"/>
                      <a:pt x="21049" y="20767"/>
                    </a:cubicBezTo>
                    <a:cubicBezTo>
                      <a:pt x="21183" y="20567"/>
                      <a:pt x="21149" y="20300"/>
                      <a:pt x="20916" y="20167"/>
                    </a:cubicBezTo>
                    <a:cubicBezTo>
                      <a:pt x="20844" y="20131"/>
                      <a:pt x="20768" y="20112"/>
                      <a:pt x="20694" y="20112"/>
                    </a:cubicBezTo>
                    <a:cubicBezTo>
                      <a:pt x="20561" y="20112"/>
                      <a:pt x="20434" y="20172"/>
                      <a:pt x="20349" y="20300"/>
                    </a:cubicBezTo>
                    <a:cubicBezTo>
                      <a:pt x="20188" y="20562"/>
                      <a:pt x="19882" y="20678"/>
                      <a:pt x="19577" y="20678"/>
                    </a:cubicBezTo>
                    <a:cubicBezTo>
                      <a:pt x="19375" y="20678"/>
                      <a:pt x="19174" y="20627"/>
                      <a:pt x="19015" y="20534"/>
                    </a:cubicBezTo>
                    <a:cubicBezTo>
                      <a:pt x="18514" y="20234"/>
                      <a:pt x="18247" y="19733"/>
                      <a:pt x="18147" y="19300"/>
                    </a:cubicBezTo>
                    <a:cubicBezTo>
                      <a:pt x="18581" y="19133"/>
                      <a:pt x="19015" y="18866"/>
                      <a:pt x="19315" y="18466"/>
                    </a:cubicBezTo>
                    <a:cubicBezTo>
                      <a:pt x="19848" y="17799"/>
                      <a:pt x="20149" y="16831"/>
                      <a:pt x="20182" y="15564"/>
                    </a:cubicBezTo>
                    <a:cubicBezTo>
                      <a:pt x="20215" y="14897"/>
                      <a:pt x="19915" y="14430"/>
                      <a:pt x="19415" y="14396"/>
                    </a:cubicBezTo>
                    <a:cubicBezTo>
                      <a:pt x="19379" y="14390"/>
                      <a:pt x="19344" y="14387"/>
                      <a:pt x="19310" y="14387"/>
                    </a:cubicBezTo>
                    <a:cubicBezTo>
                      <a:pt x="19003" y="14387"/>
                      <a:pt x="18801" y="14640"/>
                      <a:pt x="18681" y="14730"/>
                    </a:cubicBezTo>
                    <a:cubicBezTo>
                      <a:pt x="17580" y="15731"/>
                      <a:pt x="17046" y="17232"/>
                      <a:pt x="17180" y="18666"/>
                    </a:cubicBezTo>
                    <a:cubicBezTo>
                      <a:pt x="17013" y="18633"/>
                      <a:pt x="16846" y="18599"/>
                      <a:pt x="16680" y="18499"/>
                    </a:cubicBezTo>
                    <a:cubicBezTo>
                      <a:pt x="16413" y="18332"/>
                      <a:pt x="16213" y="18099"/>
                      <a:pt x="16012" y="17732"/>
                    </a:cubicBezTo>
                    <a:cubicBezTo>
                      <a:pt x="15879" y="17465"/>
                      <a:pt x="15812" y="17232"/>
                      <a:pt x="15712" y="16965"/>
                    </a:cubicBezTo>
                    <a:cubicBezTo>
                      <a:pt x="16012" y="16931"/>
                      <a:pt x="16313" y="16831"/>
                      <a:pt x="16546" y="16731"/>
                    </a:cubicBezTo>
                    <a:cubicBezTo>
                      <a:pt x="17880" y="15997"/>
                      <a:pt x="18548" y="14263"/>
                      <a:pt x="17980" y="12828"/>
                    </a:cubicBezTo>
                    <a:cubicBezTo>
                      <a:pt x="17880" y="12628"/>
                      <a:pt x="17747" y="12395"/>
                      <a:pt x="17480" y="12228"/>
                    </a:cubicBezTo>
                    <a:cubicBezTo>
                      <a:pt x="17340" y="12153"/>
                      <a:pt x="17193" y="12115"/>
                      <a:pt x="17043" y="12115"/>
                    </a:cubicBezTo>
                    <a:cubicBezTo>
                      <a:pt x="16727" y="12115"/>
                      <a:pt x="16395" y="12279"/>
                      <a:pt x="16079" y="12595"/>
                    </a:cubicBezTo>
                    <a:cubicBezTo>
                      <a:pt x="15178" y="13496"/>
                      <a:pt x="14711" y="14830"/>
                      <a:pt x="14745" y="16131"/>
                    </a:cubicBezTo>
                    <a:cubicBezTo>
                      <a:pt x="14144" y="16064"/>
                      <a:pt x="13577" y="15664"/>
                      <a:pt x="13244" y="15163"/>
                    </a:cubicBezTo>
                    <a:cubicBezTo>
                      <a:pt x="13144" y="14930"/>
                      <a:pt x="13010" y="14663"/>
                      <a:pt x="12977" y="14396"/>
                    </a:cubicBezTo>
                    <a:lnTo>
                      <a:pt x="13477" y="14263"/>
                    </a:lnTo>
                    <a:cubicBezTo>
                      <a:pt x="14244" y="13963"/>
                      <a:pt x="14912" y="13262"/>
                      <a:pt x="15178" y="12395"/>
                    </a:cubicBezTo>
                    <a:cubicBezTo>
                      <a:pt x="15412" y="11594"/>
                      <a:pt x="15245" y="10794"/>
                      <a:pt x="14812" y="10227"/>
                    </a:cubicBezTo>
                    <a:cubicBezTo>
                      <a:pt x="14541" y="9874"/>
                      <a:pt x="14203" y="9698"/>
                      <a:pt x="13872" y="9698"/>
                    </a:cubicBezTo>
                    <a:cubicBezTo>
                      <a:pt x="13795" y="9698"/>
                      <a:pt x="13719" y="9707"/>
                      <a:pt x="13644" y="9726"/>
                    </a:cubicBezTo>
                    <a:cubicBezTo>
                      <a:pt x="13010" y="9893"/>
                      <a:pt x="12810" y="10493"/>
                      <a:pt x="12710" y="10794"/>
                    </a:cubicBezTo>
                    <a:cubicBezTo>
                      <a:pt x="12410" y="11661"/>
                      <a:pt x="12176" y="12595"/>
                      <a:pt x="12143" y="13496"/>
                    </a:cubicBezTo>
                    <a:cubicBezTo>
                      <a:pt x="11376" y="13295"/>
                      <a:pt x="10675" y="12762"/>
                      <a:pt x="10342" y="11994"/>
                    </a:cubicBezTo>
                    <a:lnTo>
                      <a:pt x="10208" y="11628"/>
                    </a:lnTo>
                    <a:cubicBezTo>
                      <a:pt x="10342" y="11628"/>
                      <a:pt x="10475" y="11594"/>
                      <a:pt x="10575" y="11561"/>
                    </a:cubicBezTo>
                    <a:cubicBezTo>
                      <a:pt x="11342" y="11294"/>
                      <a:pt x="11976" y="10593"/>
                      <a:pt x="12176" y="9726"/>
                    </a:cubicBezTo>
                    <a:cubicBezTo>
                      <a:pt x="12376" y="8959"/>
                      <a:pt x="12176" y="8158"/>
                      <a:pt x="11676" y="7658"/>
                    </a:cubicBezTo>
                    <a:cubicBezTo>
                      <a:pt x="11576" y="7558"/>
                      <a:pt x="11476" y="7425"/>
                      <a:pt x="11242" y="7391"/>
                    </a:cubicBezTo>
                    <a:cubicBezTo>
                      <a:pt x="11167" y="7366"/>
                      <a:pt x="11093" y="7354"/>
                      <a:pt x="11020" y="7354"/>
                    </a:cubicBezTo>
                    <a:cubicBezTo>
                      <a:pt x="10705" y="7354"/>
                      <a:pt x="10412" y="7579"/>
                      <a:pt x="10142" y="7958"/>
                    </a:cubicBezTo>
                    <a:cubicBezTo>
                      <a:pt x="9574" y="8826"/>
                      <a:pt x="9308" y="9793"/>
                      <a:pt x="9308" y="10760"/>
                    </a:cubicBezTo>
                    <a:cubicBezTo>
                      <a:pt x="8640" y="10560"/>
                      <a:pt x="8040" y="10060"/>
                      <a:pt x="7740" y="9426"/>
                    </a:cubicBezTo>
                    <a:cubicBezTo>
                      <a:pt x="7840" y="9426"/>
                      <a:pt x="7873" y="9393"/>
                      <a:pt x="7907" y="9393"/>
                    </a:cubicBezTo>
                    <a:cubicBezTo>
                      <a:pt x="8674" y="9159"/>
                      <a:pt x="9374" y="8625"/>
                      <a:pt x="9741" y="7892"/>
                    </a:cubicBezTo>
                    <a:cubicBezTo>
                      <a:pt x="10075" y="7224"/>
                      <a:pt x="10175" y="6424"/>
                      <a:pt x="9875" y="5790"/>
                    </a:cubicBezTo>
                    <a:cubicBezTo>
                      <a:pt x="9674" y="5302"/>
                      <a:pt x="9201" y="4889"/>
                      <a:pt x="8670" y="4889"/>
                    </a:cubicBezTo>
                    <a:cubicBezTo>
                      <a:pt x="8584" y="4889"/>
                      <a:pt x="8496" y="4899"/>
                      <a:pt x="8407" y="4923"/>
                    </a:cubicBezTo>
                    <a:cubicBezTo>
                      <a:pt x="8140" y="4989"/>
                      <a:pt x="7907" y="5223"/>
                      <a:pt x="7740" y="5423"/>
                    </a:cubicBezTo>
                    <a:cubicBezTo>
                      <a:pt x="7006" y="6390"/>
                      <a:pt x="6639" y="7491"/>
                      <a:pt x="6706" y="8559"/>
                    </a:cubicBezTo>
                    <a:cubicBezTo>
                      <a:pt x="6005" y="8392"/>
                      <a:pt x="5371" y="7892"/>
                      <a:pt x="5005" y="7258"/>
                    </a:cubicBezTo>
                    <a:cubicBezTo>
                      <a:pt x="5705" y="6924"/>
                      <a:pt x="6205" y="6290"/>
                      <a:pt x="6672" y="5657"/>
                    </a:cubicBezTo>
                    <a:cubicBezTo>
                      <a:pt x="7006" y="5156"/>
                      <a:pt x="7406" y="4556"/>
                      <a:pt x="7473" y="3822"/>
                    </a:cubicBezTo>
                    <a:cubicBezTo>
                      <a:pt x="7506" y="3055"/>
                      <a:pt x="7039" y="2154"/>
                      <a:pt x="6172" y="2054"/>
                    </a:cubicBezTo>
                    <a:cubicBezTo>
                      <a:pt x="6097" y="2040"/>
                      <a:pt x="6021" y="2033"/>
                      <a:pt x="5946" y="2033"/>
                    </a:cubicBezTo>
                    <a:cubicBezTo>
                      <a:pt x="5317" y="2033"/>
                      <a:pt x="4691" y="2518"/>
                      <a:pt x="4304" y="3322"/>
                    </a:cubicBezTo>
                    <a:cubicBezTo>
                      <a:pt x="3804" y="4422"/>
                      <a:pt x="3637" y="5590"/>
                      <a:pt x="3870" y="6624"/>
                    </a:cubicBezTo>
                    <a:cubicBezTo>
                      <a:pt x="3537" y="6591"/>
                      <a:pt x="3237" y="6491"/>
                      <a:pt x="2903" y="6324"/>
                    </a:cubicBezTo>
                    <a:cubicBezTo>
                      <a:pt x="1535" y="5623"/>
                      <a:pt x="835" y="3822"/>
                      <a:pt x="1302" y="2288"/>
                    </a:cubicBezTo>
                    <a:cubicBezTo>
                      <a:pt x="1402" y="1921"/>
                      <a:pt x="1669" y="1253"/>
                      <a:pt x="2236" y="953"/>
                    </a:cubicBezTo>
                    <a:cubicBezTo>
                      <a:pt x="2407" y="874"/>
                      <a:pt x="2610" y="832"/>
                      <a:pt x="2807" y="832"/>
                    </a:cubicBezTo>
                    <a:cubicBezTo>
                      <a:pt x="3108" y="832"/>
                      <a:pt x="3396" y="931"/>
                      <a:pt x="3537" y="1153"/>
                    </a:cubicBezTo>
                    <a:cubicBezTo>
                      <a:pt x="3619" y="1297"/>
                      <a:pt x="3739" y="1365"/>
                      <a:pt x="3873" y="1365"/>
                    </a:cubicBezTo>
                    <a:cubicBezTo>
                      <a:pt x="3957" y="1365"/>
                      <a:pt x="4047" y="1338"/>
                      <a:pt x="4137" y="1287"/>
                    </a:cubicBezTo>
                    <a:cubicBezTo>
                      <a:pt x="4337" y="1153"/>
                      <a:pt x="4371" y="920"/>
                      <a:pt x="4237" y="720"/>
                    </a:cubicBezTo>
                    <a:cubicBezTo>
                      <a:pt x="3952" y="259"/>
                      <a:pt x="3393" y="1"/>
                      <a:pt x="28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g2add70145f9_1_43"/>
              <p:cNvSpPr/>
              <p:nvPr/>
            </p:nvSpPr>
            <p:spPr>
              <a:xfrm>
                <a:off x="3564308" y="3995058"/>
                <a:ext cx="109793" cy="81245"/>
              </a:xfrm>
              <a:custGeom>
                <a:avLst/>
                <a:gdLst/>
                <a:ahLst/>
                <a:cxnLst/>
                <a:rect l="l" t="t" r="r" b="b"/>
                <a:pathLst>
                  <a:path w="6138" h="4542" extrusionOk="0">
                    <a:moveTo>
                      <a:pt x="5659" y="0"/>
                    </a:moveTo>
                    <a:cubicBezTo>
                      <a:pt x="5578" y="0"/>
                      <a:pt x="5499" y="22"/>
                      <a:pt x="5437" y="71"/>
                    </a:cubicBezTo>
                    <a:lnTo>
                      <a:pt x="234" y="3774"/>
                    </a:lnTo>
                    <a:cubicBezTo>
                      <a:pt x="67" y="3907"/>
                      <a:pt x="0" y="4174"/>
                      <a:pt x="134" y="4374"/>
                    </a:cubicBezTo>
                    <a:cubicBezTo>
                      <a:pt x="234" y="4508"/>
                      <a:pt x="334" y="4541"/>
                      <a:pt x="467" y="4541"/>
                    </a:cubicBezTo>
                    <a:cubicBezTo>
                      <a:pt x="567" y="4541"/>
                      <a:pt x="634" y="4541"/>
                      <a:pt x="734" y="4441"/>
                    </a:cubicBezTo>
                    <a:lnTo>
                      <a:pt x="5938" y="739"/>
                    </a:lnTo>
                    <a:cubicBezTo>
                      <a:pt x="6105" y="605"/>
                      <a:pt x="6138" y="372"/>
                      <a:pt x="6005" y="171"/>
                    </a:cubicBezTo>
                    <a:cubicBezTo>
                      <a:pt x="5941" y="66"/>
                      <a:pt x="5798" y="0"/>
                      <a:pt x="56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2add70145f9_1_43"/>
              <p:cNvSpPr/>
              <p:nvPr/>
            </p:nvSpPr>
            <p:spPr>
              <a:xfrm>
                <a:off x="3584003" y="4001014"/>
                <a:ext cx="119345" cy="92586"/>
              </a:xfrm>
              <a:custGeom>
                <a:avLst/>
                <a:gdLst/>
                <a:ahLst/>
                <a:cxnLst/>
                <a:rect l="l" t="t" r="r" b="b"/>
                <a:pathLst>
                  <a:path w="6672" h="5176" extrusionOk="0">
                    <a:moveTo>
                      <a:pt x="6184" y="1"/>
                    </a:moveTo>
                    <a:cubicBezTo>
                      <a:pt x="6107" y="1"/>
                      <a:pt x="6032" y="23"/>
                      <a:pt x="5971" y="72"/>
                    </a:cubicBezTo>
                    <a:lnTo>
                      <a:pt x="200" y="4408"/>
                    </a:lnTo>
                    <a:cubicBezTo>
                      <a:pt x="33" y="4542"/>
                      <a:pt x="0" y="4842"/>
                      <a:pt x="133" y="5009"/>
                    </a:cubicBezTo>
                    <a:cubicBezTo>
                      <a:pt x="200" y="5142"/>
                      <a:pt x="334" y="5176"/>
                      <a:pt x="467" y="5176"/>
                    </a:cubicBezTo>
                    <a:cubicBezTo>
                      <a:pt x="534" y="5176"/>
                      <a:pt x="634" y="5176"/>
                      <a:pt x="701" y="5076"/>
                    </a:cubicBezTo>
                    <a:lnTo>
                      <a:pt x="6471" y="739"/>
                    </a:lnTo>
                    <a:cubicBezTo>
                      <a:pt x="6638" y="606"/>
                      <a:pt x="6671" y="339"/>
                      <a:pt x="6538" y="172"/>
                    </a:cubicBezTo>
                    <a:cubicBezTo>
                      <a:pt x="6454" y="66"/>
                      <a:pt x="6316" y="1"/>
                      <a:pt x="61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g2add70145f9_1_43"/>
              <p:cNvSpPr/>
              <p:nvPr/>
            </p:nvSpPr>
            <p:spPr>
              <a:xfrm>
                <a:off x="3625164" y="4052602"/>
                <a:ext cx="117575" cy="94696"/>
              </a:xfrm>
              <a:custGeom>
                <a:avLst/>
                <a:gdLst/>
                <a:ahLst/>
                <a:cxnLst/>
                <a:rect l="l" t="t" r="r" b="b"/>
                <a:pathLst>
                  <a:path w="6573" h="5294" extrusionOk="0">
                    <a:moveTo>
                      <a:pt x="6098" y="0"/>
                    </a:moveTo>
                    <a:cubicBezTo>
                      <a:pt x="6015" y="0"/>
                      <a:pt x="5934" y="19"/>
                      <a:pt x="5872" y="57"/>
                    </a:cubicBezTo>
                    <a:cubicBezTo>
                      <a:pt x="3937" y="1524"/>
                      <a:pt x="2035" y="3025"/>
                      <a:pt x="167" y="4527"/>
                    </a:cubicBezTo>
                    <a:cubicBezTo>
                      <a:pt x="1" y="4660"/>
                      <a:pt x="1" y="4960"/>
                      <a:pt x="101" y="5127"/>
                    </a:cubicBezTo>
                    <a:cubicBezTo>
                      <a:pt x="201" y="5260"/>
                      <a:pt x="334" y="5294"/>
                      <a:pt x="434" y="5294"/>
                    </a:cubicBezTo>
                    <a:cubicBezTo>
                      <a:pt x="534" y="5294"/>
                      <a:pt x="668" y="5260"/>
                      <a:pt x="701" y="5160"/>
                    </a:cubicBezTo>
                    <a:cubicBezTo>
                      <a:pt x="2536" y="3659"/>
                      <a:pt x="4437" y="2158"/>
                      <a:pt x="6372" y="724"/>
                    </a:cubicBezTo>
                    <a:cubicBezTo>
                      <a:pt x="6539" y="624"/>
                      <a:pt x="6572" y="324"/>
                      <a:pt x="6439" y="157"/>
                    </a:cubicBezTo>
                    <a:cubicBezTo>
                      <a:pt x="6376" y="53"/>
                      <a:pt x="6235" y="0"/>
                      <a:pt x="60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add70145f9_1_43"/>
              <p:cNvSpPr/>
              <p:nvPr/>
            </p:nvSpPr>
            <p:spPr>
              <a:xfrm>
                <a:off x="3515973" y="4049562"/>
                <a:ext cx="29246" cy="76863"/>
              </a:xfrm>
              <a:custGeom>
                <a:avLst/>
                <a:gdLst/>
                <a:ahLst/>
                <a:cxnLst/>
                <a:rect l="l" t="t" r="r" b="b"/>
                <a:pathLst>
                  <a:path w="1635" h="4297" extrusionOk="0">
                    <a:moveTo>
                      <a:pt x="1109" y="1"/>
                    </a:moveTo>
                    <a:cubicBezTo>
                      <a:pt x="956" y="1"/>
                      <a:pt x="808" y="70"/>
                      <a:pt x="734" y="193"/>
                    </a:cubicBezTo>
                    <a:cubicBezTo>
                      <a:pt x="601" y="360"/>
                      <a:pt x="601" y="627"/>
                      <a:pt x="734" y="794"/>
                    </a:cubicBezTo>
                    <a:cubicBezTo>
                      <a:pt x="667" y="1661"/>
                      <a:pt x="601" y="2495"/>
                      <a:pt x="501" y="3362"/>
                    </a:cubicBezTo>
                    <a:cubicBezTo>
                      <a:pt x="367" y="3429"/>
                      <a:pt x="267" y="3496"/>
                      <a:pt x="167" y="3596"/>
                    </a:cubicBezTo>
                    <a:cubicBezTo>
                      <a:pt x="0" y="3763"/>
                      <a:pt x="34" y="3996"/>
                      <a:pt x="200" y="4163"/>
                    </a:cubicBezTo>
                    <a:cubicBezTo>
                      <a:pt x="278" y="4221"/>
                      <a:pt x="378" y="4257"/>
                      <a:pt x="475" y="4257"/>
                    </a:cubicBezTo>
                    <a:cubicBezTo>
                      <a:pt x="544" y="4257"/>
                      <a:pt x="612" y="4238"/>
                      <a:pt x="667" y="4196"/>
                    </a:cubicBezTo>
                    <a:cubicBezTo>
                      <a:pt x="768" y="4263"/>
                      <a:pt x="801" y="4263"/>
                      <a:pt x="868" y="4263"/>
                    </a:cubicBezTo>
                    <a:cubicBezTo>
                      <a:pt x="934" y="4263"/>
                      <a:pt x="968" y="4263"/>
                      <a:pt x="1068" y="4296"/>
                    </a:cubicBezTo>
                    <a:cubicBezTo>
                      <a:pt x="1235" y="4196"/>
                      <a:pt x="1335" y="4096"/>
                      <a:pt x="1335" y="3929"/>
                    </a:cubicBezTo>
                    <a:cubicBezTo>
                      <a:pt x="1435" y="2829"/>
                      <a:pt x="1501" y="1694"/>
                      <a:pt x="1601" y="627"/>
                    </a:cubicBezTo>
                    <a:cubicBezTo>
                      <a:pt x="1635" y="193"/>
                      <a:pt x="1335" y="93"/>
                      <a:pt x="1268" y="27"/>
                    </a:cubicBezTo>
                    <a:cubicBezTo>
                      <a:pt x="1216" y="9"/>
                      <a:pt x="1162" y="1"/>
                      <a:pt x="1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2add70145f9_1_43"/>
              <p:cNvSpPr/>
              <p:nvPr/>
            </p:nvSpPr>
            <p:spPr>
              <a:xfrm>
                <a:off x="3570265" y="4120433"/>
                <a:ext cx="25686" cy="69833"/>
              </a:xfrm>
              <a:custGeom>
                <a:avLst/>
                <a:gdLst/>
                <a:ahLst/>
                <a:cxnLst/>
                <a:rect l="l" t="t" r="r" b="b"/>
                <a:pathLst>
                  <a:path w="1436" h="3904" extrusionOk="0">
                    <a:moveTo>
                      <a:pt x="968" y="1"/>
                    </a:moveTo>
                    <a:cubicBezTo>
                      <a:pt x="735" y="1"/>
                      <a:pt x="568" y="167"/>
                      <a:pt x="568" y="401"/>
                    </a:cubicBezTo>
                    <a:cubicBezTo>
                      <a:pt x="601" y="1235"/>
                      <a:pt x="601" y="2069"/>
                      <a:pt x="568" y="2903"/>
                    </a:cubicBezTo>
                    <a:cubicBezTo>
                      <a:pt x="544" y="2899"/>
                      <a:pt x="520" y="2898"/>
                      <a:pt x="497" y="2898"/>
                    </a:cubicBezTo>
                    <a:cubicBezTo>
                      <a:pt x="295" y="2898"/>
                      <a:pt x="127" y="3023"/>
                      <a:pt x="68" y="3203"/>
                    </a:cubicBezTo>
                    <a:cubicBezTo>
                      <a:pt x="1" y="3470"/>
                      <a:pt x="134" y="3670"/>
                      <a:pt x="334" y="3737"/>
                    </a:cubicBezTo>
                    <a:lnTo>
                      <a:pt x="835" y="3903"/>
                    </a:lnTo>
                    <a:lnTo>
                      <a:pt x="968" y="3903"/>
                    </a:lnTo>
                    <a:cubicBezTo>
                      <a:pt x="1068" y="3903"/>
                      <a:pt x="1135" y="3870"/>
                      <a:pt x="1168" y="3837"/>
                    </a:cubicBezTo>
                    <a:cubicBezTo>
                      <a:pt x="1268" y="3737"/>
                      <a:pt x="1335" y="3637"/>
                      <a:pt x="1335" y="3503"/>
                    </a:cubicBezTo>
                    <a:cubicBezTo>
                      <a:pt x="1402" y="2502"/>
                      <a:pt x="1435" y="1468"/>
                      <a:pt x="1402" y="401"/>
                    </a:cubicBezTo>
                    <a:cubicBezTo>
                      <a:pt x="1402" y="167"/>
                      <a:pt x="1235" y="1"/>
                      <a:pt x="9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2add70145f9_1_43"/>
              <p:cNvSpPr/>
              <p:nvPr/>
            </p:nvSpPr>
            <p:spPr>
              <a:xfrm>
                <a:off x="3686038" y="4105478"/>
                <a:ext cx="121724" cy="93140"/>
              </a:xfrm>
              <a:custGeom>
                <a:avLst/>
                <a:gdLst/>
                <a:ahLst/>
                <a:cxnLst/>
                <a:rect l="l" t="t" r="r" b="b"/>
                <a:pathLst>
                  <a:path w="6805" h="5207" extrusionOk="0">
                    <a:moveTo>
                      <a:pt x="6324" y="0"/>
                    </a:moveTo>
                    <a:cubicBezTo>
                      <a:pt x="6250" y="0"/>
                      <a:pt x="6175" y="22"/>
                      <a:pt x="6104" y="69"/>
                    </a:cubicBezTo>
                    <a:cubicBezTo>
                      <a:pt x="4036" y="1370"/>
                      <a:pt x="2035" y="2871"/>
                      <a:pt x="200" y="4506"/>
                    </a:cubicBezTo>
                    <a:cubicBezTo>
                      <a:pt x="33" y="4673"/>
                      <a:pt x="0" y="4906"/>
                      <a:pt x="167" y="5073"/>
                    </a:cubicBezTo>
                    <a:cubicBezTo>
                      <a:pt x="200" y="5173"/>
                      <a:pt x="334" y="5206"/>
                      <a:pt x="467" y="5206"/>
                    </a:cubicBezTo>
                    <a:cubicBezTo>
                      <a:pt x="601" y="5206"/>
                      <a:pt x="667" y="5173"/>
                      <a:pt x="767" y="5140"/>
                    </a:cubicBezTo>
                    <a:cubicBezTo>
                      <a:pt x="2535" y="3539"/>
                      <a:pt x="4503" y="2071"/>
                      <a:pt x="6538" y="803"/>
                    </a:cubicBezTo>
                    <a:cubicBezTo>
                      <a:pt x="6772" y="670"/>
                      <a:pt x="6805" y="403"/>
                      <a:pt x="6672" y="203"/>
                    </a:cubicBezTo>
                    <a:cubicBezTo>
                      <a:pt x="6585" y="74"/>
                      <a:pt x="6457" y="0"/>
                      <a:pt x="63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g2add70145f9_1_43"/>
              <p:cNvSpPr/>
              <p:nvPr/>
            </p:nvSpPr>
            <p:spPr>
              <a:xfrm>
                <a:off x="3696771" y="4167102"/>
                <a:ext cx="65647" cy="53001"/>
              </a:xfrm>
              <a:custGeom>
                <a:avLst/>
                <a:gdLst/>
                <a:ahLst/>
                <a:cxnLst/>
                <a:rect l="l" t="t" r="r" b="b"/>
                <a:pathLst>
                  <a:path w="3670" h="2963" extrusionOk="0">
                    <a:moveTo>
                      <a:pt x="3214" y="1"/>
                    </a:moveTo>
                    <a:cubicBezTo>
                      <a:pt x="3113" y="1"/>
                      <a:pt x="3011" y="34"/>
                      <a:pt x="2936" y="94"/>
                    </a:cubicBezTo>
                    <a:lnTo>
                      <a:pt x="201" y="2228"/>
                    </a:lnTo>
                    <a:cubicBezTo>
                      <a:pt x="1" y="2362"/>
                      <a:pt x="1" y="2629"/>
                      <a:pt x="101" y="2796"/>
                    </a:cubicBezTo>
                    <a:cubicBezTo>
                      <a:pt x="201" y="2929"/>
                      <a:pt x="334" y="2962"/>
                      <a:pt x="434" y="2962"/>
                    </a:cubicBezTo>
                    <a:cubicBezTo>
                      <a:pt x="534" y="2962"/>
                      <a:pt x="601" y="2962"/>
                      <a:pt x="701" y="2896"/>
                    </a:cubicBezTo>
                    <a:lnTo>
                      <a:pt x="3436" y="761"/>
                    </a:lnTo>
                    <a:cubicBezTo>
                      <a:pt x="3670" y="627"/>
                      <a:pt x="3670" y="327"/>
                      <a:pt x="3536" y="160"/>
                    </a:cubicBezTo>
                    <a:cubicBezTo>
                      <a:pt x="3463" y="50"/>
                      <a:pt x="3339" y="1"/>
                      <a:pt x="32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2add70145f9_1_43"/>
              <p:cNvSpPr/>
              <p:nvPr/>
            </p:nvSpPr>
            <p:spPr>
              <a:xfrm>
                <a:off x="3757628" y="4158158"/>
                <a:ext cx="105644" cy="85806"/>
              </a:xfrm>
              <a:custGeom>
                <a:avLst/>
                <a:gdLst/>
                <a:ahLst/>
                <a:cxnLst/>
                <a:rect l="l" t="t" r="r" b="b"/>
                <a:pathLst>
                  <a:path w="5906" h="4797" extrusionOk="0">
                    <a:moveTo>
                      <a:pt x="5450" y="0"/>
                    </a:moveTo>
                    <a:cubicBezTo>
                      <a:pt x="5348" y="0"/>
                      <a:pt x="5246" y="33"/>
                      <a:pt x="5171" y="93"/>
                    </a:cubicBezTo>
                    <a:lnTo>
                      <a:pt x="201" y="4063"/>
                    </a:lnTo>
                    <a:cubicBezTo>
                      <a:pt x="1" y="4163"/>
                      <a:pt x="1" y="4463"/>
                      <a:pt x="134" y="4630"/>
                    </a:cubicBezTo>
                    <a:cubicBezTo>
                      <a:pt x="234" y="4763"/>
                      <a:pt x="335" y="4797"/>
                      <a:pt x="468" y="4797"/>
                    </a:cubicBezTo>
                    <a:cubicBezTo>
                      <a:pt x="535" y="4797"/>
                      <a:pt x="635" y="4797"/>
                      <a:pt x="701" y="4730"/>
                    </a:cubicBezTo>
                    <a:lnTo>
                      <a:pt x="5672" y="760"/>
                    </a:lnTo>
                    <a:cubicBezTo>
                      <a:pt x="5905" y="627"/>
                      <a:pt x="5905" y="327"/>
                      <a:pt x="5772" y="160"/>
                    </a:cubicBezTo>
                    <a:cubicBezTo>
                      <a:pt x="5698" y="50"/>
                      <a:pt x="5574" y="0"/>
                      <a:pt x="54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2add70145f9_1_43"/>
              <p:cNvSpPr/>
              <p:nvPr/>
            </p:nvSpPr>
            <p:spPr>
              <a:xfrm>
                <a:off x="3773155" y="4207707"/>
                <a:ext cx="79975" cy="61318"/>
              </a:xfrm>
              <a:custGeom>
                <a:avLst/>
                <a:gdLst/>
                <a:ahLst/>
                <a:cxnLst/>
                <a:rect l="l" t="t" r="r" b="b"/>
                <a:pathLst>
                  <a:path w="4471" h="3428" extrusionOk="0">
                    <a:moveTo>
                      <a:pt x="4020" y="0"/>
                    </a:moveTo>
                    <a:cubicBezTo>
                      <a:pt x="3920" y="0"/>
                      <a:pt x="3820" y="42"/>
                      <a:pt x="3736" y="125"/>
                    </a:cubicBezTo>
                    <a:cubicBezTo>
                      <a:pt x="2669" y="1093"/>
                      <a:pt x="1568" y="1960"/>
                      <a:pt x="300" y="2627"/>
                    </a:cubicBezTo>
                    <a:cubicBezTo>
                      <a:pt x="100" y="2760"/>
                      <a:pt x="0" y="2994"/>
                      <a:pt x="134" y="3194"/>
                    </a:cubicBezTo>
                    <a:cubicBezTo>
                      <a:pt x="234" y="3328"/>
                      <a:pt x="334" y="3428"/>
                      <a:pt x="501" y="3428"/>
                    </a:cubicBezTo>
                    <a:cubicBezTo>
                      <a:pt x="601" y="3428"/>
                      <a:pt x="667" y="3361"/>
                      <a:pt x="734" y="3361"/>
                    </a:cubicBezTo>
                    <a:cubicBezTo>
                      <a:pt x="2002" y="2627"/>
                      <a:pt x="3236" y="1760"/>
                      <a:pt x="4303" y="692"/>
                    </a:cubicBezTo>
                    <a:cubicBezTo>
                      <a:pt x="4470" y="526"/>
                      <a:pt x="4470" y="292"/>
                      <a:pt x="4303" y="125"/>
                    </a:cubicBezTo>
                    <a:cubicBezTo>
                      <a:pt x="4220" y="42"/>
                      <a:pt x="4120" y="0"/>
                      <a:pt x="402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06" name="Google Shape;206;g2add70145f9_1_43"/>
          <p:cNvGrpSpPr/>
          <p:nvPr/>
        </p:nvGrpSpPr>
        <p:grpSpPr>
          <a:xfrm rot="-9831542">
            <a:off x="3524998" y="394489"/>
            <a:ext cx="245184" cy="151282"/>
            <a:chOff x="1275018" y="1579954"/>
            <a:chExt cx="197169" cy="121656"/>
          </a:xfrm>
        </p:grpSpPr>
        <p:sp>
          <p:nvSpPr>
            <p:cNvPr id="207" name="Google Shape;207;g2add70145f9_1_43"/>
            <p:cNvSpPr/>
            <p:nvPr/>
          </p:nvSpPr>
          <p:spPr>
            <a:xfrm>
              <a:off x="1275018" y="1645283"/>
              <a:ext cx="175518" cy="56327"/>
            </a:xfrm>
            <a:custGeom>
              <a:avLst/>
              <a:gdLst/>
              <a:ahLst/>
              <a:cxnLst/>
              <a:rect l="l" t="t" r="r" b="b"/>
              <a:pathLst>
                <a:path w="7840" h="2516" extrusionOk="0">
                  <a:moveTo>
                    <a:pt x="7123" y="1"/>
                  </a:moveTo>
                  <a:cubicBezTo>
                    <a:pt x="7022" y="1"/>
                    <a:pt x="6924" y="27"/>
                    <a:pt x="6839" y="80"/>
                  </a:cubicBezTo>
                  <a:cubicBezTo>
                    <a:pt x="5441" y="857"/>
                    <a:pt x="3802" y="1292"/>
                    <a:pt x="2171" y="1292"/>
                  </a:cubicBezTo>
                  <a:cubicBezTo>
                    <a:pt x="1701" y="1292"/>
                    <a:pt x="1231" y="1255"/>
                    <a:pt x="768" y="1181"/>
                  </a:cubicBezTo>
                  <a:cubicBezTo>
                    <a:pt x="719" y="1166"/>
                    <a:pt x="671" y="1159"/>
                    <a:pt x="624" y="1159"/>
                  </a:cubicBezTo>
                  <a:cubicBezTo>
                    <a:pt x="344" y="1159"/>
                    <a:pt x="96" y="1396"/>
                    <a:pt x="67" y="1681"/>
                  </a:cubicBezTo>
                  <a:cubicBezTo>
                    <a:pt x="1" y="2015"/>
                    <a:pt x="234" y="2348"/>
                    <a:pt x="568" y="2382"/>
                  </a:cubicBezTo>
                  <a:cubicBezTo>
                    <a:pt x="1101" y="2482"/>
                    <a:pt x="1702" y="2515"/>
                    <a:pt x="2235" y="2515"/>
                  </a:cubicBezTo>
                  <a:cubicBezTo>
                    <a:pt x="4037" y="2515"/>
                    <a:pt x="5838" y="2048"/>
                    <a:pt x="7406" y="1181"/>
                  </a:cubicBezTo>
                  <a:cubicBezTo>
                    <a:pt x="7739" y="1014"/>
                    <a:pt x="7839" y="647"/>
                    <a:pt x="7673" y="347"/>
                  </a:cubicBezTo>
                  <a:cubicBezTo>
                    <a:pt x="7559" y="120"/>
                    <a:pt x="7337" y="1"/>
                    <a:pt x="7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g2add70145f9_1_43"/>
            <p:cNvSpPr/>
            <p:nvPr/>
          </p:nvSpPr>
          <p:spPr>
            <a:xfrm>
              <a:off x="1354921" y="1579954"/>
              <a:ext cx="117266" cy="55924"/>
            </a:xfrm>
            <a:custGeom>
              <a:avLst/>
              <a:gdLst/>
              <a:ahLst/>
              <a:cxnLst/>
              <a:rect l="l" t="t" r="r" b="b"/>
              <a:pathLst>
                <a:path w="5238" h="2498" extrusionOk="0">
                  <a:moveTo>
                    <a:pt x="4547" y="1"/>
                  </a:moveTo>
                  <a:cubicBezTo>
                    <a:pt x="4407" y="1"/>
                    <a:pt x="4270" y="43"/>
                    <a:pt x="4170" y="129"/>
                  </a:cubicBezTo>
                  <a:cubicBezTo>
                    <a:pt x="3272" y="872"/>
                    <a:pt x="2087" y="1271"/>
                    <a:pt x="935" y="1271"/>
                  </a:cubicBezTo>
                  <a:cubicBezTo>
                    <a:pt x="845" y="1271"/>
                    <a:pt x="757" y="1268"/>
                    <a:pt x="668" y="1263"/>
                  </a:cubicBezTo>
                  <a:cubicBezTo>
                    <a:pt x="334" y="1263"/>
                    <a:pt x="34" y="1497"/>
                    <a:pt x="1" y="1830"/>
                  </a:cubicBezTo>
                  <a:cubicBezTo>
                    <a:pt x="1" y="2164"/>
                    <a:pt x="268" y="2464"/>
                    <a:pt x="601" y="2498"/>
                  </a:cubicBezTo>
                  <a:lnTo>
                    <a:pt x="1001" y="2498"/>
                  </a:lnTo>
                  <a:cubicBezTo>
                    <a:pt x="2436" y="2498"/>
                    <a:pt x="3837" y="1997"/>
                    <a:pt x="4971" y="1097"/>
                  </a:cubicBezTo>
                  <a:cubicBezTo>
                    <a:pt x="5204" y="896"/>
                    <a:pt x="5238" y="463"/>
                    <a:pt x="5038" y="229"/>
                  </a:cubicBezTo>
                  <a:cubicBezTo>
                    <a:pt x="4923" y="77"/>
                    <a:pt x="4733" y="1"/>
                    <a:pt x="45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09"/>
        <p:cNvGrpSpPr/>
        <p:nvPr/>
      </p:nvGrpSpPr>
      <p:grpSpPr>
        <a:xfrm>
          <a:off x="0" y="0"/>
          <a:ext cx="0" cy="0"/>
          <a:chOff x="0" y="0"/>
          <a:chExt cx="0" cy="0"/>
        </a:xfrm>
      </p:grpSpPr>
      <p:sp>
        <p:nvSpPr>
          <p:cNvPr id="210" name="Google Shape;210;g2add70145f9_1_7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11" name="Google Shape;211;g2add70145f9_1_72"/>
          <p:cNvSpPr txBox="1">
            <a:spLocks noGrp="1"/>
          </p:cNvSpPr>
          <p:nvPr>
            <p:ph type="subTitle" idx="1"/>
          </p:nvPr>
        </p:nvSpPr>
        <p:spPr>
          <a:xfrm>
            <a:off x="714975" y="1950075"/>
            <a:ext cx="2180400" cy="708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a:buNone/>
              <a:defRPr sz="1800" b="1">
                <a:solidFill>
                  <a:schemeClr val="dk1"/>
                </a:solidFill>
                <a:latin typeface="Finlandica"/>
                <a:ea typeface="Finlandica"/>
                <a:cs typeface="Finlandica"/>
                <a:sym typeface="Finlandic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12" name="Google Shape;212;g2add70145f9_1_72"/>
          <p:cNvSpPr txBox="1">
            <a:spLocks noGrp="1"/>
          </p:cNvSpPr>
          <p:nvPr>
            <p:ph type="subTitle" idx="2"/>
          </p:nvPr>
        </p:nvSpPr>
        <p:spPr>
          <a:xfrm>
            <a:off x="714975" y="2740325"/>
            <a:ext cx="2180400" cy="94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13" name="Google Shape;213;g2add70145f9_1_72"/>
          <p:cNvSpPr txBox="1">
            <a:spLocks noGrp="1"/>
          </p:cNvSpPr>
          <p:nvPr>
            <p:ph type="subTitle" idx="3"/>
          </p:nvPr>
        </p:nvSpPr>
        <p:spPr>
          <a:xfrm>
            <a:off x="3481800" y="2740325"/>
            <a:ext cx="2180400" cy="94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14" name="Google Shape;214;g2add70145f9_1_72"/>
          <p:cNvSpPr txBox="1">
            <a:spLocks noGrp="1"/>
          </p:cNvSpPr>
          <p:nvPr>
            <p:ph type="subTitle" idx="4"/>
          </p:nvPr>
        </p:nvSpPr>
        <p:spPr>
          <a:xfrm>
            <a:off x="6248625" y="2740325"/>
            <a:ext cx="2180400" cy="94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15" name="Google Shape;215;g2add70145f9_1_72"/>
          <p:cNvSpPr txBox="1">
            <a:spLocks noGrp="1"/>
          </p:cNvSpPr>
          <p:nvPr>
            <p:ph type="subTitle" idx="5"/>
          </p:nvPr>
        </p:nvSpPr>
        <p:spPr>
          <a:xfrm>
            <a:off x="3481788" y="1950075"/>
            <a:ext cx="2180400" cy="708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a:buNone/>
              <a:defRPr sz="1800" b="1">
                <a:solidFill>
                  <a:schemeClr val="dk1"/>
                </a:solidFill>
                <a:latin typeface="Finlandica"/>
                <a:ea typeface="Finlandica"/>
                <a:cs typeface="Finlandica"/>
                <a:sym typeface="Finlandic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16" name="Google Shape;216;g2add70145f9_1_72"/>
          <p:cNvSpPr txBox="1">
            <a:spLocks noGrp="1"/>
          </p:cNvSpPr>
          <p:nvPr>
            <p:ph type="subTitle" idx="6"/>
          </p:nvPr>
        </p:nvSpPr>
        <p:spPr>
          <a:xfrm>
            <a:off x="6248625" y="1950075"/>
            <a:ext cx="2180400" cy="708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a:buNone/>
              <a:defRPr sz="1800" b="1">
                <a:solidFill>
                  <a:schemeClr val="dk1"/>
                </a:solidFill>
                <a:latin typeface="Finlandica"/>
                <a:ea typeface="Finlandica"/>
                <a:cs typeface="Finlandica"/>
                <a:sym typeface="Finlandic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17" name="Google Shape;217;g2add70145f9_1_72"/>
          <p:cNvSpPr/>
          <p:nvPr/>
        </p:nvSpPr>
        <p:spPr>
          <a:xfrm>
            <a:off x="289819" y="4362174"/>
            <a:ext cx="298841" cy="297706"/>
          </a:xfrm>
          <a:custGeom>
            <a:avLst/>
            <a:gdLst/>
            <a:ahLst/>
            <a:cxnLst/>
            <a:rect l="l" t="t" r="r" b="b"/>
            <a:pathLst>
              <a:path w="8273" h="8241" extrusionOk="0">
                <a:moveTo>
                  <a:pt x="4136" y="1"/>
                </a:moveTo>
                <a:cubicBezTo>
                  <a:pt x="4136" y="2269"/>
                  <a:pt x="2302" y="4137"/>
                  <a:pt x="0" y="4137"/>
                </a:cubicBezTo>
                <a:cubicBezTo>
                  <a:pt x="2302" y="4137"/>
                  <a:pt x="4136" y="5972"/>
                  <a:pt x="4136" y="8240"/>
                </a:cubicBezTo>
                <a:cubicBezTo>
                  <a:pt x="4136" y="5972"/>
                  <a:pt x="5971" y="4137"/>
                  <a:pt x="8273" y="4137"/>
                </a:cubicBezTo>
                <a:cubicBezTo>
                  <a:pt x="5971" y="4137"/>
                  <a:pt x="4136" y="2269"/>
                  <a:pt x="4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g2add70145f9_1_72"/>
          <p:cNvSpPr/>
          <p:nvPr/>
        </p:nvSpPr>
        <p:spPr>
          <a:xfrm>
            <a:off x="588650" y="4559966"/>
            <a:ext cx="298878" cy="298898"/>
          </a:xfrm>
          <a:custGeom>
            <a:avLst/>
            <a:gdLst/>
            <a:ahLst/>
            <a:cxnLst/>
            <a:rect l="l" t="t" r="r" b="b"/>
            <a:pathLst>
              <a:path w="8274" h="8274" extrusionOk="0">
                <a:moveTo>
                  <a:pt x="4137" y="1"/>
                </a:moveTo>
                <a:cubicBezTo>
                  <a:pt x="4137" y="2303"/>
                  <a:pt x="2302" y="4137"/>
                  <a:pt x="1" y="4137"/>
                </a:cubicBezTo>
                <a:cubicBezTo>
                  <a:pt x="2302" y="4137"/>
                  <a:pt x="4137" y="5972"/>
                  <a:pt x="4137" y="8274"/>
                </a:cubicBezTo>
                <a:cubicBezTo>
                  <a:pt x="4137" y="6005"/>
                  <a:pt x="5972" y="4171"/>
                  <a:pt x="8273" y="4137"/>
                </a:cubicBezTo>
                <a:cubicBezTo>
                  <a:pt x="5972" y="4137"/>
                  <a:pt x="4137" y="2303"/>
                  <a:pt x="41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g2add70145f9_1_72"/>
          <p:cNvSpPr/>
          <p:nvPr/>
        </p:nvSpPr>
        <p:spPr>
          <a:xfrm>
            <a:off x="8293312" y="4532064"/>
            <a:ext cx="354688" cy="354716"/>
          </a:xfrm>
          <a:custGeom>
            <a:avLst/>
            <a:gdLst/>
            <a:ahLst/>
            <a:cxnLst/>
            <a:rect l="l" t="t" r="r" b="b"/>
            <a:pathLst>
              <a:path w="12443" h="12444" extrusionOk="0">
                <a:moveTo>
                  <a:pt x="12381" y="6205"/>
                </a:moveTo>
                <a:cubicBezTo>
                  <a:pt x="12401" y="6205"/>
                  <a:pt x="12422" y="6205"/>
                  <a:pt x="12443" y="6205"/>
                </a:cubicBezTo>
                <a:cubicBezTo>
                  <a:pt x="12422" y="6205"/>
                  <a:pt x="12402" y="6205"/>
                  <a:pt x="12382" y="6205"/>
                </a:cubicBezTo>
                <a:close/>
                <a:moveTo>
                  <a:pt x="6205" y="1"/>
                </a:moveTo>
                <a:cubicBezTo>
                  <a:pt x="6205" y="3437"/>
                  <a:pt x="3470" y="6205"/>
                  <a:pt x="0" y="6205"/>
                </a:cubicBezTo>
                <a:cubicBezTo>
                  <a:pt x="3436" y="6205"/>
                  <a:pt x="6205" y="8974"/>
                  <a:pt x="6205" y="12443"/>
                </a:cubicBezTo>
                <a:cubicBezTo>
                  <a:pt x="6205" y="8994"/>
                  <a:pt x="8974" y="6205"/>
                  <a:pt x="12382" y="6205"/>
                </a:cubicBezTo>
                <a:lnTo>
                  <a:pt x="12381" y="6205"/>
                </a:lnTo>
                <a:cubicBezTo>
                  <a:pt x="8973" y="6172"/>
                  <a:pt x="6205" y="3449"/>
                  <a:pt x="6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0" name="Google Shape;220;g2add70145f9_1_72"/>
          <p:cNvGrpSpPr/>
          <p:nvPr/>
        </p:nvGrpSpPr>
        <p:grpSpPr>
          <a:xfrm rot="9078474">
            <a:off x="461351" y="389057"/>
            <a:ext cx="245177" cy="151288"/>
            <a:chOff x="1275018" y="1579954"/>
            <a:chExt cx="197169" cy="121656"/>
          </a:xfrm>
        </p:grpSpPr>
        <p:sp>
          <p:nvSpPr>
            <p:cNvPr id="221" name="Google Shape;221;g2add70145f9_1_72"/>
            <p:cNvSpPr/>
            <p:nvPr/>
          </p:nvSpPr>
          <p:spPr>
            <a:xfrm>
              <a:off x="1275018" y="1645283"/>
              <a:ext cx="175518" cy="56327"/>
            </a:xfrm>
            <a:custGeom>
              <a:avLst/>
              <a:gdLst/>
              <a:ahLst/>
              <a:cxnLst/>
              <a:rect l="l" t="t" r="r" b="b"/>
              <a:pathLst>
                <a:path w="7840" h="2516" extrusionOk="0">
                  <a:moveTo>
                    <a:pt x="7123" y="1"/>
                  </a:moveTo>
                  <a:cubicBezTo>
                    <a:pt x="7022" y="1"/>
                    <a:pt x="6924" y="27"/>
                    <a:pt x="6839" y="80"/>
                  </a:cubicBezTo>
                  <a:cubicBezTo>
                    <a:pt x="5441" y="857"/>
                    <a:pt x="3802" y="1292"/>
                    <a:pt x="2171" y="1292"/>
                  </a:cubicBezTo>
                  <a:cubicBezTo>
                    <a:pt x="1701" y="1292"/>
                    <a:pt x="1231" y="1255"/>
                    <a:pt x="768" y="1181"/>
                  </a:cubicBezTo>
                  <a:cubicBezTo>
                    <a:pt x="719" y="1166"/>
                    <a:pt x="671" y="1159"/>
                    <a:pt x="624" y="1159"/>
                  </a:cubicBezTo>
                  <a:cubicBezTo>
                    <a:pt x="344" y="1159"/>
                    <a:pt x="96" y="1396"/>
                    <a:pt x="67" y="1681"/>
                  </a:cubicBezTo>
                  <a:cubicBezTo>
                    <a:pt x="1" y="2015"/>
                    <a:pt x="234" y="2348"/>
                    <a:pt x="568" y="2382"/>
                  </a:cubicBezTo>
                  <a:cubicBezTo>
                    <a:pt x="1101" y="2482"/>
                    <a:pt x="1702" y="2515"/>
                    <a:pt x="2235" y="2515"/>
                  </a:cubicBezTo>
                  <a:cubicBezTo>
                    <a:pt x="4037" y="2515"/>
                    <a:pt x="5838" y="2048"/>
                    <a:pt x="7406" y="1181"/>
                  </a:cubicBezTo>
                  <a:cubicBezTo>
                    <a:pt x="7739" y="1014"/>
                    <a:pt x="7839" y="647"/>
                    <a:pt x="7673" y="347"/>
                  </a:cubicBezTo>
                  <a:cubicBezTo>
                    <a:pt x="7559" y="120"/>
                    <a:pt x="7337" y="1"/>
                    <a:pt x="7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g2add70145f9_1_72"/>
            <p:cNvSpPr/>
            <p:nvPr/>
          </p:nvSpPr>
          <p:spPr>
            <a:xfrm>
              <a:off x="1354921" y="1579954"/>
              <a:ext cx="117266" cy="55924"/>
            </a:xfrm>
            <a:custGeom>
              <a:avLst/>
              <a:gdLst/>
              <a:ahLst/>
              <a:cxnLst/>
              <a:rect l="l" t="t" r="r" b="b"/>
              <a:pathLst>
                <a:path w="5238" h="2498" extrusionOk="0">
                  <a:moveTo>
                    <a:pt x="4547" y="1"/>
                  </a:moveTo>
                  <a:cubicBezTo>
                    <a:pt x="4407" y="1"/>
                    <a:pt x="4270" y="43"/>
                    <a:pt x="4170" y="129"/>
                  </a:cubicBezTo>
                  <a:cubicBezTo>
                    <a:pt x="3272" y="872"/>
                    <a:pt x="2087" y="1271"/>
                    <a:pt x="935" y="1271"/>
                  </a:cubicBezTo>
                  <a:cubicBezTo>
                    <a:pt x="845" y="1271"/>
                    <a:pt x="757" y="1268"/>
                    <a:pt x="668" y="1263"/>
                  </a:cubicBezTo>
                  <a:cubicBezTo>
                    <a:pt x="334" y="1263"/>
                    <a:pt x="34" y="1497"/>
                    <a:pt x="1" y="1830"/>
                  </a:cubicBezTo>
                  <a:cubicBezTo>
                    <a:pt x="1" y="2164"/>
                    <a:pt x="268" y="2464"/>
                    <a:pt x="601" y="2498"/>
                  </a:cubicBezTo>
                  <a:lnTo>
                    <a:pt x="1001" y="2498"/>
                  </a:lnTo>
                  <a:cubicBezTo>
                    <a:pt x="2436" y="2498"/>
                    <a:pt x="3837" y="1997"/>
                    <a:pt x="4971" y="1097"/>
                  </a:cubicBezTo>
                  <a:cubicBezTo>
                    <a:pt x="5204" y="896"/>
                    <a:pt x="5238" y="463"/>
                    <a:pt x="5038" y="229"/>
                  </a:cubicBezTo>
                  <a:cubicBezTo>
                    <a:pt x="4923" y="77"/>
                    <a:pt x="4733" y="1"/>
                    <a:pt x="45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3"/>
        <p:cNvGrpSpPr/>
        <p:nvPr/>
      </p:nvGrpSpPr>
      <p:grpSpPr>
        <a:xfrm>
          <a:off x="0" y="0"/>
          <a:ext cx="0" cy="0"/>
          <a:chOff x="0" y="0"/>
          <a:chExt cx="0" cy="0"/>
        </a:xfrm>
      </p:grpSpPr>
      <p:sp>
        <p:nvSpPr>
          <p:cNvPr id="224" name="Google Shape;224;g2add70145f9_1_11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25"/>
        <p:cNvGrpSpPr/>
        <p:nvPr/>
      </p:nvGrpSpPr>
      <p:grpSpPr>
        <a:xfrm>
          <a:off x="0" y="0"/>
          <a:ext cx="0" cy="0"/>
          <a:chOff x="0" y="0"/>
          <a:chExt cx="0" cy="0"/>
        </a:xfrm>
      </p:grpSpPr>
      <p:sp>
        <p:nvSpPr>
          <p:cNvPr id="226" name="Google Shape;226;g2add70145f9_1_114"/>
          <p:cNvSpPr txBox="1">
            <a:spLocks noGrp="1"/>
          </p:cNvSpPr>
          <p:nvPr>
            <p:ph type="title"/>
          </p:nvPr>
        </p:nvSpPr>
        <p:spPr>
          <a:xfrm>
            <a:off x="2241425" y="1293100"/>
            <a:ext cx="4661100" cy="84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7" name="Google Shape;227;g2add70145f9_1_114"/>
          <p:cNvSpPr txBox="1">
            <a:spLocks noGrp="1"/>
          </p:cNvSpPr>
          <p:nvPr>
            <p:ph type="subTitle" idx="1"/>
          </p:nvPr>
        </p:nvSpPr>
        <p:spPr>
          <a:xfrm>
            <a:off x="2241475" y="2168600"/>
            <a:ext cx="4661100" cy="168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28"/>
        <p:cNvGrpSpPr/>
        <p:nvPr/>
      </p:nvGrpSpPr>
      <p:grpSpPr>
        <a:xfrm>
          <a:off x="0" y="0"/>
          <a:ext cx="0" cy="0"/>
          <a:chOff x="0" y="0"/>
          <a:chExt cx="0" cy="0"/>
        </a:xfrm>
      </p:grpSpPr>
      <p:sp>
        <p:nvSpPr>
          <p:cNvPr id="229" name="Google Shape;229;g2add70145f9_1_117"/>
          <p:cNvSpPr>
            <a:spLocks noGrp="1"/>
          </p:cNvSpPr>
          <p:nvPr>
            <p:ph type="pic" idx="2"/>
          </p:nvPr>
        </p:nvSpPr>
        <p:spPr>
          <a:xfrm>
            <a:off x="0" y="0"/>
            <a:ext cx="9144000" cy="5143500"/>
          </a:xfrm>
          <a:prstGeom prst="rect">
            <a:avLst/>
          </a:prstGeom>
          <a:noFill/>
          <a:ln>
            <a:noFill/>
          </a:ln>
        </p:spPr>
      </p:sp>
      <p:sp>
        <p:nvSpPr>
          <p:cNvPr id="230" name="Google Shape;230;g2add70145f9_1_117"/>
          <p:cNvSpPr txBox="1">
            <a:spLocks noGrp="1"/>
          </p:cNvSpPr>
          <p:nvPr>
            <p:ph type="title"/>
          </p:nvPr>
        </p:nvSpPr>
        <p:spPr>
          <a:xfrm>
            <a:off x="720000" y="4107500"/>
            <a:ext cx="7704000" cy="5010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4"/>
              </a:buClr>
              <a:buSzPts val="2700"/>
              <a:buNone/>
              <a:defRPr sz="2700">
                <a:solidFill>
                  <a:schemeClr val="accent4"/>
                </a:solidFill>
              </a:defRPr>
            </a:lvl1pPr>
            <a:lvl2pPr lvl="1"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2pPr>
            <a:lvl3pPr lvl="2"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3pPr>
            <a:lvl4pPr lvl="3"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4pPr>
            <a:lvl5pPr lvl="4"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5pPr>
            <a:lvl6pPr lvl="5"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6pPr>
            <a:lvl7pPr lvl="6"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7pPr>
            <a:lvl8pPr lvl="7"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8pPr>
            <a:lvl9pPr lvl="8" algn="ctr">
              <a:lnSpc>
                <a:spcPct val="100000"/>
              </a:lnSpc>
              <a:spcBef>
                <a:spcPts val="0"/>
              </a:spcBef>
              <a:spcAft>
                <a:spcPts val="0"/>
              </a:spcAft>
              <a:buClr>
                <a:schemeClr val="accent4"/>
              </a:buClr>
              <a:buSzPts val="2700"/>
              <a:buFont typeface="Finlandica"/>
              <a:buNone/>
              <a:defRPr sz="2700">
                <a:solidFill>
                  <a:schemeClr val="accent4"/>
                </a:solidFill>
                <a:latin typeface="Finlandica"/>
                <a:ea typeface="Finlandica"/>
                <a:cs typeface="Finlandica"/>
                <a:sym typeface="Finlandica"/>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31"/>
        <p:cNvGrpSpPr/>
        <p:nvPr/>
      </p:nvGrpSpPr>
      <p:grpSpPr>
        <a:xfrm>
          <a:off x="0" y="0"/>
          <a:ext cx="0" cy="0"/>
          <a:chOff x="0" y="0"/>
          <a:chExt cx="0" cy="0"/>
        </a:xfrm>
      </p:grpSpPr>
      <p:sp>
        <p:nvSpPr>
          <p:cNvPr id="232" name="Google Shape;232;g2add70145f9_1_120"/>
          <p:cNvSpPr txBox="1">
            <a:spLocks noGrp="1"/>
          </p:cNvSpPr>
          <p:nvPr>
            <p:ph type="title"/>
          </p:nvPr>
        </p:nvSpPr>
        <p:spPr>
          <a:xfrm>
            <a:off x="1284000" y="1366338"/>
            <a:ext cx="6576000" cy="1511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233" name="Google Shape;233;g2add70145f9_1_120"/>
          <p:cNvSpPr txBox="1">
            <a:spLocks noGrp="1"/>
          </p:cNvSpPr>
          <p:nvPr>
            <p:ph type="subTitle" idx="1"/>
          </p:nvPr>
        </p:nvSpPr>
        <p:spPr>
          <a:xfrm>
            <a:off x="1284000" y="3063763"/>
            <a:ext cx="65760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234"/>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35"/>
        <p:cNvGrpSpPr/>
        <p:nvPr/>
      </p:nvGrpSpPr>
      <p:grpSpPr>
        <a:xfrm>
          <a:off x="0" y="0"/>
          <a:ext cx="0" cy="0"/>
          <a:chOff x="0" y="0"/>
          <a:chExt cx="0" cy="0"/>
        </a:xfrm>
      </p:grpSpPr>
      <p:grpSp>
        <p:nvGrpSpPr>
          <p:cNvPr id="236" name="Google Shape;236;g2add70145f9_1_124"/>
          <p:cNvGrpSpPr/>
          <p:nvPr/>
        </p:nvGrpSpPr>
        <p:grpSpPr>
          <a:xfrm rot="-7429699">
            <a:off x="470803" y="4601145"/>
            <a:ext cx="226291" cy="152124"/>
            <a:chOff x="3838779" y="657780"/>
            <a:chExt cx="226294" cy="152126"/>
          </a:xfrm>
        </p:grpSpPr>
        <p:sp>
          <p:nvSpPr>
            <p:cNvPr id="237" name="Google Shape;237;g2add70145f9_1_124"/>
            <p:cNvSpPr/>
            <p:nvPr/>
          </p:nvSpPr>
          <p:spPr>
            <a:xfrm>
              <a:off x="3838779" y="657780"/>
              <a:ext cx="195689" cy="90893"/>
            </a:xfrm>
            <a:custGeom>
              <a:avLst/>
              <a:gdLst/>
              <a:ahLst/>
              <a:cxnLst/>
              <a:rect l="l" t="t" r="r" b="b"/>
              <a:pathLst>
                <a:path w="8741" h="4060" extrusionOk="0">
                  <a:moveTo>
                    <a:pt x="7453" y="0"/>
                  </a:moveTo>
                  <a:cubicBezTo>
                    <a:pt x="4798" y="0"/>
                    <a:pt x="2148" y="1114"/>
                    <a:pt x="268" y="3025"/>
                  </a:cubicBezTo>
                  <a:cubicBezTo>
                    <a:pt x="1" y="3259"/>
                    <a:pt x="1" y="3626"/>
                    <a:pt x="268" y="3892"/>
                  </a:cubicBezTo>
                  <a:cubicBezTo>
                    <a:pt x="401" y="3992"/>
                    <a:pt x="568" y="4059"/>
                    <a:pt x="735" y="4059"/>
                  </a:cubicBezTo>
                  <a:cubicBezTo>
                    <a:pt x="835" y="4059"/>
                    <a:pt x="1001" y="3959"/>
                    <a:pt x="1135" y="3892"/>
                  </a:cubicBezTo>
                  <a:cubicBezTo>
                    <a:pt x="2806" y="2221"/>
                    <a:pt x="5109" y="1239"/>
                    <a:pt x="7457" y="1239"/>
                  </a:cubicBezTo>
                  <a:cubicBezTo>
                    <a:pt x="7640" y="1239"/>
                    <a:pt x="7823" y="1245"/>
                    <a:pt x="8006" y="1257"/>
                  </a:cubicBezTo>
                  <a:cubicBezTo>
                    <a:pt x="8025" y="1259"/>
                    <a:pt x="8044" y="1260"/>
                    <a:pt x="8063" y="1260"/>
                  </a:cubicBezTo>
                  <a:cubicBezTo>
                    <a:pt x="8373" y="1260"/>
                    <a:pt x="8642" y="1005"/>
                    <a:pt x="8674" y="690"/>
                  </a:cubicBezTo>
                  <a:cubicBezTo>
                    <a:pt x="8740" y="357"/>
                    <a:pt x="8440" y="56"/>
                    <a:pt x="8106" y="23"/>
                  </a:cubicBezTo>
                  <a:cubicBezTo>
                    <a:pt x="7889" y="8"/>
                    <a:pt x="7671" y="0"/>
                    <a:pt x="74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g2add70145f9_1_124"/>
            <p:cNvSpPr/>
            <p:nvPr/>
          </p:nvSpPr>
          <p:spPr>
            <a:xfrm>
              <a:off x="3870145" y="735960"/>
              <a:ext cx="194928" cy="73946"/>
            </a:xfrm>
            <a:custGeom>
              <a:avLst/>
              <a:gdLst/>
              <a:ahLst/>
              <a:cxnLst/>
              <a:rect l="l" t="t" r="r" b="b"/>
              <a:pathLst>
                <a:path w="8707" h="3303" extrusionOk="0">
                  <a:moveTo>
                    <a:pt x="8040" y="0"/>
                  </a:moveTo>
                  <a:cubicBezTo>
                    <a:pt x="5405" y="167"/>
                    <a:pt x="2736" y="901"/>
                    <a:pt x="401" y="2135"/>
                  </a:cubicBezTo>
                  <a:cubicBezTo>
                    <a:pt x="101" y="2302"/>
                    <a:pt x="1" y="2669"/>
                    <a:pt x="167" y="2969"/>
                  </a:cubicBezTo>
                  <a:cubicBezTo>
                    <a:pt x="234" y="3169"/>
                    <a:pt x="501" y="3302"/>
                    <a:pt x="701" y="3302"/>
                  </a:cubicBezTo>
                  <a:cubicBezTo>
                    <a:pt x="768" y="3302"/>
                    <a:pt x="868" y="3269"/>
                    <a:pt x="968" y="3236"/>
                  </a:cubicBezTo>
                  <a:cubicBezTo>
                    <a:pt x="3203" y="2102"/>
                    <a:pt x="5638" y="1401"/>
                    <a:pt x="8106" y="1268"/>
                  </a:cubicBezTo>
                  <a:cubicBezTo>
                    <a:pt x="8440" y="1234"/>
                    <a:pt x="8707" y="934"/>
                    <a:pt x="8707" y="601"/>
                  </a:cubicBezTo>
                  <a:cubicBezTo>
                    <a:pt x="8674" y="267"/>
                    <a:pt x="8407" y="0"/>
                    <a:pt x="80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9" name="Google Shape;239;g2add70145f9_1_124"/>
          <p:cNvGrpSpPr/>
          <p:nvPr/>
        </p:nvGrpSpPr>
        <p:grpSpPr>
          <a:xfrm rot="10668994">
            <a:off x="8226348" y="363964"/>
            <a:ext cx="405105" cy="201496"/>
            <a:chOff x="100285" y="4687392"/>
            <a:chExt cx="405095" cy="201490"/>
          </a:xfrm>
        </p:grpSpPr>
        <p:sp>
          <p:nvSpPr>
            <p:cNvPr id="240" name="Google Shape;240;g2add70145f9_1_124"/>
            <p:cNvSpPr/>
            <p:nvPr/>
          </p:nvSpPr>
          <p:spPr>
            <a:xfrm>
              <a:off x="100285" y="4774823"/>
              <a:ext cx="220233" cy="114059"/>
            </a:xfrm>
            <a:custGeom>
              <a:avLst/>
              <a:gdLst/>
              <a:ahLst/>
              <a:cxnLst/>
              <a:rect l="l" t="t" r="r" b="b"/>
              <a:pathLst>
                <a:path w="10809" h="5598" extrusionOk="0">
                  <a:moveTo>
                    <a:pt x="744" y="0"/>
                  </a:moveTo>
                  <a:cubicBezTo>
                    <a:pt x="686" y="0"/>
                    <a:pt x="627" y="9"/>
                    <a:pt x="568" y="27"/>
                  </a:cubicBezTo>
                  <a:cubicBezTo>
                    <a:pt x="301" y="127"/>
                    <a:pt x="67" y="360"/>
                    <a:pt x="34" y="660"/>
                  </a:cubicBezTo>
                  <a:cubicBezTo>
                    <a:pt x="1" y="1127"/>
                    <a:pt x="301" y="1494"/>
                    <a:pt x="568" y="1694"/>
                  </a:cubicBezTo>
                  <a:cubicBezTo>
                    <a:pt x="3403" y="3529"/>
                    <a:pt x="6672" y="4930"/>
                    <a:pt x="9974" y="5597"/>
                  </a:cubicBezTo>
                  <a:lnTo>
                    <a:pt x="10075" y="5597"/>
                  </a:lnTo>
                  <a:cubicBezTo>
                    <a:pt x="10375" y="5597"/>
                    <a:pt x="10642" y="5430"/>
                    <a:pt x="10742" y="5097"/>
                  </a:cubicBezTo>
                  <a:cubicBezTo>
                    <a:pt x="10808" y="4763"/>
                    <a:pt x="10575" y="4430"/>
                    <a:pt x="10241" y="4330"/>
                  </a:cubicBezTo>
                  <a:cubicBezTo>
                    <a:pt x="7139" y="3696"/>
                    <a:pt x="4070" y="2462"/>
                    <a:pt x="1402" y="694"/>
                  </a:cubicBezTo>
                  <a:cubicBezTo>
                    <a:pt x="1402" y="627"/>
                    <a:pt x="1402" y="494"/>
                    <a:pt x="1368" y="427"/>
                  </a:cubicBezTo>
                  <a:cubicBezTo>
                    <a:pt x="1259" y="180"/>
                    <a:pt x="1013" y="0"/>
                    <a:pt x="7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g2add70145f9_1_124"/>
            <p:cNvSpPr/>
            <p:nvPr/>
          </p:nvSpPr>
          <p:spPr>
            <a:xfrm>
              <a:off x="120680" y="4687392"/>
              <a:ext cx="384700" cy="145742"/>
            </a:xfrm>
            <a:custGeom>
              <a:avLst/>
              <a:gdLst/>
              <a:ahLst/>
              <a:cxnLst/>
              <a:rect l="l" t="t" r="r" b="b"/>
              <a:pathLst>
                <a:path w="18881" h="7153" extrusionOk="0">
                  <a:moveTo>
                    <a:pt x="720" y="0"/>
                  </a:moveTo>
                  <a:cubicBezTo>
                    <a:pt x="523" y="0"/>
                    <a:pt x="324" y="96"/>
                    <a:pt x="201" y="281"/>
                  </a:cubicBezTo>
                  <a:cubicBezTo>
                    <a:pt x="0" y="582"/>
                    <a:pt x="67" y="948"/>
                    <a:pt x="367" y="1149"/>
                  </a:cubicBezTo>
                  <a:cubicBezTo>
                    <a:pt x="5671" y="4785"/>
                    <a:pt x="11809" y="6819"/>
                    <a:pt x="18213" y="7153"/>
                  </a:cubicBezTo>
                  <a:cubicBezTo>
                    <a:pt x="18547" y="7153"/>
                    <a:pt x="18814" y="6919"/>
                    <a:pt x="18847" y="6586"/>
                  </a:cubicBezTo>
                  <a:cubicBezTo>
                    <a:pt x="18881" y="6219"/>
                    <a:pt x="18580" y="5919"/>
                    <a:pt x="18247" y="5919"/>
                  </a:cubicBezTo>
                  <a:cubicBezTo>
                    <a:pt x="12076" y="5585"/>
                    <a:pt x="6171" y="3584"/>
                    <a:pt x="1068" y="115"/>
                  </a:cubicBezTo>
                  <a:cubicBezTo>
                    <a:pt x="965" y="38"/>
                    <a:pt x="843" y="0"/>
                    <a:pt x="72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2" name="Google Shape;242;g2add70145f9_1_124"/>
          <p:cNvGrpSpPr/>
          <p:nvPr/>
        </p:nvGrpSpPr>
        <p:grpSpPr>
          <a:xfrm rot="9078474">
            <a:off x="461351" y="389057"/>
            <a:ext cx="245177" cy="151288"/>
            <a:chOff x="1275018" y="1579954"/>
            <a:chExt cx="197169" cy="121656"/>
          </a:xfrm>
        </p:grpSpPr>
        <p:sp>
          <p:nvSpPr>
            <p:cNvPr id="243" name="Google Shape;243;g2add70145f9_1_124"/>
            <p:cNvSpPr/>
            <p:nvPr/>
          </p:nvSpPr>
          <p:spPr>
            <a:xfrm>
              <a:off x="1275018" y="1645283"/>
              <a:ext cx="175518" cy="56327"/>
            </a:xfrm>
            <a:custGeom>
              <a:avLst/>
              <a:gdLst/>
              <a:ahLst/>
              <a:cxnLst/>
              <a:rect l="l" t="t" r="r" b="b"/>
              <a:pathLst>
                <a:path w="7840" h="2516" extrusionOk="0">
                  <a:moveTo>
                    <a:pt x="7123" y="1"/>
                  </a:moveTo>
                  <a:cubicBezTo>
                    <a:pt x="7022" y="1"/>
                    <a:pt x="6924" y="27"/>
                    <a:pt x="6839" y="80"/>
                  </a:cubicBezTo>
                  <a:cubicBezTo>
                    <a:pt x="5441" y="857"/>
                    <a:pt x="3802" y="1292"/>
                    <a:pt x="2171" y="1292"/>
                  </a:cubicBezTo>
                  <a:cubicBezTo>
                    <a:pt x="1701" y="1292"/>
                    <a:pt x="1231" y="1255"/>
                    <a:pt x="768" y="1181"/>
                  </a:cubicBezTo>
                  <a:cubicBezTo>
                    <a:pt x="719" y="1166"/>
                    <a:pt x="671" y="1159"/>
                    <a:pt x="624" y="1159"/>
                  </a:cubicBezTo>
                  <a:cubicBezTo>
                    <a:pt x="344" y="1159"/>
                    <a:pt x="96" y="1396"/>
                    <a:pt x="67" y="1681"/>
                  </a:cubicBezTo>
                  <a:cubicBezTo>
                    <a:pt x="1" y="2015"/>
                    <a:pt x="234" y="2348"/>
                    <a:pt x="568" y="2382"/>
                  </a:cubicBezTo>
                  <a:cubicBezTo>
                    <a:pt x="1101" y="2482"/>
                    <a:pt x="1702" y="2515"/>
                    <a:pt x="2235" y="2515"/>
                  </a:cubicBezTo>
                  <a:cubicBezTo>
                    <a:pt x="4037" y="2515"/>
                    <a:pt x="5838" y="2048"/>
                    <a:pt x="7406" y="1181"/>
                  </a:cubicBezTo>
                  <a:cubicBezTo>
                    <a:pt x="7739" y="1014"/>
                    <a:pt x="7839" y="647"/>
                    <a:pt x="7673" y="347"/>
                  </a:cubicBezTo>
                  <a:cubicBezTo>
                    <a:pt x="7559" y="120"/>
                    <a:pt x="7337" y="1"/>
                    <a:pt x="7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g2add70145f9_1_124"/>
            <p:cNvSpPr/>
            <p:nvPr/>
          </p:nvSpPr>
          <p:spPr>
            <a:xfrm>
              <a:off x="1354921" y="1579954"/>
              <a:ext cx="117266" cy="55924"/>
            </a:xfrm>
            <a:custGeom>
              <a:avLst/>
              <a:gdLst/>
              <a:ahLst/>
              <a:cxnLst/>
              <a:rect l="l" t="t" r="r" b="b"/>
              <a:pathLst>
                <a:path w="5238" h="2498" extrusionOk="0">
                  <a:moveTo>
                    <a:pt x="4547" y="1"/>
                  </a:moveTo>
                  <a:cubicBezTo>
                    <a:pt x="4407" y="1"/>
                    <a:pt x="4270" y="43"/>
                    <a:pt x="4170" y="129"/>
                  </a:cubicBezTo>
                  <a:cubicBezTo>
                    <a:pt x="3272" y="872"/>
                    <a:pt x="2087" y="1271"/>
                    <a:pt x="935" y="1271"/>
                  </a:cubicBezTo>
                  <a:cubicBezTo>
                    <a:pt x="845" y="1271"/>
                    <a:pt x="757" y="1268"/>
                    <a:pt x="668" y="1263"/>
                  </a:cubicBezTo>
                  <a:cubicBezTo>
                    <a:pt x="334" y="1263"/>
                    <a:pt x="34" y="1497"/>
                    <a:pt x="1" y="1830"/>
                  </a:cubicBezTo>
                  <a:cubicBezTo>
                    <a:pt x="1" y="2164"/>
                    <a:pt x="268" y="2464"/>
                    <a:pt x="601" y="2498"/>
                  </a:cubicBezTo>
                  <a:lnTo>
                    <a:pt x="1001" y="2498"/>
                  </a:lnTo>
                  <a:cubicBezTo>
                    <a:pt x="2436" y="2498"/>
                    <a:pt x="3837" y="1997"/>
                    <a:pt x="4971" y="1097"/>
                  </a:cubicBezTo>
                  <a:cubicBezTo>
                    <a:pt x="5204" y="896"/>
                    <a:pt x="5238" y="463"/>
                    <a:pt x="5038" y="229"/>
                  </a:cubicBezTo>
                  <a:cubicBezTo>
                    <a:pt x="4923" y="77"/>
                    <a:pt x="4733" y="1"/>
                    <a:pt x="45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5" name="Google Shape;245;g2add70145f9_1_124"/>
          <p:cNvGrpSpPr/>
          <p:nvPr/>
        </p:nvGrpSpPr>
        <p:grpSpPr>
          <a:xfrm rot="3829927">
            <a:off x="8355140" y="4398959"/>
            <a:ext cx="147517" cy="556527"/>
            <a:chOff x="5198502" y="2018506"/>
            <a:chExt cx="147518" cy="556531"/>
          </a:xfrm>
        </p:grpSpPr>
        <p:sp>
          <p:nvSpPr>
            <p:cNvPr id="246" name="Google Shape;246;g2add70145f9_1_124"/>
            <p:cNvSpPr/>
            <p:nvPr/>
          </p:nvSpPr>
          <p:spPr>
            <a:xfrm>
              <a:off x="5198502" y="2018506"/>
              <a:ext cx="147518" cy="556531"/>
            </a:xfrm>
            <a:custGeom>
              <a:avLst/>
              <a:gdLst/>
              <a:ahLst/>
              <a:cxnLst/>
              <a:rect l="l" t="t" r="r" b="b"/>
              <a:pathLst>
                <a:path w="6672" h="25171" extrusionOk="0">
                  <a:moveTo>
                    <a:pt x="4502" y="1"/>
                  </a:moveTo>
                  <a:cubicBezTo>
                    <a:pt x="4416" y="1"/>
                    <a:pt x="4326" y="17"/>
                    <a:pt x="4237" y="53"/>
                  </a:cubicBezTo>
                  <a:cubicBezTo>
                    <a:pt x="3970" y="220"/>
                    <a:pt x="3837" y="553"/>
                    <a:pt x="3970" y="887"/>
                  </a:cubicBezTo>
                  <a:cubicBezTo>
                    <a:pt x="5137" y="3389"/>
                    <a:pt x="5404" y="6491"/>
                    <a:pt x="4871" y="9927"/>
                  </a:cubicBezTo>
                  <a:cubicBezTo>
                    <a:pt x="4370" y="13062"/>
                    <a:pt x="3203" y="16098"/>
                    <a:pt x="2135" y="19000"/>
                  </a:cubicBezTo>
                  <a:lnTo>
                    <a:pt x="134" y="24337"/>
                  </a:lnTo>
                  <a:cubicBezTo>
                    <a:pt x="0" y="24637"/>
                    <a:pt x="167" y="25004"/>
                    <a:pt x="501" y="25138"/>
                  </a:cubicBezTo>
                  <a:cubicBezTo>
                    <a:pt x="534" y="25171"/>
                    <a:pt x="634" y="25171"/>
                    <a:pt x="701" y="25171"/>
                  </a:cubicBezTo>
                  <a:cubicBezTo>
                    <a:pt x="968" y="25171"/>
                    <a:pt x="1168" y="25004"/>
                    <a:pt x="1301" y="24771"/>
                  </a:cubicBezTo>
                  <a:lnTo>
                    <a:pt x="3303" y="19434"/>
                  </a:lnTo>
                  <a:cubicBezTo>
                    <a:pt x="4370" y="16465"/>
                    <a:pt x="5538" y="13396"/>
                    <a:pt x="6071" y="10127"/>
                  </a:cubicBezTo>
                  <a:cubicBezTo>
                    <a:pt x="6672" y="6458"/>
                    <a:pt x="6338" y="3088"/>
                    <a:pt x="5071" y="320"/>
                  </a:cubicBezTo>
                  <a:cubicBezTo>
                    <a:pt x="4949" y="124"/>
                    <a:pt x="4737" y="1"/>
                    <a:pt x="4502" y="1"/>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2add70145f9_1_124"/>
            <p:cNvSpPr/>
            <p:nvPr/>
          </p:nvSpPr>
          <p:spPr>
            <a:xfrm>
              <a:off x="5199983" y="2035045"/>
              <a:ext cx="79662" cy="346773"/>
            </a:xfrm>
            <a:custGeom>
              <a:avLst/>
              <a:gdLst/>
              <a:ahLst/>
              <a:cxnLst/>
              <a:rect l="l" t="t" r="r" b="b"/>
              <a:pathLst>
                <a:path w="3603" h="15684" extrusionOk="0">
                  <a:moveTo>
                    <a:pt x="1408" y="1"/>
                  </a:moveTo>
                  <a:cubicBezTo>
                    <a:pt x="1342" y="1"/>
                    <a:pt x="1273" y="13"/>
                    <a:pt x="1201" y="39"/>
                  </a:cubicBezTo>
                  <a:cubicBezTo>
                    <a:pt x="867" y="172"/>
                    <a:pt x="667" y="506"/>
                    <a:pt x="801" y="839"/>
                  </a:cubicBezTo>
                  <a:cubicBezTo>
                    <a:pt x="2302" y="5376"/>
                    <a:pt x="2035" y="10480"/>
                    <a:pt x="134" y="14816"/>
                  </a:cubicBezTo>
                  <a:cubicBezTo>
                    <a:pt x="0" y="15150"/>
                    <a:pt x="134" y="15517"/>
                    <a:pt x="467" y="15650"/>
                  </a:cubicBezTo>
                  <a:cubicBezTo>
                    <a:pt x="534" y="15683"/>
                    <a:pt x="634" y="15683"/>
                    <a:pt x="734" y="15683"/>
                  </a:cubicBezTo>
                  <a:cubicBezTo>
                    <a:pt x="934" y="15683"/>
                    <a:pt x="1168" y="15550"/>
                    <a:pt x="1301" y="15283"/>
                  </a:cubicBezTo>
                  <a:cubicBezTo>
                    <a:pt x="3303" y="10680"/>
                    <a:pt x="3603" y="5243"/>
                    <a:pt x="2002" y="472"/>
                  </a:cubicBezTo>
                  <a:cubicBezTo>
                    <a:pt x="1894" y="204"/>
                    <a:pt x="1679" y="1"/>
                    <a:pt x="140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48"/>
        <p:cNvGrpSpPr/>
        <p:nvPr/>
      </p:nvGrpSpPr>
      <p:grpSpPr>
        <a:xfrm>
          <a:off x="0" y="0"/>
          <a:ext cx="0" cy="0"/>
          <a:chOff x="0" y="0"/>
          <a:chExt cx="0" cy="0"/>
        </a:xfrm>
      </p:grpSpPr>
      <p:grpSp>
        <p:nvGrpSpPr>
          <p:cNvPr id="249" name="Google Shape;249;g2add70145f9_1_137"/>
          <p:cNvGrpSpPr/>
          <p:nvPr/>
        </p:nvGrpSpPr>
        <p:grpSpPr>
          <a:xfrm rot="2396217">
            <a:off x="509335" y="245440"/>
            <a:ext cx="181215" cy="344562"/>
            <a:chOff x="4129849" y="1154697"/>
            <a:chExt cx="202842" cy="385684"/>
          </a:xfrm>
        </p:grpSpPr>
        <p:sp>
          <p:nvSpPr>
            <p:cNvPr id="250" name="Google Shape;250;g2add70145f9_1_137"/>
            <p:cNvSpPr/>
            <p:nvPr/>
          </p:nvSpPr>
          <p:spPr>
            <a:xfrm>
              <a:off x="4129849" y="1433015"/>
              <a:ext cx="193241" cy="107366"/>
            </a:xfrm>
            <a:custGeom>
              <a:avLst/>
              <a:gdLst/>
              <a:ahLst/>
              <a:cxnLst/>
              <a:rect l="l" t="t" r="r" b="b"/>
              <a:pathLst>
                <a:path w="8740" h="4856" extrusionOk="0">
                  <a:moveTo>
                    <a:pt x="8061" y="1"/>
                  </a:moveTo>
                  <a:cubicBezTo>
                    <a:pt x="7978" y="1"/>
                    <a:pt x="7892" y="17"/>
                    <a:pt x="7806" y="52"/>
                  </a:cubicBezTo>
                  <a:cubicBezTo>
                    <a:pt x="5304" y="1119"/>
                    <a:pt x="2802" y="2320"/>
                    <a:pt x="401" y="3721"/>
                  </a:cubicBezTo>
                  <a:cubicBezTo>
                    <a:pt x="67" y="3888"/>
                    <a:pt x="0" y="4255"/>
                    <a:pt x="167" y="4555"/>
                  </a:cubicBezTo>
                  <a:cubicBezTo>
                    <a:pt x="300" y="4755"/>
                    <a:pt x="501" y="4855"/>
                    <a:pt x="701" y="4855"/>
                  </a:cubicBezTo>
                  <a:cubicBezTo>
                    <a:pt x="801" y="4855"/>
                    <a:pt x="901" y="4855"/>
                    <a:pt x="1034" y="4788"/>
                  </a:cubicBezTo>
                  <a:cubicBezTo>
                    <a:pt x="3369" y="3454"/>
                    <a:pt x="5838" y="2253"/>
                    <a:pt x="8306" y="1219"/>
                  </a:cubicBezTo>
                  <a:cubicBezTo>
                    <a:pt x="8640" y="1019"/>
                    <a:pt x="8740" y="686"/>
                    <a:pt x="8640" y="385"/>
                  </a:cubicBezTo>
                  <a:cubicBezTo>
                    <a:pt x="8516" y="138"/>
                    <a:pt x="8301" y="1"/>
                    <a:pt x="806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g2add70145f9_1_137"/>
            <p:cNvSpPr/>
            <p:nvPr/>
          </p:nvSpPr>
          <p:spPr>
            <a:xfrm>
              <a:off x="4151231" y="1324713"/>
              <a:ext cx="166709" cy="37167"/>
            </a:xfrm>
            <a:custGeom>
              <a:avLst/>
              <a:gdLst/>
              <a:ahLst/>
              <a:cxnLst/>
              <a:rect l="l" t="t" r="r" b="b"/>
              <a:pathLst>
                <a:path w="7540" h="1681" extrusionOk="0">
                  <a:moveTo>
                    <a:pt x="6834" y="0"/>
                  </a:moveTo>
                  <a:cubicBezTo>
                    <a:pt x="6792" y="0"/>
                    <a:pt x="6749" y="4"/>
                    <a:pt x="6705" y="13"/>
                  </a:cubicBezTo>
                  <a:cubicBezTo>
                    <a:pt x="5426" y="295"/>
                    <a:pt x="4133" y="436"/>
                    <a:pt x="2835" y="436"/>
                  </a:cubicBezTo>
                  <a:cubicBezTo>
                    <a:pt x="2135" y="436"/>
                    <a:pt x="1435" y="395"/>
                    <a:pt x="734" y="313"/>
                  </a:cubicBezTo>
                  <a:cubicBezTo>
                    <a:pt x="711" y="311"/>
                    <a:pt x="688" y="310"/>
                    <a:pt x="665" y="310"/>
                  </a:cubicBezTo>
                  <a:cubicBezTo>
                    <a:pt x="330" y="310"/>
                    <a:pt x="65" y="535"/>
                    <a:pt x="34" y="847"/>
                  </a:cubicBezTo>
                  <a:cubicBezTo>
                    <a:pt x="1" y="1214"/>
                    <a:pt x="234" y="1514"/>
                    <a:pt x="568" y="1547"/>
                  </a:cubicBezTo>
                  <a:cubicBezTo>
                    <a:pt x="1335" y="1647"/>
                    <a:pt x="2102" y="1681"/>
                    <a:pt x="2869" y="1681"/>
                  </a:cubicBezTo>
                  <a:cubicBezTo>
                    <a:pt x="4237" y="1681"/>
                    <a:pt x="5605" y="1514"/>
                    <a:pt x="7006" y="1214"/>
                  </a:cubicBezTo>
                  <a:cubicBezTo>
                    <a:pt x="7339" y="1147"/>
                    <a:pt x="7539" y="813"/>
                    <a:pt x="7439" y="480"/>
                  </a:cubicBezTo>
                  <a:cubicBezTo>
                    <a:pt x="7381" y="189"/>
                    <a:pt x="7121" y="0"/>
                    <a:pt x="68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g2add70145f9_1_137"/>
            <p:cNvSpPr/>
            <p:nvPr/>
          </p:nvSpPr>
          <p:spPr>
            <a:xfrm>
              <a:off x="4179999" y="1154697"/>
              <a:ext cx="152692" cy="85477"/>
            </a:xfrm>
            <a:custGeom>
              <a:avLst/>
              <a:gdLst/>
              <a:ahLst/>
              <a:cxnLst/>
              <a:rect l="l" t="t" r="r" b="b"/>
              <a:pathLst>
                <a:path w="6906" h="3866" extrusionOk="0">
                  <a:moveTo>
                    <a:pt x="744" y="1"/>
                  </a:moveTo>
                  <a:cubicBezTo>
                    <a:pt x="547" y="1"/>
                    <a:pt x="358" y="110"/>
                    <a:pt x="234" y="297"/>
                  </a:cubicBezTo>
                  <a:cubicBezTo>
                    <a:pt x="1" y="563"/>
                    <a:pt x="101" y="964"/>
                    <a:pt x="401" y="1164"/>
                  </a:cubicBezTo>
                  <a:cubicBezTo>
                    <a:pt x="2135" y="2298"/>
                    <a:pt x="4037" y="3165"/>
                    <a:pt x="5971" y="3832"/>
                  </a:cubicBezTo>
                  <a:cubicBezTo>
                    <a:pt x="6072" y="3866"/>
                    <a:pt x="6105" y="3866"/>
                    <a:pt x="6205" y="3866"/>
                  </a:cubicBezTo>
                  <a:cubicBezTo>
                    <a:pt x="6438" y="3866"/>
                    <a:pt x="6705" y="3699"/>
                    <a:pt x="6805" y="3466"/>
                  </a:cubicBezTo>
                  <a:cubicBezTo>
                    <a:pt x="6905" y="3099"/>
                    <a:pt x="6739" y="2765"/>
                    <a:pt x="6405" y="2665"/>
                  </a:cubicBezTo>
                  <a:cubicBezTo>
                    <a:pt x="4504" y="2031"/>
                    <a:pt x="2736" y="1197"/>
                    <a:pt x="1101" y="130"/>
                  </a:cubicBezTo>
                  <a:cubicBezTo>
                    <a:pt x="988" y="41"/>
                    <a:pt x="864" y="1"/>
                    <a:pt x="7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3" name="Google Shape;253;g2add70145f9_1_137"/>
          <p:cNvGrpSpPr/>
          <p:nvPr/>
        </p:nvGrpSpPr>
        <p:grpSpPr>
          <a:xfrm rot="-2479445">
            <a:off x="542939" y="4513533"/>
            <a:ext cx="113996" cy="423273"/>
            <a:chOff x="1082035" y="2815982"/>
            <a:chExt cx="127604" cy="473800"/>
          </a:xfrm>
        </p:grpSpPr>
        <p:sp>
          <p:nvSpPr>
            <p:cNvPr id="254" name="Google Shape;254;g2add70145f9_1_137"/>
            <p:cNvSpPr/>
            <p:nvPr/>
          </p:nvSpPr>
          <p:spPr>
            <a:xfrm>
              <a:off x="1160953" y="2883135"/>
              <a:ext cx="48686" cy="406647"/>
            </a:xfrm>
            <a:custGeom>
              <a:avLst/>
              <a:gdLst/>
              <a:ahLst/>
              <a:cxnLst/>
              <a:rect l="l" t="t" r="r" b="b"/>
              <a:pathLst>
                <a:path w="2202" h="18392" extrusionOk="0">
                  <a:moveTo>
                    <a:pt x="1531" y="1"/>
                  </a:moveTo>
                  <a:cubicBezTo>
                    <a:pt x="1235" y="1"/>
                    <a:pt x="964" y="246"/>
                    <a:pt x="934" y="545"/>
                  </a:cubicBezTo>
                  <a:cubicBezTo>
                    <a:pt x="134" y="6249"/>
                    <a:pt x="0" y="12053"/>
                    <a:pt x="534" y="17824"/>
                  </a:cubicBezTo>
                  <a:cubicBezTo>
                    <a:pt x="567" y="18158"/>
                    <a:pt x="834" y="18391"/>
                    <a:pt x="1168" y="18391"/>
                  </a:cubicBezTo>
                  <a:lnTo>
                    <a:pt x="1268" y="18358"/>
                  </a:lnTo>
                  <a:cubicBezTo>
                    <a:pt x="1602" y="18358"/>
                    <a:pt x="1835" y="18024"/>
                    <a:pt x="1802" y="17691"/>
                  </a:cubicBezTo>
                  <a:cubicBezTo>
                    <a:pt x="1268" y="12053"/>
                    <a:pt x="1368" y="6349"/>
                    <a:pt x="2169" y="712"/>
                  </a:cubicBezTo>
                  <a:cubicBezTo>
                    <a:pt x="2202" y="378"/>
                    <a:pt x="1968" y="45"/>
                    <a:pt x="1635" y="11"/>
                  </a:cubicBezTo>
                  <a:cubicBezTo>
                    <a:pt x="1600" y="4"/>
                    <a:pt x="1565" y="1"/>
                    <a:pt x="15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g2add70145f9_1_137"/>
            <p:cNvSpPr/>
            <p:nvPr/>
          </p:nvSpPr>
          <p:spPr>
            <a:xfrm>
              <a:off x="1082035" y="2815982"/>
              <a:ext cx="82625" cy="318163"/>
            </a:xfrm>
            <a:custGeom>
              <a:avLst/>
              <a:gdLst/>
              <a:ahLst/>
              <a:cxnLst/>
              <a:rect l="l" t="t" r="r" b="b"/>
              <a:pathLst>
                <a:path w="3737" h="14390" extrusionOk="0">
                  <a:moveTo>
                    <a:pt x="3018" y="0"/>
                  </a:moveTo>
                  <a:cubicBezTo>
                    <a:pt x="2776" y="0"/>
                    <a:pt x="2537" y="158"/>
                    <a:pt x="2435" y="413"/>
                  </a:cubicBezTo>
                  <a:cubicBezTo>
                    <a:pt x="767" y="4616"/>
                    <a:pt x="0" y="9253"/>
                    <a:pt x="34" y="13756"/>
                  </a:cubicBezTo>
                  <a:cubicBezTo>
                    <a:pt x="34" y="14089"/>
                    <a:pt x="334" y="14390"/>
                    <a:pt x="667" y="14390"/>
                  </a:cubicBezTo>
                  <a:cubicBezTo>
                    <a:pt x="1001" y="14390"/>
                    <a:pt x="1268" y="14089"/>
                    <a:pt x="1268" y="13723"/>
                  </a:cubicBezTo>
                  <a:cubicBezTo>
                    <a:pt x="1234" y="9353"/>
                    <a:pt x="2035" y="4883"/>
                    <a:pt x="3603" y="847"/>
                  </a:cubicBezTo>
                  <a:cubicBezTo>
                    <a:pt x="3736" y="546"/>
                    <a:pt x="3569" y="146"/>
                    <a:pt x="3236" y="46"/>
                  </a:cubicBezTo>
                  <a:cubicBezTo>
                    <a:pt x="3165" y="15"/>
                    <a:pt x="3091" y="0"/>
                    <a:pt x="30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6" name="Google Shape;256;g2add70145f9_1_137"/>
          <p:cNvSpPr/>
          <p:nvPr/>
        </p:nvSpPr>
        <p:spPr>
          <a:xfrm>
            <a:off x="8428912" y="623414"/>
            <a:ext cx="354688" cy="354716"/>
          </a:xfrm>
          <a:custGeom>
            <a:avLst/>
            <a:gdLst/>
            <a:ahLst/>
            <a:cxnLst/>
            <a:rect l="l" t="t" r="r" b="b"/>
            <a:pathLst>
              <a:path w="12443" h="12444" extrusionOk="0">
                <a:moveTo>
                  <a:pt x="12381" y="6205"/>
                </a:moveTo>
                <a:cubicBezTo>
                  <a:pt x="12401" y="6205"/>
                  <a:pt x="12422" y="6205"/>
                  <a:pt x="12443" y="6205"/>
                </a:cubicBezTo>
                <a:cubicBezTo>
                  <a:pt x="12422" y="6205"/>
                  <a:pt x="12402" y="6205"/>
                  <a:pt x="12382" y="6205"/>
                </a:cubicBezTo>
                <a:close/>
                <a:moveTo>
                  <a:pt x="6205" y="1"/>
                </a:moveTo>
                <a:cubicBezTo>
                  <a:pt x="6205" y="3437"/>
                  <a:pt x="3470" y="6205"/>
                  <a:pt x="0" y="6205"/>
                </a:cubicBezTo>
                <a:cubicBezTo>
                  <a:pt x="3436" y="6205"/>
                  <a:pt x="6205" y="8974"/>
                  <a:pt x="6205" y="12443"/>
                </a:cubicBezTo>
                <a:cubicBezTo>
                  <a:pt x="6205" y="8994"/>
                  <a:pt x="8974" y="6205"/>
                  <a:pt x="12382" y="6205"/>
                </a:cubicBezTo>
                <a:lnTo>
                  <a:pt x="12381" y="6205"/>
                </a:lnTo>
                <a:cubicBezTo>
                  <a:pt x="8973" y="6172"/>
                  <a:pt x="6205" y="3449"/>
                  <a:pt x="6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g2add70145f9_1_137"/>
          <p:cNvSpPr/>
          <p:nvPr/>
        </p:nvSpPr>
        <p:spPr>
          <a:xfrm>
            <a:off x="8184668" y="320251"/>
            <a:ext cx="194974" cy="194946"/>
          </a:xfrm>
          <a:custGeom>
            <a:avLst/>
            <a:gdLst/>
            <a:ahLst/>
            <a:cxnLst/>
            <a:rect l="l" t="t" r="r" b="b"/>
            <a:pathLst>
              <a:path w="6840" h="6839" extrusionOk="0">
                <a:moveTo>
                  <a:pt x="3403" y="0"/>
                </a:moveTo>
                <a:cubicBezTo>
                  <a:pt x="3403" y="1902"/>
                  <a:pt x="1869" y="3436"/>
                  <a:pt x="1" y="3436"/>
                </a:cubicBezTo>
                <a:cubicBezTo>
                  <a:pt x="1869" y="3436"/>
                  <a:pt x="3403" y="4970"/>
                  <a:pt x="3403" y="6838"/>
                </a:cubicBezTo>
                <a:cubicBezTo>
                  <a:pt x="3403" y="4970"/>
                  <a:pt x="4904" y="3436"/>
                  <a:pt x="6839" y="3436"/>
                </a:cubicBezTo>
                <a:cubicBezTo>
                  <a:pt x="4971" y="3436"/>
                  <a:pt x="3403" y="1902"/>
                  <a:pt x="340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g2add70145f9_1_137"/>
          <p:cNvSpPr/>
          <p:nvPr/>
        </p:nvSpPr>
        <p:spPr>
          <a:xfrm>
            <a:off x="8405557" y="4342374"/>
            <a:ext cx="298841" cy="297706"/>
          </a:xfrm>
          <a:custGeom>
            <a:avLst/>
            <a:gdLst/>
            <a:ahLst/>
            <a:cxnLst/>
            <a:rect l="l" t="t" r="r" b="b"/>
            <a:pathLst>
              <a:path w="8273" h="8241" extrusionOk="0">
                <a:moveTo>
                  <a:pt x="4136" y="1"/>
                </a:moveTo>
                <a:cubicBezTo>
                  <a:pt x="4136" y="2269"/>
                  <a:pt x="2302" y="4137"/>
                  <a:pt x="0" y="4137"/>
                </a:cubicBezTo>
                <a:cubicBezTo>
                  <a:pt x="2302" y="4137"/>
                  <a:pt x="4136" y="5972"/>
                  <a:pt x="4136" y="8240"/>
                </a:cubicBezTo>
                <a:cubicBezTo>
                  <a:pt x="4136" y="5972"/>
                  <a:pt x="5971" y="4137"/>
                  <a:pt x="8273" y="4137"/>
                </a:cubicBezTo>
                <a:cubicBezTo>
                  <a:pt x="5971" y="4137"/>
                  <a:pt x="4136" y="2269"/>
                  <a:pt x="4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g2add70145f9_1_137"/>
          <p:cNvSpPr/>
          <p:nvPr/>
        </p:nvSpPr>
        <p:spPr>
          <a:xfrm>
            <a:off x="8153413" y="4575728"/>
            <a:ext cx="298878" cy="298898"/>
          </a:xfrm>
          <a:custGeom>
            <a:avLst/>
            <a:gdLst/>
            <a:ahLst/>
            <a:cxnLst/>
            <a:rect l="l" t="t" r="r" b="b"/>
            <a:pathLst>
              <a:path w="8274" h="8274" extrusionOk="0">
                <a:moveTo>
                  <a:pt x="4137" y="1"/>
                </a:moveTo>
                <a:cubicBezTo>
                  <a:pt x="4137" y="2303"/>
                  <a:pt x="2302" y="4137"/>
                  <a:pt x="1" y="4137"/>
                </a:cubicBezTo>
                <a:cubicBezTo>
                  <a:pt x="2302" y="4137"/>
                  <a:pt x="4137" y="5972"/>
                  <a:pt x="4137" y="8274"/>
                </a:cubicBezTo>
                <a:cubicBezTo>
                  <a:pt x="4137" y="6005"/>
                  <a:pt x="5972" y="4171"/>
                  <a:pt x="8273" y="4137"/>
                </a:cubicBezTo>
                <a:cubicBezTo>
                  <a:pt x="5972" y="4137"/>
                  <a:pt x="4137" y="2303"/>
                  <a:pt x="41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g2add70145f9_1_0"/>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Finlandica"/>
              <a:buNone/>
              <a:defRPr sz="3000" b="1" i="0" u="none" strike="noStrike" cap="none">
                <a:solidFill>
                  <a:schemeClr val="dk1"/>
                </a:solidFill>
                <a:latin typeface="Finlandica"/>
                <a:ea typeface="Finlandica"/>
                <a:cs typeface="Finlandica"/>
                <a:sym typeface="Finlandica"/>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endParaRPr/>
          </a:p>
        </p:txBody>
      </p:sp>
      <p:sp>
        <p:nvSpPr>
          <p:cNvPr id="125" name="Google Shape;125;g2add70145f9_1_0"/>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1pPr>
            <a:lvl2pPr marL="914400" marR="0" lvl="1"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2pPr>
            <a:lvl3pPr marL="1371600" marR="0" lvl="2"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3pPr>
            <a:lvl4pPr marL="1828800" marR="0" lvl="3"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4pPr>
            <a:lvl5pPr marL="2286000" marR="0" lvl="4"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5pPr>
            <a:lvl6pPr marL="2743200" marR="0" lvl="5"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6pPr>
            <a:lvl7pPr marL="3200400" marR="0" lvl="6"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7pPr>
            <a:lvl8pPr marL="3657600" marR="0" lvl="7"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8pPr>
            <a:lvl9pPr marL="4114800" marR="0" lvl="8" indent="-304800" algn="l" rtl="0">
              <a:lnSpc>
                <a:spcPct val="100000"/>
              </a:lnSpc>
              <a:spcBef>
                <a:spcPts val="0"/>
              </a:spcBef>
              <a:spcAft>
                <a:spcPts val="0"/>
              </a:spcAft>
              <a:buClr>
                <a:schemeClr val="dk1"/>
              </a:buClr>
              <a:buSzPts val="1200"/>
              <a:buFont typeface="Public Sans"/>
              <a:buChar char="■"/>
              <a:defRPr sz="1200" b="0" i="0" u="none" strike="noStrike" cap="none">
                <a:solidFill>
                  <a:schemeClr val="dk1"/>
                </a:solidFill>
                <a:latin typeface="Public Sans"/>
                <a:ea typeface="Public Sans"/>
                <a:cs typeface="Public Sans"/>
                <a:sym typeface="Public Sans"/>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opal2.moe.edu.sg/app/learner/detail/course/08237241-805d-4b83-856a-ea7ae1cf86a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3.jpg"/><Relationship Id="rId7"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6.jpg"/><Relationship Id="rId5" Type="http://schemas.openxmlformats.org/officeDocument/2006/relationships/image" Target="../media/image15.pn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g"/><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20.xml"/><Relationship Id="rId16"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2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hyperlink" Target="http://go.gov.sg/amkp2026plc"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10"/>
          <p:cNvSpPr/>
          <p:nvPr/>
        </p:nvSpPr>
        <p:spPr>
          <a:xfrm>
            <a:off x="431597" y="289774"/>
            <a:ext cx="408230" cy="39247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797" name="Google Shape;797;p10" descr="A diagram of a learning circle&#10;&#10;AI-generated content may be incorrect."/>
          <p:cNvPicPr preferRelativeResize="0"/>
          <p:nvPr/>
        </p:nvPicPr>
        <p:blipFill rotWithShape="1">
          <a:blip r:embed="rId3">
            <a:alphaModFix/>
          </a:blip>
          <a:srcRect/>
          <a:stretch/>
        </p:blipFill>
        <p:spPr>
          <a:xfrm>
            <a:off x="1925515" y="0"/>
            <a:ext cx="5292969"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1"/>
          <p:cNvSpPr/>
          <p:nvPr/>
        </p:nvSpPr>
        <p:spPr>
          <a:xfrm>
            <a:off x="431597" y="289774"/>
            <a:ext cx="408230" cy="39247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803" name="Google Shape;803;p11" descr="A diagram of a learning circle&#10;&#10;AI-generated content may be incorrect."/>
          <p:cNvPicPr preferRelativeResize="0"/>
          <p:nvPr/>
        </p:nvPicPr>
        <p:blipFill rotWithShape="1">
          <a:blip r:embed="rId3">
            <a:alphaModFix/>
          </a:blip>
          <a:srcRect/>
          <a:stretch/>
        </p:blipFill>
        <p:spPr>
          <a:xfrm>
            <a:off x="3851031" y="0"/>
            <a:ext cx="5292969" cy="5143500"/>
          </a:xfrm>
          <a:prstGeom prst="rect">
            <a:avLst/>
          </a:prstGeom>
          <a:noFill/>
          <a:ln>
            <a:noFill/>
          </a:ln>
        </p:spPr>
      </p:pic>
      <p:sp>
        <p:nvSpPr>
          <p:cNvPr id="804" name="Google Shape;804;p11"/>
          <p:cNvSpPr txBox="1"/>
          <p:nvPr/>
        </p:nvSpPr>
        <p:spPr>
          <a:xfrm>
            <a:off x="69793" y="2078875"/>
            <a:ext cx="2911151"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400" b="1" i="0" u="sng" strike="noStrike" cap="none">
                <a:solidFill>
                  <a:srgbClr val="000000"/>
                </a:solidFill>
                <a:highlight>
                  <a:srgbClr val="FFFF00"/>
                </a:highlight>
                <a:latin typeface="Public Sans"/>
                <a:ea typeface="Public Sans"/>
                <a:cs typeface="Public Sans"/>
                <a:sym typeface="Public Sans"/>
                <a:hlinkClick r:id="rId4">
                  <a:extLst>
                    <a:ext uri="{A12FA001-AC4F-418D-AE19-62706E023703}">
                      <ahyp:hlinkClr xmlns:ahyp="http://schemas.microsoft.com/office/drawing/2018/hyperlinkcolor" val="tx"/>
                    </a:ext>
                  </a:extLst>
                </a:hlinkClick>
              </a:rPr>
              <a:t>MLU: Introduction to Learning Circle (OPAL2.0</a:t>
            </a:r>
            <a:r>
              <a:rPr lang="en" sz="2400" b="1" i="0" u="none" strike="noStrike" cap="none">
                <a:solidFill>
                  <a:srgbClr val="000000"/>
                </a:solidFill>
                <a:highlight>
                  <a:srgbClr val="FFFF00"/>
                </a:highlight>
                <a:latin typeface="Public Sans"/>
                <a:ea typeface="Public Sans"/>
                <a:cs typeface="Public Sans"/>
                <a:sym typeface="Public Sans"/>
              </a:rPr>
              <a:t>)</a:t>
            </a:r>
            <a:endParaRPr/>
          </a:p>
        </p:txBody>
      </p:sp>
      <p:sp>
        <p:nvSpPr>
          <p:cNvPr id="805" name="Google Shape;805;p11"/>
          <p:cNvSpPr txBox="1"/>
          <p:nvPr/>
        </p:nvSpPr>
        <p:spPr>
          <a:xfrm>
            <a:off x="69792" y="3262066"/>
            <a:ext cx="3561783"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303450"/>
                </a:solidFill>
                <a:latin typeface="Public Sans"/>
                <a:ea typeface="Public Sans"/>
                <a:cs typeface="Public Sans"/>
                <a:sym typeface="Public Sans"/>
              </a:rPr>
              <a:t>● What is Learning Circle?</a:t>
            </a:r>
            <a:endParaRPr/>
          </a:p>
          <a:p>
            <a:pPr marL="0" marR="0" lvl="0" indent="0" algn="l" rtl="0">
              <a:lnSpc>
                <a:spcPct val="100000"/>
              </a:lnSpc>
              <a:spcBef>
                <a:spcPts val="0"/>
              </a:spcBef>
              <a:spcAft>
                <a:spcPts val="0"/>
              </a:spcAft>
              <a:buNone/>
            </a:pPr>
            <a:r>
              <a:rPr lang="en" sz="1400" b="0" i="0" u="none" strike="noStrike" cap="none">
                <a:solidFill>
                  <a:srgbClr val="303450"/>
                </a:solidFill>
                <a:latin typeface="Public Sans"/>
                <a:ea typeface="Public Sans"/>
                <a:cs typeface="Public Sans"/>
                <a:sym typeface="Public Sans"/>
              </a:rPr>
              <a:t>● What are the Steps in Learning Circle?</a:t>
            </a:r>
            <a:endParaRPr/>
          </a:p>
          <a:p>
            <a:pPr marL="0" marR="0" lvl="0" indent="0" algn="l" rtl="0">
              <a:lnSpc>
                <a:spcPct val="100000"/>
              </a:lnSpc>
              <a:spcBef>
                <a:spcPts val="0"/>
              </a:spcBef>
              <a:spcAft>
                <a:spcPts val="0"/>
              </a:spcAft>
              <a:buNone/>
            </a:pPr>
            <a:r>
              <a:rPr lang="en" sz="1400" b="0" i="0" u="none" strike="noStrike" cap="none">
                <a:solidFill>
                  <a:srgbClr val="303450"/>
                </a:solidFill>
                <a:latin typeface="Public Sans"/>
                <a:ea typeface="Public Sans"/>
                <a:cs typeface="Public Sans"/>
                <a:sym typeface="Public Sans"/>
              </a:rPr>
              <a:t>● Considerations and Misconceptions</a:t>
            </a:r>
            <a:endParaRPr sz="1400" b="0" i="0" u="none" strike="noStrike" cap="none">
              <a:solidFill>
                <a:srgbClr val="000000"/>
              </a:solidFill>
              <a:latin typeface="Public Sans"/>
              <a:ea typeface="Public Sans"/>
              <a:cs typeface="Public Sans"/>
              <a:sym typeface="Public Sans"/>
            </a:endParaRPr>
          </a:p>
        </p:txBody>
      </p:sp>
      <p:pic>
        <p:nvPicPr>
          <p:cNvPr id="806" name="Google Shape;806;p11" descr="Remote learning language outline"/>
          <p:cNvPicPr preferRelativeResize="0"/>
          <p:nvPr/>
        </p:nvPicPr>
        <p:blipFill rotWithShape="1">
          <a:blip r:embed="rId5">
            <a:alphaModFix/>
          </a:blip>
          <a:srcRect/>
          <a:stretch/>
        </p:blipFill>
        <p:spPr>
          <a:xfrm>
            <a:off x="156117" y="225044"/>
            <a:ext cx="914400" cy="914400"/>
          </a:xfrm>
          <a:prstGeom prst="rect">
            <a:avLst/>
          </a:prstGeom>
          <a:noFill/>
          <a:ln>
            <a:noFill/>
          </a:ln>
        </p:spPr>
      </p:pic>
      <p:pic>
        <p:nvPicPr>
          <p:cNvPr id="807" name="Google Shape;807;p11" descr="A screenshot of a cell phone&#10;&#10;AI-generated content may be incorrect."/>
          <p:cNvPicPr preferRelativeResize="0"/>
          <p:nvPr/>
        </p:nvPicPr>
        <p:blipFill rotWithShape="1">
          <a:blip r:embed="rId6">
            <a:alphaModFix/>
          </a:blip>
          <a:srcRect/>
          <a:stretch/>
        </p:blipFill>
        <p:spPr>
          <a:xfrm>
            <a:off x="156117" y="1090192"/>
            <a:ext cx="3619686" cy="9017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pic>
        <p:nvPicPr>
          <p:cNvPr id="812" name="Google Shape;812;p12"/>
          <p:cNvPicPr preferRelativeResize="0"/>
          <p:nvPr/>
        </p:nvPicPr>
        <p:blipFill rotWithShape="1">
          <a:blip r:embed="rId3">
            <a:alphaModFix/>
          </a:blip>
          <a:srcRect b="-5824"/>
          <a:stretch/>
        </p:blipFill>
        <p:spPr>
          <a:xfrm>
            <a:off x="0" y="66817"/>
            <a:ext cx="9144000" cy="46508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816"/>
        <p:cNvGrpSpPr/>
        <p:nvPr/>
      </p:nvGrpSpPr>
      <p:grpSpPr>
        <a:xfrm>
          <a:off x="0" y="0"/>
          <a:ext cx="0" cy="0"/>
          <a:chOff x="0" y="0"/>
          <a:chExt cx="0" cy="0"/>
        </a:xfrm>
      </p:grpSpPr>
      <p:sp>
        <p:nvSpPr>
          <p:cNvPr id="817" name="Google Shape;817;p15"/>
          <p:cNvSpPr txBox="1">
            <a:spLocks noGrp="1"/>
          </p:cNvSpPr>
          <p:nvPr>
            <p:ph type="title"/>
          </p:nvPr>
        </p:nvSpPr>
        <p:spPr>
          <a:xfrm>
            <a:off x="3145273" y="0"/>
            <a:ext cx="2996582" cy="6797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Arial"/>
              <a:buNone/>
            </a:pPr>
            <a:r>
              <a:rPr lang="en"/>
              <a:t>SPAOR Cycle</a:t>
            </a:r>
            <a:endParaRPr/>
          </a:p>
        </p:txBody>
      </p:sp>
      <p:pic>
        <p:nvPicPr>
          <p:cNvPr id="818" name="Google Shape;818;p15"/>
          <p:cNvPicPr preferRelativeResize="0"/>
          <p:nvPr/>
        </p:nvPicPr>
        <p:blipFill rotWithShape="1">
          <a:blip r:embed="rId3">
            <a:alphaModFix/>
          </a:blip>
          <a:srcRect/>
          <a:stretch/>
        </p:blipFill>
        <p:spPr>
          <a:xfrm>
            <a:off x="2201325" y="584813"/>
            <a:ext cx="4741350" cy="43559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822"/>
        <p:cNvGrpSpPr/>
        <p:nvPr/>
      </p:nvGrpSpPr>
      <p:grpSpPr>
        <a:xfrm>
          <a:off x="0" y="0"/>
          <a:ext cx="0" cy="0"/>
          <a:chOff x="0" y="0"/>
          <a:chExt cx="0" cy="0"/>
        </a:xfrm>
      </p:grpSpPr>
      <p:grpSp>
        <p:nvGrpSpPr>
          <p:cNvPr id="823" name="Google Shape;823;p16"/>
          <p:cNvGrpSpPr/>
          <p:nvPr/>
        </p:nvGrpSpPr>
        <p:grpSpPr>
          <a:xfrm>
            <a:off x="640080" y="0"/>
            <a:ext cx="6583109" cy="3214688"/>
            <a:chOff x="853439" y="0"/>
            <a:chExt cx="8777478" cy="4286250"/>
          </a:xfrm>
        </p:grpSpPr>
        <p:sp>
          <p:nvSpPr>
            <p:cNvPr id="824" name="Google Shape;824;p16"/>
            <p:cNvSpPr/>
            <p:nvPr/>
          </p:nvSpPr>
          <p:spPr>
            <a:xfrm>
              <a:off x="2247137" y="1745742"/>
              <a:ext cx="7383780" cy="1127760"/>
            </a:xfrm>
            <a:custGeom>
              <a:avLst/>
              <a:gdLst/>
              <a:ahLst/>
              <a:cxnLst/>
              <a:rect l="l" t="t" r="r" b="b"/>
              <a:pathLst>
                <a:path w="7383780" h="1127760" extrusionOk="0">
                  <a:moveTo>
                    <a:pt x="7129144" y="0"/>
                  </a:moveTo>
                  <a:lnTo>
                    <a:pt x="254635" y="0"/>
                  </a:lnTo>
                  <a:lnTo>
                    <a:pt x="186957" y="4032"/>
                  </a:lnTo>
                  <a:lnTo>
                    <a:pt x="126134" y="15409"/>
                  </a:lnTo>
                  <a:lnTo>
                    <a:pt x="74596" y="33051"/>
                  </a:lnTo>
                  <a:lnTo>
                    <a:pt x="34774" y="55879"/>
                  </a:lnTo>
                  <a:lnTo>
                    <a:pt x="0" y="112775"/>
                  </a:lnTo>
                  <a:lnTo>
                    <a:pt x="0" y="1014984"/>
                  </a:lnTo>
                  <a:lnTo>
                    <a:pt x="34774" y="1071880"/>
                  </a:lnTo>
                  <a:lnTo>
                    <a:pt x="74596" y="1094708"/>
                  </a:lnTo>
                  <a:lnTo>
                    <a:pt x="126134" y="1112350"/>
                  </a:lnTo>
                  <a:lnTo>
                    <a:pt x="186957" y="1123727"/>
                  </a:lnTo>
                  <a:lnTo>
                    <a:pt x="254635" y="1127760"/>
                  </a:lnTo>
                  <a:lnTo>
                    <a:pt x="7129144" y="1127760"/>
                  </a:lnTo>
                  <a:lnTo>
                    <a:pt x="7196822" y="1123727"/>
                  </a:lnTo>
                  <a:lnTo>
                    <a:pt x="7257645" y="1112350"/>
                  </a:lnTo>
                  <a:lnTo>
                    <a:pt x="7309183" y="1094708"/>
                  </a:lnTo>
                  <a:lnTo>
                    <a:pt x="7349005" y="1071880"/>
                  </a:lnTo>
                  <a:lnTo>
                    <a:pt x="7383780" y="1014984"/>
                  </a:lnTo>
                  <a:lnTo>
                    <a:pt x="7383780" y="112775"/>
                  </a:lnTo>
                  <a:lnTo>
                    <a:pt x="7349005" y="55879"/>
                  </a:lnTo>
                  <a:lnTo>
                    <a:pt x="7309183" y="33051"/>
                  </a:lnTo>
                  <a:lnTo>
                    <a:pt x="7257645" y="15409"/>
                  </a:lnTo>
                  <a:lnTo>
                    <a:pt x="7196822" y="4032"/>
                  </a:lnTo>
                  <a:lnTo>
                    <a:pt x="7129144"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25" name="Google Shape;825;p16"/>
            <p:cNvSpPr/>
            <p:nvPr/>
          </p:nvSpPr>
          <p:spPr>
            <a:xfrm>
              <a:off x="5689092" y="2912364"/>
              <a:ext cx="437515" cy="454659"/>
            </a:xfrm>
            <a:custGeom>
              <a:avLst/>
              <a:gdLst/>
              <a:ahLst/>
              <a:cxnLst/>
              <a:rect l="l" t="t" r="r" b="b"/>
              <a:pathLst>
                <a:path w="437514" h="454660" extrusionOk="0">
                  <a:moveTo>
                    <a:pt x="349885" y="0"/>
                  </a:moveTo>
                  <a:lnTo>
                    <a:pt x="87503" y="0"/>
                  </a:lnTo>
                  <a:lnTo>
                    <a:pt x="87503" y="227075"/>
                  </a:lnTo>
                  <a:lnTo>
                    <a:pt x="0" y="227075"/>
                  </a:lnTo>
                  <a:lnTo>
                    <a:pt x="218694" y="454151"/>
                  </a:lnTo>
                  <a:lnTo>
                    <a:pt x="437388" y="227075"/>
                  </a:lnTo>
                  <a:lnTo>
                    <a:pt x="349885" y="227075"/>
                  </a:lnTo>
                  <a:lnTo>
                    <a:pt x="34988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26" name="Google Shape;826;p16"/>
            <p:cNvSpPr/>
            <p:nvPr/>
          </p:nvSpPr>
          <p:spPr>
            <a:xfrm>
              <a:off x="2247137" y="3379470"/>
              <a:ext cx="7383780" cy="906780"/>
            </a:xfrm>
            <a:custGeom>
              <a:avLst/>
              <a:gdLst/>
              <a:ahLst/>
              <a:cxnLst/>
              <a:rect l="l" t="t" r="r" b="b"/>
              <a:pathLst>
                <a:path w="7383780" h="906779" extrusionOk="0">
                  <a:moveTo>
                    <a:pt x="7129144" y="0"/>
                  </a:moveTo>
                  <a:lnTo>
                    <a:pt x="254635" y="0"/>
                  </a:lnTo>
                  <a:lnTo>
                    <a:pt x="186957" y="3242"/>
                  </a:lnTo>
                  <a:lnTo>
                    <a:pt x="126134" y="12389"/>
                  </a:lnTo>
                  <a:lnTo>
                    <a:pt x="74596" y="26574"/>
                  </a:lnTo>
                  <a:lnTo>
                    <a:pt x="34774" y="44929"/>
                  </a:lnTo>
                  <a:lnTo>
                    <a:pt x="0" y="90677"/>
                  </a:lnTo>
                  <a:lnTo>
                    <a:pt x="0" y="816101"/>
                  </a:lnTo>
                  <a:lnTo>
                    <a:pt x="34774" y="861850"/>
                  </a:lnTo>
                  <a:lnTo>
                    <a:pt x="74596" y="880205"/>
                  </a:lnTo>
                  <a:lnTo>
                    <a:pt x="126134" y="894390"/>
                  </a:lnTo>
                  <a:lnTo>
                    <a:pt x="186957" y="903537"/>
                  </a:lnTo>
                  <a:lnTo>
                    <a:pt x="254635" y="906779"/>
                  </a:lnTo>
                  <a:lnTo>
                    <a:pt x="7129144" y="906779"/>
                  </a:lnTo>
                  <a:lnTo>
                    <a:pt x="7196822" y="903537"/>
                  </a:lnTo>
                  <a:lnTo>
                    <a:pt x="7257645" y="894390"/>
                  </a:lnTo>
                  <a:lnTo>
                    <a:pt x="7309183" y="880205"/>
                  </a:lnTo>
                  <a:lnTo>
                    <a:pt x="7349005" y="861850"/>
                  </a:lnTo>
                  <a:lnTo>
                    <a:pt x="7383780" y="816101"/>
                  </a:lnTo>
                  <a:lnTo>
                    <a:pt x="7383780" y="90677"/>
                  </a:lnTo>
                  <a:lnTo>
                    <a:pt x="7349005" y="44929"/>
                  </a:lnTo>
                  <a:lnTo>
                    <a:pt x="7309183" y="26574"/>
                  </a:lnTo>
                  <a:lnTo>
                    <a:pt x="7257645" y="12389"/>
                  </a:lnTo>
                  <a:lnTo>
                    <a:pt x="7196822" y="3242"/>
                  </a:lnTo>
                  <a:lnTo>
                    <a:pt x="7129144"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827" name="Google Shape;827;p16"/>
            <p:cNvPicPr preferRelativeResize="0"/>
            <p:nvPr/>
          </p:nvPicPr>
          <p:blipFill rotWithShape="1">
            <a:blip r:embed="rId3">
              <a:alphaModFix/>
            </a:blip>
            <a:srcRect/>
            <a:stretch/>
          </p:blipFill>
          <p:spPr>
            <a:xfrm>
              <a:off x="853439" y="0"/>
              <a:ext cx="1978152" cy="1877567"/>
            </a:xfrm>
            <a:prstGeom prst="rect">
              <a:avLst/>
            </a:prstGeom>
            <a:noFill/>
            <a:ln>
              <a:noFill/>
            </a:ln>
          </p:spPr>
        </p:pic>
      </p:grpSp>
      <p:sp>
        <p:nvSpPr>
          <p:cNvPr id="828" name="Google Shape;828;p16" descr="$PPTXTitle"/>
          <p:cNvSpPr txBox="1">
            <a:spLocks noGrp="1"/>
          </p:cNvSpPr>
          <p:nvPr>
            <p:ph type="title"/>
          </p:nvPr>
        </p:nvSpPr>
        <p:spPr>
          <a:xfrm>
            <a:off x="471488" y="105072"/>
            <a:ext cx="5915025" cy="946252"/>
          </a:xfrm>
          <a:prstGeom prst="rect">
            <a:avLst/>
          </a:prstGeom>
          <a:noFill/>
          <a:ln>
            <a:noFill/>
          </a:ln>
        </p:spPr>
        <p:txBody>
          <a:bodyPr spcFirstLastPara="1" wrap="square" lIns="0" tIns="10000" rIns="0" bIns="0" anchor="ctr" anchorCtr="0">
            <a:spAutoFit/>
          </a:bodyPr>
          <a:lstStyle/>
          <a:p>
            <a:pPr marL="1043939" lvl="0" indent="0" algn="l" rtl="0">
              <a:lnSpc>
                <a:spcPct val="100000"/>
              </a:lnSpc>
              <a:spcBef>
                <a:spcPts val="79"/>
              </a:spcBef>
              <a:spcAft>
                <a:spcPts val="0"/>
              </a:spcAft>
              <a:buSzPts val="1800"/>
              <a:buNone/>
            </a:pPr>
            <a:r>
              <a:rPr lang="en" sz="6000">
                <a:solidFill>
                  <a:srgbClr val="C00000"/>
                </a:solidFill>
              </a:rPr>
              <a:t>S</a:t>
            </a:r>
            <a:r>
              <a:rPr lang="en" sz="3900">
                <a:solidFill>
                  <a:srgbClr val="000000"/>
                </a:solidFill>
              </a:rPr>
              <a:t>can</a:t>
            </a:r>
            <a:endParaRPr sz="3900"/>
          </a:p>
        </p:txBody>
      </p:sp>
      <p:grpSp>
        <p:nvGrpSpPr>
          <p:cNvPr id="829" name="Google Shape;829;p16"/>
          <p:cNvGrpSpPr/>
          <p:nvPr/>
        </p:nvGrpSpPr>
        <p:grpSpPr>
          <a:xfrm>
            <a:off x="1685354" y="3243833"/>
            <a:ext cx="5598794" cy="1054418"/>
            <a:chOff x="2247138" y="4325111"/>
            <a:chExt cx="7465059" cy="1405890"/>
          </a:xfrm>
        </p:grpSpPr>
        <p:sp>
          <p:nvSpPr>
            <p:cNvPr id="830" name="Google Shape;830;p16"/>
            <p:cNvSpPr/>
            <p:nvPr/>
          </p:nvSpPr>
          <p:spPr>
            <a:xfrm>
              <a:off x="2247138" y="4824221"/>
              <a:ext cx="7465059" cy="906780"/>
            </a:xfrm>
            <a:custGeom>
              <a:avLst/>
              <a:gdLst/>
              <a:ahLst/>
              <a:cxnLst/>
              <a:rect l="l" t="t" r="r" b="b"/>
              <a:pathLst>
                <a:path w="7465059" h="906779" extrusionOk="0">
                  <a:moveTo>
                    <a:pt x="7207123" y="0"/>
                  </a:moveTo>
                  <a:lnTo>
                    <a:pt x="257429" y="0"/>
                  </a:lnTo>
                  <a:lnTo>
                    <a:pt x="188971" y="3242"/>
                  </a:lnTo>
                  <a:lnTo>
                    <a:pt x="127470" y="12389"/>
                  </a:lnTo>
                  <a:lnTo>
                    <a:pt x="75374" y="26574"/>
                  </a:lnTo>
                  <a:lnTo>
                    <a:pt x="35131" y="44929"/>
                  </a:lnTo>
                  <a:lnTo>
                    <a:pt x="0" y="90677"/>
                  </a:lnTo>
                  <a:lnTo>
                    <a:pt x="0" y="816101"/>
                  </a:lnTo>
                  <a:lnTo>
                    <a:pt x="35131" y="861867"/>
                  </a:lnTo>
                  <a:lnTo>
                    <a:pt x="75374" y="880219"/>
                  </a:lnTo>
                  <a:lnTo>
                    <a:pt x="127470" y="894398"/>
                  </a:lnTo>
                  <a:lnTo>
                    <a:pt x="188971" y="903540"/>
                  </a:lnTo>
                  <a:lnTo>
                    <a:pt x="257429" y="906779"/>
                  </a:lnTo>
                  <a:lnTo>
                    <a:pt x="7207123" y="906779"/>
                  </a:lnTo>
                  <a:lnTo>
                    <a:pt x="7275580" y="903540"/>
                  </a:lnTo>
                  <a:lnTo>
                    <a:pt x="7337081" y="894398"/>
                  </a:lnTo>
                  <a:lnTo>
                    <a:pt x="7389177" y="880219"/>
                  </a:lnTo>
                  <a:lnTo>
                    <a:pt x="7429420" y="861867"/>
                  </a:lnTo>
                  <a:lnTo>
                    <a:pt x="7464552" y="816101"/>
                  </a:lnTo>
                  <a:lnTo>
                    <a:pt x="7464552" y="90677"/>
                  </a:lnTo>
                  <a:lnTo>
                    <a:pt x="7429420" y="44929"/>
                  </a:lnTo>
                  <a:lnTo>
                    <a:pt x="7389177" y="26574"/>
                  </a:lnTo>
                  <a:lnTo>
                    <a:pt x="7337081" y="12389"/>
                  </a:lnTo>
                  <a:lnTo>
                    <a:pt x="7275580" y="3242"/>
                  </a:lnTo>
                  <a:lnTo>
                    <a:pt x="7207123"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31" name="Google Shape;831;p16"/>
            <p:cNvSpPr/>
            <p:nvPr/>
          </p:nvSpPr>
          <p:spPr>
            <a:xfrm>
              <a:off x="5689091" y="4325111"/>
              <a:ext cx="437515" cy="460375"/>
            </a:xfrm>
            <a:custGeom>
              <a:avLst/>
              <a:gdLst/>
              <a:ahLst/>
              <a:cxnLst/>
              <a:rect l="l" t="t" r="r" b="b"/>
              <a:pathLst>
                <a:path w="437514" h="460375" extrusionOk="0">
                  <a:moveTo>
                    <a:pt x="349885" y="0"/>
                  </a:moveTo>
                  <a:lnTo>
                    <a:pt x="87503" y="0"/>
                  </a:lnTo>
                  <a:lnTo>
                    <a:pt x="87503" y="230124"/>
                  </a:lnTo>
                  <a:lnTo>
                    <a:pt x="0" y="230124"/>
                  </a:lnTo>
                  <a:lnTo>
                    <a:pt x="218694" y="460248"/>
                  </a:lnTo>
                  <a:lnTo>
                    <a:pt x="437388" y="230124"/>
                  </a:lnTo>
                  <a:lnTo>
                    <a:pt x="349885" y="230124"/>
                  </a:lnTo>
                  <a:lnTo>
                    <a:pt x="34988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832" name="Google Shape;832;p16"/>
          <p:cNvSpPr txBox="1"/>
          <p:nvPr/>
        </p:nvSpPr>
        <p:spPr>
          <a:xfrm>
            <a:off x="1862050" y="1324550"/>
            <a:ext cx="5244900" cy="2449800"/>
          </a:xfrm>
          <a:prstGeom prst="rect">
            <a:avLst/>
          </a:prstGeom>
          <a:noFill/>
          <a:ln>
            <a:noFill/>
          </a:ln>
        </p:spPr>
        <p:txBody>
          <a:bodyPr spcFirstLastPara="1" wrap="square" lIns="0" tIns="10000" rIns="0" bIns="0" anchor="t" anchorCtr="0">
            <a:spAutoFit/>
          </a:bodyPr>
          <a:lstStyle/>
          <a:p>
            <a:pPr marL="164306" marR="218599" lvl="0" indent="0" algn="ctr" rtl="0">
              <a:lnSpc>
                <a:spcPct val="100000"/>
              </a:lnSpc>
              <a:spcBef>
                <a:spcPts val="0"/>
              </a:spcBef>
              <a:spcAft>
                <a:spcPts val="0"/>
              </a:spcAft>
              <a:buNone/>
            </a:pPr>
            <a:r>
              <a:rPr lang="en" sz="2400" b="0" i="0" u="none" strike="noStrike" cap="none">
                <a:solidFill>
                  <a:srgbClr val="000000"/>
                </a:solidFill>
                <a:latin typeface="Arial"/>
                <a:ea typeface="Arial"/>
                <a:cs typeface="Arial"/>
                <a:sym typeface="Arial"/>
              </a:rPr>
              <a:t>Conduct reflections on teaching and learning issues.</a:t>
            </a:r>
            <a:endParaRPr sz="2400" b="0" i="0" u="none" strike="noStrike" cap="none">
              <a:solidFill>
                <a:srgbClr val="000000"/>
              </a:solidFill>
              <a:latin typeface="Arial"/>
              <a:ea typeface="Arial"/>
              <a:cs typeface="Arial"/>
              <a:sym typeface="Arial"/>
            </a:endParaRPr>
          </a:p>
          <a:p>
            <a:pPr marL="9525" marR="3810" lvl="0" indent="-9525" algn="ctr" rtl="0">
              <a:lnSpc>
                <a:spcPct val="355625"/>
              </a:lnSpc>
              <a:spcBef>
                <a:spcPts val="139"/>
              </a:spcBef>
              <a:spcAft>
                <a:spcPts val="0"/>
              </a:spcAft>
              <a:buNone/>
            </a:pPr>
            <a:r>
              <a:rPr lang="en" sz="2400" b="0" i="0" u="none" strike="noStrike" cap="none">
                <a:solidFill>
                  <a:srgbClr val="000000"/>
                </a:solidFill>
                <a:latin typeface="Arial"/>
                <a:ea typeface="Arial"/>
                <a:cs typeface="Arial"/>
                <a:sym typeface="Arial"/>
              </a:rPr>
              <a:t>Examine children’s data or work Identify an area of concern or problem.</a:t>
            </a:r>
            <a:endParaRPr sz="2400" b="0" i="0" u="none" strike="noStrike" cap="none">
              <a:solidFill>
                <a:srgbClr val="000000"/>
              </a:solidFill>
              <a:latin typeface="Arial"/>
              <a:ea typeface="Arial"/>
              <a:cs typeface="Arial"/>
              <a:sym typeface="Arial"/>
            </a:endParaRPr>
          </a:p>
        </p:txBody>
      </p:sp>
      <p:sp>
        <p:nvSpPr>
          <p:cNvPr id="833" name="Google Shape;833;p16"/>
          <p:cNvSpPr/>
          <p:nvPr/>
        </p:nvSpPr>
        <p:spPr>
          <a:xfrm>
            <a:off x="826758" y="112857"/>
            <a:ext cx="106680" cy="80963"/>
          </a:xfrm>
          <a:custGeom>
            <a:avLst/>
            <a:gdLst/>
            <a:ahLst/>
            <a:cxnLst/>
            <a:rect l="l" t="t" r="r" b="b"/>
            <a:pathLst>
              <a:path w="142240" h="107950" extrusionOk="0">
                <a:moveTo>
                  <a:pt x="142014" y="0"/>
                </a:moveTo>
                <a:lnTo>
                  <a:pt x="0" y="0"/>
                </a:lnTo>
                <a:lnTo>
                  <a:pt x="0" y="107545"/>
                </a:lnTo>
                <a:lnTo>
                  <a:pt x="142014" y="107545"/>
                </a:lnTo>
                <a:lnTo>
                  <a:pt x="14201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34" name="Google Shape;834;p16"/>
          <p:cNvSpPr/>
          <p:nvPr/>
        </p:nvSpPr>
        <p:spPr>
          <a:xfrm>
            <a:off x="490832" y="233848"/>
            <a:ext cx="557213" cy="564833"/>
          </a:xfrm>
          <a:custGeom>
            <a:avLst/>
            <a:gdLst/>
            <a:ahLst/>
            <a:cxnLst/>
            <a:rect l="l" t="t" r="r" b="b"/>
            <a:pathLst>
              <a:path w="742950" h="753110" extrusionOk="0">
                <a:moveTo>
                  <a:pt x="294957" y="0"/>
                </a:moveTo>
                <a:lnTo>
                  <a:pt x="65544" y="0"/>
                </a:lnTo>
                <a:lnTo>
                  <a:pt x="0" y="443623"/>
                </a:lnTo>
                <a:lnTo>
                  <a:pt x="0" y="699046"/>
                </a:lnTo>
                <a:lnTo>
                  <a:pt x="3454" y="719924"/>
                </a:lnTo>
                <a:lnTo>
                  <a:pt x="12839" y="737031"/>
                </a:lnTo>
                <a:lnTo>
                  <a:pt x="26733" y="748576"/>
                </a:lnTo>
                <a:lnTo>
                  <a:pt x="43700" y="752817"/>
                </a:lnTo>
                <a:lnTo>
                  <a:pt x="196634" y="752817"/>
                </a:lnTo>
                <a:lnTo>
                  <a:pt x="236893" y="719924"/>
                </a:lnTo>
                <a:lnTo>
                  <a:pt x="240334" y="376415"/>
                </a:lnTo>
                <a:lnTo>
                  <a:pt x="251256" y="376415"/>
                </a:lnTo>
                <a:lnTo>
                  <a:pt x="268224" y="372173"/>
                </a:lnTo>
                <a:lnTo>
                  <a:pt x="282117" y="360616"/>
                </a:lnTo>
                <a:lnTo>
                  <a:pt x="291503" y="343522"/>
                </a:lnTo>
                <a:lnTo>
                  <a:pt x="294957" y="322643"/>
                </a:lnTo>
                <a:lnTo>
                  <a:pt x="294957" y="0"/>
                </a:lnTo>
                <a:close/>
              </a:path>
              <a:path w="742950" h="753110" extrusionOk="0">
                <a:moveTo>
                  <a:pt x="404202" y="0"/>
                </a:moveTo>
                <a:lnTo>
                  <a:pt x="338658" y="0"/>
                </a:lnTo>
                <a:lnTo>
                  <a:pt x="338658" y="322643"/>
                </a:lnTo>
                <a:lnTo>
                  <a:pt x="404202" y="322643"/>
                </a:lnTo>
                <a:lnTo>
                  <a:pt x="404202" y="0"/>
                </a:lnTo>
                <a:close/>
              </a:path>
              <a:path w="742950" h="753110" extrusionOk="0">
                <a:moveTo>
                  <a:pt x="742848" y="443623"/>
                </a:moveTo>
                <a:lnTo>
                  <a:pt x="677303" y="0"/>
                </a:lnTo>
                <a:lnTo>
                  <a:pt x="447890" y="0"/>
                </a:lnTo>
                <a:lnTo>
                  <a:pt x="447890" y="322643"/>
                </a:lnTo>
                <a:lnTo>
                  <a:pt x="451345" y="343522"/>
                </a:lnTo>
                <a:lnTo>
                  <a:pt x="460730" y="360616"/>
                </a:lnTo>
                <a:lnTo>
                  <a:pt x="474624" y="372173"/>
                </a:lnTo>
                <a:lnTo>
                  <a:pt x="491591" y="376415"/>
                </a:lnTo>
                <a:lnTo>
                  <a:pt x="502513" y="376415"/>
                </a:lnTo>
                <a:lnTo>
                  <a:pt x="502513" y="699046"/>
                </a:lnTo>
                <a:lnTo>
                  <a:pt x="505968" y="719924"/>
                </a:lnTo>
                <a:lnTo>
                  <a:pt x="515353" y="737031"/>
                </a:lnTo>
                <a:lnTo>
                  <a:pt x="529247" y="748576"/>
                </a:lnTo>
                <a:lnTo>
                  <a:pt x="546214" y="752817"/>
                </a:lnTo>
                <a:lnTo>
                  <a:pt x="699147" y="752817"/>
                </a:lnTo>
                <a:lnTo>
                  <a:pt x="716114" y="748576"/>
                </a:lnTo>
                <a:lnTo>
                  <a:pt x="730008" y="737031"/>
                </a:lnTo>
                <a:lnTo>
                  <a:pt x="739394" y="719924"/>
                </a:lnTo>
                <a:lnTo>
                  <a:pt x="742848" y="699046"/>
                </a:lnTo>
                <a:lnTo>
                  <a:pt x="742848" y="44362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35" name="Google Shape;835;p16"/>
          <p:cNvSpPr/>
          <p:nvPr/>
        </p:nvSpPr>
        <p:spPr>
          <a:xfrm>
            <a:off x="605543" y="112857"/>
            <a:ext cx="106680" cy="80963"/>
          </a:xfrm>
          <a:custGeom>
            <a:avLst/>
            <a:gdLst/>
            <a:ahLst/>
            <a:cxnLst/>
            <a:rect l="l" t="t" r="r" b="b"/>
            <a:pathLst>
              <a:path w="142240" h="107950" extrusionOk="0">
                <a:moveTo>
                  <a:pt x="142014" y="0"/>
                </a:moveTo>
                <a:lnTo>
                  <a:pt x="0" y="0"/>
                </a:lnTo>
                <a:lnTo>
                  <a:pt x="0" y="107545"/>
                </a:lnTo>
                <a:lnTo>
                  <a:pt x="142014" y="107545"/>
                </a:lnTo>
                <a:lnTo>
                  <a:pt x="14201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36" name="Google Shape;836;p16"/>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5</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840"/>
        <p:cNvGrpSpPr/>
        <p:nvPr/>
      </p:nvGrpSpPr>
      <p:grpSpPr>
        <a:xfrm>
          <a:off x="0" y="0"/>
          <a:ext cx="0" cy="0"/>
          <a:chOff x="0" y="0"/>
          <a:chExt cx="0" cy="0"/>
        </a:xfrm>
      </p:grpSpPr>
      <p:sp>
        <p:nvSpPr>
          <p:cNvPr id="841" name="Google Shape;841;p33" descr="$PPTXTitle"/>
          <p:cNvSpPr txBox="1">
            <a:spLocks noGrp="1"/>
          </p:cNvSpPr>
          <p:nvPr>
            <p:ph type="title"/>
          </p:nvPr>
        </p:nvSpPr>
        <p:spPr>
          <a:xfrm>
            <a:off x="1844175" y="278825"/>
            <a:ext cx="5375931" cy="420949"/>
          </a:xfrm>
          <a:prstGeom prst="rect">
            <a:avLst/>
          </a:prstGeom>
          <a:solidFill>
            <a:srgbClr val="FFC000">
              <a:alpha val="49803"/>
            </a:srgbClr>
          </a:solidFill>
          <a:ln>
            <a:noFill/>
          </a:ln>
        </p:spPr>
        <p:txBody>
          <a:bodyPr spcFirstLastPara="1" wrap="square" lIns="0" tIns="25700" rIns="0" bIns="0" anchor="ctr" anchorCtr="0">
            <a:spAutoFit/>
          </a:bodyPr>
          <a:lstStyle/>
          <a:p>
            <a:pPr marL="68580" lvl="0" indent="0" algn="ctr" rtl="0">
              <a:lnSpc>
                <a:spcPct val="100000"/>
              </a:lnSpc>
              <a:spcBef>
                <a:spcPts val="203"/>
              </a:spcBef>
              <a:spcAft>
                <a:spcPts val="0"/>
              </a:spcAft>
              <a:buSzPts val="1800"/>
              <a:buNone/>
            </a:pPr>
            <a:r>
              <a:rPr lang="en" sz="2400">
                <a:solidFill>
                  <a:srgbClr val="000000"/>
                </a:solidFill>
              </a:rPr>
              <a:t>Key Considerations of AOC</a:t>
            </a:r>
            <a:endParaRPr sz="2400"/>
          </a:p>
        </p:txBody>
      </p:sp>
      <p:pic>
        <p:nvPicPr>
          <p:cNvPr id="842" name="Google Shape;842;p33"/>
          <p:cNvPicPr preferRelativeResize="0"/>
          <p:nvPr/>
        </p:nvPicPr>
        <p:blipFill rotWithShape="1">
          <a:blip r:embed="rId3">
            <a:alphaModFix/>
          </a:blip>
          <a:srcRect/>
          <a:stretch/>
        </p:blipFill>
        <p:spPr>
          <a:xfrm>
            <a:off x="1844175" y="787353"/>
            <a:ext cx="5375931" cy="4137661"/>
          </a:xfrm>
          <a:prstGeom prst="rect">
            <a:avLst/>
          </a:prstGeom>
          <a:noFill/>
          <a:ln>
            <a:noFill/>
          </a:ln>
        </p:spPr>
      </p:pic>
      <p:sp>
        <p:nvSpPr>
          <p:cNvPr id="843" name="Google Shape;843;p33"/>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6</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47"/>
        <p:cNvGrpSpPr/>
        <p:nvPr/>
      </p:nvGrpSpPr>
      <p:grpSpPr>
        <a:xfrm>
          <a:off x="0" y="0"/>
          <a:ext cx="0" cy="0"/>
          <a:chOff x="0" y="0"/>
          <a:chExt cx="0" cy="0"/>
        </a:xfrm>
      </p:grpSpPr>
      <p:grpSp>
        <p:nvGrpSpPr>
          <p:cNvPr id="848" name="Google Shape;848;p17"/>
          <p:cNvGrpSpPr/>
          <p:nvPr/>
        </p:nvGrpSpPr>
        <p:grpSpPr>
          <a:xfrm>
            <a:off x="392048" y="1130427"/>
            <a:ext cx="8300561" cy="2821305"/>
            <a:chOff x="522731" y="1507236"/>
            <a:chExt cx="11067415" cy="3761740"/>
          </a:xfrm>
        </p:grpSpPr>
        <p:sp>
          <p:nvSpPr>
            <p:cNvPr id="849" name="Google Shape;849;p17"/>
            <p:cNvSpPr/>
            <p:nvPr/>
          </p:nvSpPr>
          <p:spPr>
            <a:xfrm>
              <a:off x="522731" y="1507236"/>
              <a:ext cx="11067415" cy="3761740"/>
            </a:xfrm>
            <a:custGeom>
              <a:avLst/>
              <a:gdLst/>
              <a:ahLst/>
              <a:cxnLst/>
              <a:rect l="l" t="t" r="r" b="b"/>
              <a:pathLst>
                <a:path w="11067415" h="3761740" extrusionOk="0">
                  <a:moveTo>
                    <a:pt x="10440416" y="0"/>
                  </a:moveTo>
                  <a:lnTo>
                    <a:pt x="626884" y="0"/>
                  </a:lnTo>
                  <a:lnTo>
                    <a:pt x="577894" y="1886"/>
                  </a:lnTo>
                  <a:lnTo>
                    <a:pt x="529935" y="7451"/>
                  </a:lnTo>
                  <a:lnTo>
                    <a:pt x="483147" y="16556"/>
                  </a:lnTo>
                  <a:lnTo>
                    <a:pt x="437668" y="29062"/>
                  </a:lnTo>
                  <a:lnTo>
                    <a:pt x="393639" y="44829"/>
                  </a:lnTo>
                  <a:lnTo>
                    <a:pt x="351198" y="63717"/>
                  </a:lnTo>
                  <a:lnTo>
                    <a:pt x="310485" y="85588"/>
                  </a:lnTo>
                  <a:lnTo>
                    <a:pt x="271640" y="110302"/>
                  </a:lnTo>
                  <a:lnTo>
                    <a:pt x="234802" y="137719"/>
                  </a:lnTo>
                  <a:lnTo>
                    <a:pt x="200109" y="167701"/>
                  </a:lnTo>
                  <a:lnTo>
                    <a:pt x="167702" y="200107"/>
                  </a:lnTo>
                  <a:lnTo>
                    <a:pt x="137720" y="234799"/>
                  </a:lnTo>
                  <a:lnTo>
                    <a:pt x="110303" y="271637"/>
                  </a:lnTo>
                  <a:lnTo>
                    <a:pt x="85589" y="310482"/>
                  </a:lnTo>
                  <a:lnTo>
                    <a:pt x="63718" y="351193"/>
                  </a:lnTo>
                  <a:lnTo>
                    <a:pt x="44829" y="393633"/>
                  </a:lnTo>
                  <a:lnTo>
                    <a:pt x="29062" y="437661"/>
                  </a:lnTo>
                  <a:lnTo>
                    <a:pt x="16556" y="483139"/>
                  </a:lnTo>
                  <a:lnTo>
                    <a:pt x="7451" y="529926"/>
                  </a:lnTo>
                  <a:lnTo>
                    <a:pt x="1886" y="577883"/>
                  </a:lnTo>
                  <a:lnTo>
                    <a:pt x="0" y="626872"/>
                  </a:lnTo>
                  <a:lnTo>
                    <a:pt x="0" y="3134360"/>
                  </a:lnTo>
                  <a:lnTo>
                    <a:pt x="1886" y="3183348"/>
                  </a:lnTo>
                  <a:lnTo>
                    <a:pt x="7451" y="3231305"/>
                  </a:lnTo>
                  <a:lnTo>
                    <a:pt x="16556" y="3278092"/>
                  </a:lnTo>
                  <a:lnTo>
                    <a:pt x="29062" y="3323570"/>
                  </a:lnTo>
                  <a:lnTo>
                    <a:pt x="44829" y="3367598"/>
                  </a:lnTo>
                  <a:lnTo>
                    <a:pt x="63718" y="3410038"/>
                  </a:lnTo>
                  <a:lnTo>
                    <a:pt x="85589" y="3450749"/>
                  </a:lnTo>
                  <a:lnTo>
                    <a:pt x="110303" y="3489594"/>
                  </a:lnTo>
                  <a:lnTo>
                    <a:pt x="137720" y="3526432"/>
                  </a:lnTo>
                  <a:lnTo>
                    <a:pt x="167702" y="3561124"/>
                  </a:lnTo>
                  <a:lnTo>
                    <a:pt x="200109" y="3593530"/>
                  </a:lnTo>
                  <a:lnTo>
                    <a:pt x="234802" y="3623512"/>
                  </a:lnTo>
                  <a:lnTo>
                    <a:pt x="271640" y="3650929"/>
                  </a:lnTo>
                  <a:lnTo>
                    <a:pt x="310485" y="3675643"/>
                  </a:lnTo>
                  <a:lnTo>
                    <a:pt x="351198" y="3697514"/>
                  </a:lnTo>
                  <a:lnTo>
                    <a:pt x="393639" y="3716402"/>
                  </a:lnTo>
                  <a:lnTo>
                    <a:pt x="437668" y="3732169"/>
                  </a:lnTo>
                  <a:lnTo>
                    <a:pt x="483147" y="3744675"/>
                  </a:lnTo>
                  <a:lnTo>
                    <a:pt x="529935" y="3753780"/>
                  </a:lnTo>
                  <a:lnTo>
                    <a:pt x="577894" y="3759345"/>
                  </a:lnTo>
                  <a:lnTo>
                    <a:pt x="626884" y="3761231"/>
                  </a:lnTo>
                  <a:lnTo>
                    <a:pt x="10440416" y="3761231"/>
                  </a:lnTo>
                  <a:lnTo>
                    <a:pt x="10489404" y="3759345"/>
                  </a:lnTo>
                  <a:lnTo>
                    <a:pt x="10537361" y="3753780"/>
                  </a:lnTo>
                  <a:lnTo>
                    <a:pt x="10584148" y="3744675"/>
                  </a:lnTo>
                  <a:lnTo>
                    <a:pt x="10629626" y="3732169"/>
                  </a:lnTo>
                  <a:lnTo>
                    <a:pt x="10673654" y="3716402"/>
                  </a:lnTo>
                  <a:lnTo>
                    <a:pt x="10716094" y="3697514"/>
                  </a:lnTo>
                  <a:lnTo>
                    <a:pt x="10756805" y="3675643"/>
                  </a:lnTo>
                  <a:lnTo>
                    <a:pt x="10795650" y="3650929"/>
                  </a:lnTo>
                  <a:lnTo>
                    <a:pt x="10832488" y="3623512"/>
                  </a:lnTo>
                  <a:lnTo>
                    <a:pt x="10867180" y="3593530"/>
                  </a:lnTo>
                  <a:lnTo>
                    <a:pt x="10899586" y="3561124"/>
                  </a:lnTo>
                  <a:lnTo>
                    <a:pt x="10929568" y="3526432"/>
                  </a:lnTo>
                  <a:lnTo>
                    <a:pt x="10956985" y="3489594"/>
                  </a:lnTo>
                  <a:lnTo>
                    <a:pt x="10981699" y="3450749"/>
                  </a:lnTo>
                  <a:lnTo>
                    <a:pt x="11003570" y="3410038"/>
                  </a:lnTo>
                  <a:lnTo>
                    <a:pt x="11022458" y="3367598"/>
                  </a:lnTo>
                  <a:lnTo>
                    <a:pt x="11038225" y="3323570"/>
                  </a:lnTo>
                  <a:lnTo>
                    <a:pt x="11050731" y="3278092"/>
                  </a:lnTo>
                  <a:lnTo>
                    <a:pt x="11059836" y="3231305"/>
                  </a:lnTo>
                  <a:lnTo>
                    <a:pt x="11065401" y="3183348"/>
                  </a:lnTo>
                  <a:lnTo>
                    <a:pt x="11067288" y="3134360"/>
                  </a:lnTo>
                  <a:lnTo>
                    <a:pt x="11067288" y="626872"/>
                  </a:lnTo>
                  <a:lnTo>
                    <a:pt x="11065401" y="577883"/>
                  </a:lnTo>
                  <a:lnTo>
                    <a:pt x="11059836" y="529926"/>
                  </a:lnTo>
                  <a:lnTo>
                    <a:pt x="11050731" y="483139"/>
                  </a:lnTo>
                  <a:lnTo>
                    <a:pt x="11038225" y="437661"/>
                  </a:lnTo>
                  <a:lnTo>
                    <a:pt x="11022458" y="393633"/>
                  </a:lnTo>
                  <a:lnTo>
                    <a:pt x="11003570" y="351193"/>
                  </a:lnTo>
                  <a:lnTo>
                    <a:pt x="10981699" y="310482"/>
                  </a:lnTo>
                  <a:lnTo>
                    <a:pt x="10956985" y="271637"/>
                  </a:lnTo>
                  <a:lnTo>
                    <a:pt x="10929568" y="234799"/>
                  </a:lnTo>
                  <a:lnTo>
                    <a:pt x="10899586" y="200107"/>
                  </a:lnTo>
                  <a:lnTo>
                    <a:pt x="10867180" y="167701"/>
                  </a:lnTo>
                  <a:lnTo>
                    <a:pt x="10832488" y="137719"/>
                  </a:lnTo>
                  <a:lnTo>
                    <a:pt x="10795650" y="110302"/>
                  </a:lnTo>
                  <a:lnTo>
                    <a:pt x="10756805" y="85588"/>
                  </a:lnTo>
                  <a:lnTo>
                    <a:pt x="10716094" y="63717"/>
                  </a:lnTo>
                  <a:lnTo>
                    <a:pt x="10673654" y="44829"/>
                  </a:lnTo>
                  <a:lnTo>
                    <a:pt x="10629626" y="29062"/>
                  </a:lnTo>
                  <a:lnTo>
                    <a:pt x="10584148" y="16556"/>
                  </a:lnTo>
                  <a:lnTo>
                    <a:pt x="10537361" y="7451"/>
                  </a:lnTo>
                  <a:lnTo>
                    <a:pt x="10489404" y="1886"/>
                  </a:lnTo>
                  <a:lnTo>
                    <a:pt x="10440416"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50" name="Google Shape;850;p17"/>
            <p:cNvSpPr/>
            <p:nvPr/>
          </p:nvSpPr>
          <p:spPr>
            <a:xfrm>
              <a:off x="522731" y="1507236"/>
              <a:ext cx="11067415" cy="3761740"/>
            </a:xfrm>
            <a:custGeom>
              <a:avLst/>
              <a:gdLst/>
              <a:ahLst/>
              <a:cxnLst/>
              <a:rect l="l" t="t" r="r" b="b"/>
              <a:pathLst>
                <a:path w="11067415" h="3761740" extrusionOk="0">
                  <a:moveTo>
                    <a:pt x="0" y="626872"/>
                  </a:moveTo>
                  <a:lnTo>
                    <a:pt x="1886" y="577883"/>
                  </a:lnTo>
                  <a:lnTo>
                    <a:pt x="7451" y="529926"/>
                  </a:lnTo>
                  <a:lnTo>
                    <a:pt x="16556" y="483139"/>
                  </a:lnTo>
                  <a:lnTo>
                    <a:pt x="29062" y="437661"/>
                  </a:lnTo>
                  <a:lnTo>
                    <a:pt x="44829" y="393633"/>
                  </a:lnTo>
                  <a:lnTo>
                    <a:pt x="63718" y="351193"/>
                  </a:lnTo>
                  <a:lnTo>
                    <a:pt x="85589" y="310482"/>
                  </a:lnTo>
                  <a:lnTo>
                    <a:pt x="110303" y="271637"/>
                  </a:lnTo>
                  <a:lnTo>
                    <a:pt x="137720" y="234799"/>
                  </a:lnTo>
                  <a:lnTo>
                    <a:pt x="167702" y="200107"/>
                  </a:lnTo>
                  <a:lnTo>
                    <a:pt x="200109" y="167701"/>
                  </a:lnTo>
                  <a:lnTo>
                    <a:pt x="234802" y="137719"/>
                  </a:lnTo>
                  <a:lnTo>
                    <a:pt x="271640" y="110302"/>
                  </a:lnTo>
                  <a:lnTo>
                    <a:pt x="310485" y="85588"/>
                  </a:lnTo>
                  <a:lnTo>
                    <a:pt x="351198" y="63717"/>
                  </a:lnTo>
                  <a:lnTo>
                    <a:pt x="393639" y="44829"/>
                  </a:lnTo>
                  <a:lnTo>
                    <a:pt x="437668" y="29062"/>
                  </a:lnTo>
                  <a:lnTo>
                    <a:pt x="483147" y="16556"/>
                  </a:lnTo>
                  <a:lnTo>
                    <a:pt x="529935" y="7451"/>
                  </a:lnTo>
                  <a:lnTo>
                    <a:pt x="577894" y="1886"/>
                  </a:lnTo>
                  <a:lnTo>
                    <a:pt x="626884" y="0"/>
                  </a:lnTo>
                  <a:lnTo>
                    <a:pt x="10440416" y="0"/>
                  </a:lnTo>
                  <a:lnTo>
                    <a:pt x="10489404" y="1886"/>
                  </a:lnTo>
                  <a:lnTo>
                    <a:pt x="10537361" y="7451"/>
                  </a:lnTo>
                  <a:lnTo>
                    <a:pt x="10584148" y="16556"/>
                  </a:lnTo>
                  <a:lnTo>
                    <a:pt x="10629626" y="29062"/>
                  </a:lnTo>
                  <a:lnTo>
                    <a:pt x="10673654" y="44829"/>
                  </a:lnTo>
                  <a:lnTo>
                    <a:pt x="10716094" y="63717"/>
                  </a:lnTo>
                  <a:lnTo>
                    <a:pt x="10756805" y="85588"/>
                  </a:lnTo>
                  <a:lnTo>
                    <a:pt x="10795650" y="110302"/>
                  </a:lnTo>
                  <a:lnTo>
                    <a:pt x="10832488" y="137719"/>
                  </a:lnTo>
                  <a:lnTo>
                    <a:pt x="10867180" y="167701"/>
                  </a:lnTo>
                  <a:lnTo>
                    <a:pt x="10899586" y="200107"/>
                  </a:lnTo>
                  <a:lnTo>
                    <a:pt x="10929568" y="234799"/>
                  </a:lnTo>
                  <a:lnTo>
                    <a:pt x="10956985" y="271637"/>
                  </a:lnTo>
                  <a:lnTo>
                    <a:pt x="10981699" y="310482"/>
                  </a:lnTo>
                  <a:lnTo>
                    <a:pt x="11003570" y="351193"/>
                  </a:lnTo>
                  <a:lnTo>
                    <a:pt x="11022458" y="393633"/>
                  </a:lnTo>
                  <a:lnTo>
                    <a:pt x="11038225" y="437661"/>
                  </a:lnTo>
                  <a:lnTo>
                    <a:pt x="11050731" y="483139"/>
                  </a:lnTo>
                  <a:lnTo>
                    <a:pt x="11059836" y="529926"/>
                  </a:lnTo>
                  <a:lnTo>
                    <a:pt x="11065401" y="577883"/>
                  </a:lnTo>
                  <a:lnTo>
                    <a:pt x="11067288" y="626872"/>
                  </a:lnTo>
                  <a:lnTo>
                    <a:pt x="11067288" y="3134360"/>
                  </a:lnTo>
                  <a:lnTo>
                    <a:pt x="11065401" y="3183348"/>
                  </a:lnTo>
                  <a:lnTo>
                    <a:pt x="11059836" y="3231305"/>
                  </a:lnTo>
                  <a:lnTo>
                    <a:pt x="11050731" y="3278092"/>
                  </a:lnTo>
                  <a:lnTo>
                    <a:pt x="11038225" y="3323570"/>
                  </a:lnTo>
                  <a:lnTo>
                    <a:pt x="11022458" y="3367598"/>
                  </a:lnTo>
                  <a:lnTo>
                    <a:pt x="11003570" y="3410038"/>
                  </a:lnTo>
                  <a:lnTo>
                    <a:pt x="10981699" y="3450749"/>
                  </a:lnTo>
                  <a:lnTo>
                    <a:pt x="10956985" y="3489594"/>
                  </a:lnTo>
                  <a:lnTo>
                    <a:pt x="10929568" y="3526432"/>
                  </a:lnTo>
                  <a:lnTo>
                    <a:pt x="10899586" y="3561124"/>
                  </a:lnTo>
                  <a:lnTo>
                    <a:pt x="10867180" y="3593530"/>
                  </a:lnTo>
                  <a:lnTo>
                    <a:pt x="10832488" y="3623512"/>
                  </a:lnTo>
                  <a:lnTo>
                    <a:pt x="10795650" y="3650929"/>
                  </a:lnTo>
                  <a:lnTo>
                    <a:pt x="10756805" y="3675643"/>
                  </a:lnTo>
                  <a:lnTo>
                    <a:pt x="10716094" y="3697514"/>
                  </a:lnTo>
                  <a:lnTo>
                    <a:pt x="10673654" y="3716402"/>
                  </a:lnTo>
                  <a:lnTo>
                    <a:pt x="10629626" y="3732169"/>
                  </a:lnTo>
                  <a:lnTo>
                    <a:pt x="10584148" y="3744675"/>
                  </a:lnTo>
                  <a:lnTo>
                    <a:pt x="10537361" y="3753780"/>
                  </a:lnTo>
                  <a:lnTo>
                    <a:pt x="10489404" y="3759345"/>
                  </a:lnTo>
                  <a:lnTo>
                    <a:pt x="10440416" y="3761231"/>
                  </a:lnTo>
                  <a:lnTo>
                    <a:pt x="626884" y="3761231"/>
                  </a:lnTo>
                  <a:lnTo>
                    <a:pt x="577894" y="3759345"/>
                  </a:lnTo>
                  <a:lnTo>
                    <a:pt x="529935" y="3753780"/>
                  </a:lnTo>
                  <a:lnTo>
                    <a:pt x="483147" y="3744675"/>
                  </a:lnTo>
                  <a:lnTo>
                    <a:pt x="437668" y="3732169"/>
                  </a:lnTo>
                  <a:lnTo>
                    <a:pt x="393639" y="3716402"/>
                  </a:lnTo>
                  <a:lnTo>
                    <a:pt x="351198" y="3697514"/>
                  </a:lnTo>
                  <a:lnTo>
                    <a:pt x="310485" y="3675643"/>
                  </a:lnTo>
                  <a:lnTo>
                    <a:pt x="271640" y="3650929"/>
                  </a:lnTo>
                  <a:lnTo>
                    <a:pt x="234802" y="3623512"/>
                  </a:lnTo>
                  <a:lnTo>
                    <a:pt x="200109" y="3593530"/>
                  </a:lnTo>
                  <a:lnTo>
                    <a:pt x="167702" y="3561124"/>
                  </a:lnTo>
                  <a:lnTo>
                    <a:pt x="137720" y="3526432"/>
                  </a:lnTo>
                  <a:lnTo>
                    <a:pt x="110303" y="3489594"/>
                  </a:lnTo>
                  <a:lnTo>
                    <a:pt x="85589" y="3450749"/>
                  </a:lnTo>
                  <a:lnTo>
                    <a:pt x="63718" y="3410038"/>
                  </a:lnTo>
                  <a:lnTo>
                    <a:pt x="44829" y="3367598"/>
                  </a:lnTo>
                  <a:lnTo>
                    <a:pt x="29062" y="3323570"/>
                  </a:lnTo>
                  <a:lnTo>
                    <a:pt x="16556" y="3278092"/>
                  </a:lnTo>
                  <a:lnTo>
                    <a:pt x="7451" y="3231305"/>
                  </a:lnTo>
                  <a:lnTo>
                    <a:pt x="1886" y="3183348"/>
                  </a:lnTo>
                  <a:lnTo>
                    <a:pt x="0" y="3134360"/>
                  </a:lnTo>
                  <a:lnTo>
                    <a:pt x="0" y="626872"/>
                  </a:lnTo>
                  <a:close/>
                </a:path>
              </a:pathLst>
            </a:custGeom>
            <a:noFill/>
            <a:ln w="12675" cap="flat" cmpd="sng">
              <a:solidFill>
                <a:srgbClr val="F1F1F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51" name="Google Shape;851;p17"/>
            <p:cNvSpPr/>
            <p:nvPr/>
          </p:nvSpPr>
          <p:spPr>
            <a:xfrm>
              <a:off x="1031748" y="1905000"/>
              <a:ext cx="9828530" cy="3048000"/>
            </a:xfrm>
            <a:custGeom>
              <a:avLst/>
              <a:gdLst/>
              <a:ahLst/>
              <a:cxnLst/>
              <a:rect l="l" t="t" r="r" b="b"/>
              <a:pathLst>
                <a:path w="9828530" h="3048000" extrusionOk="0">
                  <a:moveTo>
                    <a:pt x="9828276" y="0"/>
                  </a:moveTo>
                  <a:lnTo>
                    <a:pt x="0" y="0"/>
                  </a:lnTo>
                  <a:lnTo>
                    <a:pt x="0" y="3048000"/>
                  </a:lnTo>
                  <a:lnTo>
                    <a:pt x="9828276" y="3048000"/>
                  </a:lnTo>
                  <a:lnTo>
                    <a:pt x="9828276"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852" name="Google Shape;852;p17"/>
          <p:cNvSpPr txBox="1"/>
          <p:nvPr/>
        </p:nvSpPr>
        <p:spPr>
          <a:xfrm>
            <a:off x="1106233" y="1448467"/>
            <a:ext cx="6755606" cy="1961434"/>
          </a:xfrm>
          <a:prstGeom prst="rect">
            <a:avLst/>
          </a:prstGeom>
          <a:noFill/>
          <a:ln>
            <a:noFill/>
          </a:ln>
        </p:spPr>
        <p:txBody>
          <a:bodyPr spcFirstLastPara="1" wrap="square" lIns="0" tIns="9525" rIns="0" bIns="0" anchor="t" anchorCtr="0">
            <a:spAutoFit/>
          </a:bodyPr>
          <a:lstStyle/>
          <a:p>
            <a:pPr marL="9525" marR="381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The area of concern (AOC) provides the background and nature of the problem. It is expressed as a paragraph of statements, and should cover the following aspects: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None/>
            </a:pPr>
            <a:endParaRPr sz="1800" b="0" i="0" u="none" strike="noStrike" cap="none">
              <a:solidFill>
                <a:srgbClr val="000000"/>
              </a:solidFill>
              <a:latin typeface="Arial"/>
              <a:ea typeface="Arial"/>
              <a:cs typeface="Arial"/>
              <a:sym typeface="Arial"/>
            </a:endParaRPr>
          </a:p>
          <a:p>
            <a:pPr marL="293846" marR="0" lvl="0" indent="-214789" algn="l" rtl="0">
              <a:lnSpc>
                <a:spcPct val="100000"/>
              </a:lnSpc>
              <a:spcBef>
                <a:spcPts val="0"/>
              </a:spcBef>
              <a:spcAft>
                <a:spcPts val="0"/>
              </a:spcAft>
              <a:buClr>
                <a:srgbClr val="000000"/>
              </a:buClr>
              <a:buSzPts val="1800"/>
              <a:buFont typeface="Arial"/>
              <a:buChar char="•"/>
            </a:pPr>
            <a:r>
              <a:rPr lang="en" sz="1800" b="1" i="0" u="none" strike="noStrike" cap="none">
                <a:solidFill>
                  <a:srgbClr val="000000"/>
                </a:solidFill>
                <a:latin typeface="Arial"/>
                <a:ea typeface="Arial"/>
                <a:cs typeface="Arial"/>
                <a:sym typeface="Arial"/>
              </a:rPr>
              <a:t>Problem area</a:t>
            </a:r>
            <a:endParaRPr sz="1800" b="0" i="0" u="none" strike="noStrike" cap="none">
              <a:solidFill>
                <a:srgbClr val="000000"/>
              </a:solidFill>
              <a:latin typeface="Arial"/>
              <a:ea typeface="Arial"/>
              <a:cs typeface="Arial"/>
              <a:sym typeface="Arial"/>
            </a:endParaRPr>
          </a:p>
          <a:p>
            <a:pPr marL="293846" marR="0" lvl="0" indent="-214789" algn="l" rtl="0">
              <a:lnSpc>
                <a:spcPct val="100000"/>
              </a:lnSpc>
              <a:spcBef>
                <a:spcPts val="0"/>
              </a:spcBef>
              <a:spcAft>
                <a:spcPts val="0"/>
              </a:spcAft>
              <a:buClr>
                <a:srgbClr val="000000"/>
              </a:buClr>
              <a:buSzPts val="1800"/>
              <a:buFont typeface="Arial"/>
              <a:buChar char="•"/>
            </a:pPr>
            <a:r>
              <a:rPr lang="en" sz="1800" b="1" i="0" u="none" strike="noStrike" cap="none">
                <a:solidFill>
                  <a:srgbClr val="000000"/>
                </a:solidFill>
                <a:latin typeface="Arial"/>
                <a:ea typeface="Arial"/>
                <a:cs typeface="Arial"/>
                <a:sym typeface="Arial"/>
              </a:rPr>
              <a:t>How the problem is manifested</a:t>
            </a:r>
            <a:endParaRPr sz="1800" b="0" i="0" u="none" strike="noStrike" cap="none">
              <a:solidFill>
                <a:srgbClr val="000000"/>
              </a:solidFill>
              <a:latin typeface="Arial"/>
              <a:ea typeface="Arial"/>
              <a:cs typeface="Arial"/>
              <a:sym typeface="Arial"/>
            </a:endParaRPr>
          </a:p>
          <a:p>
            <a:pPr marL="293846" marR="0" lvl="0" indent="-214789" algn="l" rtl="0">
              <a:lnSpc>
                <a:spcPct val="100000"/>
              </a:lnSpc>
              <a:spcBef>
                <a:spcPts val="4"/>
              </a:spcBef>
              <a:spcAft>
                <a:spcPts val="0"/>
              </a:spcAft>
              <a:buClr>
                <a:srgbClr val="000000"/>
              </a:buClr>
              <a:buSzPts val="1800"/>
              <a:buFont typeface="Arial"/>
              <a:buChar char="•"/>
            </a:pPr>
            <a:r>
              <a:rPr lang="en" sz="1800" b="1" i="0" u="none" strike="noStrike" cap="none">
                <a:solidFill>
                  <a:srgbClr val="000000"/>
                </a:solidFill>
                <a:latin typeface="Arial"/>
                <a:ea typeface="Arial"/>
                <a:cs typeface="Arial"/>
                <a:sym typeface="Arial"/>
              </a:rPr>
              <a:t>Current actions</a:t>
            </a:r>
            <a:endParaRPr sz="1800" b="0" i="0" u="none" strike="noStrike" cap="none">
              <a:solidFill>
                <a:srgbClr val="000000"/>
              </a:solidFill>
              <a:latin typeface="Arial"/>
              <a:ea typeface="Arial"/>
              <a:cs typeface="Arial"/>
              <a:sym typeface="Arial"/>
            </a:endParaRPr>
          </a:p>
        </p:txBody>
      </p:sp>
      <p:sp>
        <p:nvSpPr>
          <p:cNvPr id="853" name="Google Shape;853;p17"/>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7</a:t>
            </a:fld>
            <a:endParaRPr sz="1200" b="0" i="0" u="none" strike="noStrike" cap="none">
              <a:solidFill>
                <a:srgbClr val="7E7E7E"/>
              </a:solidFill>
              <a:latin typeface="Calibri"/>
              <a:ea typeface="Calibri"/>
              <a:cs typeface="Calibri"/>
              <a:sym typeface="Calibri"/>
            </a:endParaRPr>
          </a:p>
        </p:txBody>
      </p:sp>
      <p:sp>
        <p:nvSpPr>
          <p:cNvPr id="854" name="Google Shape;854;p17" descr="$PPTXTitle"/>
          <p:cNvSpPr txBox="1">
            <a:spLocks noGrp="1"/>
          </p:cNvSpPr>
          <p:nvPr>
            <p:ph type="title"/>
          </p:nvPr>
        </p:nvSpPr>
        <p:spPr>
          <a:xfrm>
            <a:off x="391954" y="278825"/>
            <a:ext cx="8300561" cy="420949"/>
          </a:xfrm>
          <a:prstGeom prst="rect">
            <a:avLst/>
          </a:prstGeom>
          <a:solidFill>
            <a:srgbClr val="FFC000">
              <a:alpha val="49803"/>
            </a:srgbClr>
          </a:solidFill>
          <a:ln>
            <a:noFill/>
          </a:ln>
        </p:spPr>
        <p:txBody>
          <a:bodyPr spcFirstLastPara="1" wrap="square" lIns="0" tIns="25700" rIns="0" bIns="0" anchor="ctr" anchorCtr="0">
            <a:spAutoFit/>
          </a:bodyPr>
          <a:lstStyle/>
          <a:p>
            <a:pPr marL="68580" lvl="0" indent="0" algn="l" rtl="0">
              <a:lnSpc>
                <a:spcPct val="100000"/>
              </a:lnSpc>
              <a:spcBef>
                <a:spcPts val="203"/>
              </a:spcBef>
              <a:spcAft>
                <a:spcPts val="0"/>
              </a:spcAft>
              <a:buSzPts val="1800"/>
              <a:buNone/>
            </a:pPr>
            <a:r>
              <a:rPr lang="en" sz="2400">
                <a:solidFill>
                  <a:srgbClr val="000000"/>
                </a:solidFill>
              </a:rPr>
              <a:t>Area of Concern</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58"/>
        <p:cNvGrpSpPr/>
        <p:nvPr/>
      </p:nvGrpSpPr>
      <p:grpSpPr>
        <a:xfrm>
          <a:off x="0" y="0"/>
          <a:ext cx="0" cy="0"/>
          <a:chOff x="0" y="0"/>
          <a:chExt cx="0" cy="0"/>
        </a:xfrm>
      </p:grpSpPr>
      <p:grpSp>
        <p:nvGrpSpPr>
          <p:cNvPr id="859" name="Google Shape;859;p18"/>
          <p:cNvGrpSpPr/>
          <p:nvPr/>
        </p:nvGrpSpPr>
        <p:grpSpPr>
          <a:xfrm>
            <a:off x="491489" y="1072646"/>
            <a:ext cx="8276749" cy="3684033"/>
            <a:chOff x="655319" y="1429511"/>
            <a:chExt cx="11035665" cy="4433570"/>
          </a:xfrm>
        </p:grpSpPr>
        <p:sp>
          <p:nvSpPr>
            <p:cNvPr id="860" name="Google Shape;860;p18"/>
            <p:cNvSpPr/>
            <p:nvPr/>
          </p:nvSpPr>
          <p:spPr>
            <a:xfrm>
              <a:off x="655319" y="1429511"/>
              <a:ext cx="11035665" cy="4433570"/>
            </a:xfrm>
            <a:custGeom>
              <a:avLst/>
              <a:gdLst/>
              <a:ahLst/>
              <a:cxnLst/>
              <a:rect l="l" t="t" r="r" b="b"/>
              <a:pathLst>
                <a:path w="11035665" h="4433570" extrusionOk="0">
                  <a:moveTo>
                    <a:pt x="10296398" y="0"/>
                  </a:moveTo>
                  <a:lnTo>
                    <a:pt x="738886" y="0"/>
                  </a:lnTo>
                  <a:lnTo>
                    <a:pt x="690303" y="1571"/>
                  </a:lnTo>
                  <a:lnTo>
                    <a:pt x="642561" y="6222"/>
                  </a:lnTo>
                  <a:lnTo>
                    <a:pt x="595754" y="13853"/>
                  </a:lnTo>
                  <a:lnTo>
                    <a:pt x="549981" y="24369"/>
                  </a:lnTo>
                  <a:lnTo>
                    <a:pt x="505340" y="37671"/>
                  </a:lnTo>
                  <a:lnTo>
                    <a:pt x="461927" y="53662"/>
                  </a:lnTo>
                  <a:lnTo>
                    <a:pt x="419840" y="72244"/>
                  </a:lnTo>
                  <a:lnTo>
                    <a:pt x="379177" y="93321"/>
                  </a:lnTo>
                  <a:lnTo>
                    <a:pt x="340034" y="116795"/>
                  </a:lnTo>
                  <a:lnTo>
                    <a:pt x="302509" y="142569"/>
                  </a:lnTo>
                  <a:lnTo>
                    <a:pt x="266699" y="170544"/>
                  </a:lnTo>
                  <a:lnTo>
                    <a:pt x="232702" y="200624"/>
                  </a:lnTo>
                  <a:lnTo>
                    <a:pt x="200615" y="232712"/>
                  </a:lnTo>
                  <a:lnTo>
                    <a:pt x="170536" y="266710"/>
                  </a:lnTo>
                  <a:lnTo>
                    <a:pt x="142561" y="302520"/>
                  </a:lnTo>
                  <a:lnTo>
                    <a:pt x="116789" y="340045"/>
                  </a:lnTo>
                  <a:lnTo>
                    <a:pt x="93316" y="379188"/>
                  </a:lnTo>
                  <a:lnTo>
                    <a:pt x="72240" y="419851"/>
                  </a:lnTo>
                  <a:lnTo>
                    <a:pt x="53658" y="461938"/>
                  </a:lnTo>
                  <a:lnTo>
                    <a:pt x="37668" y="505350"/>
                  </a:lnTo>
                  <a:lnTo>
                    <a:pt x="24367" y="549990"/>
                  </a:lnTo>
                  <a:lnTo>
                    <a:pt x="13852" y="595761"/>
                  </a:lnTo>
                  <a:lnTo>
                    <a:pt x="6221" y="642566"/>
                  </a:lnTo>
                  <a:lnTo>
                    <a:pt x="1571" y="690306"/>
                  </a:lnTo>
                  <a:lnTo>
                    <a:pt x="0" y="738886"/>
                  </a:lnTo>
                  <a:lnTo>
                    <a:pt x="0" y="3694429"/>
                  </a:lnTo>
                  <a:lnTo>
                    <a:pt x="1571" y="3743009"/>
                  </a:lnTo>
                  <a:lnTo>
                    <a:pt x="6221" y="3790749"/>
                  </a:lnTo>
                  <a:lnTo>
                    <a:pt x="13852" y="3837554"/>
                  </a:lnTo>
                  <a:lnTo>
                    <a:pt x="24367" y="3883325"/>
                  </a:lnTo>
                  <a:lnTo>
                    <a:pt x="37668" y="3927965"/>
                  </a:lnTo>
                  <a:lnTo>
                    <a:pt x="53658" y="3971377"/>
                  </a:lnTo>
                  <a:lnTo>
                    <a:pt x="72240" y="4013464"/>
                  </a:lnTo>
                  <a:lnTo>
                    <a:pt x="93316" y="4054127"/>
                  </a:lnTo>
                  <a:lnTo>
                    <a:pt x="116789" y="4093270"/>
                  </a:lnTo>
                  <a:lnTo>
                    <a:pt x="142561" y="4130795"/>
                  </a:lnTo>
                  <a:lnTo>
                    <a:pt x="170536" y="4166605"/>
                  </a:lnTo>
                  <a:lnTo>
                    <a:pt x="200615" y="4200603"/>
                  </a:lnTo>
                  <a:lnTo>
                    <a:pt x="232702" y="4232691"/>
                  </a:lnTo>
                  <a:lnTo>
                    <a:pt x="266699" y="4262771"/>
                  </a:lnTo>
                  <a:lnTo>
                    <a:pt x="302509" y="4290746"/>
                  </a:lnTo>
                  <a:lnTo>
                    <a:pt x="340034" y="4316520"/>
                  </a:lnTo>
                  <a:lnTo>
                    <a:pt x="379177" y="4339994"/>
                  </a:lnTo>
                  <a:lnTo>
                    <a:pt x="419840" y="4361071"/>
                  </a:lnTo>
                  <a:lnTo>
                    <a:pt x="461927" y="4379653"/>
                  </a:lnTo>
                  <a:lnTo>
                    <a:pt x="505340" y="4395644"/>
                  </a:lnTo>
                  <a:lnTo>
                    <a:pt x="549981" y="4408946"/>
                  </a:lnTo>
                  <a:lnTo>
                    <a:pt x="595754" y="4419462"/>
                  </a:lnTo>
                  <a:lnTo>
                    <a:pt x="642561" y="4427093"/>
                  </a:lnTo>
                  <a:lnTo>
                    <a:pt x="690303" y="4431744"/>
                  </a:lnTo>
                  <a:lnTo>
                    <a:pt x="738886" y="4433316"/>
                  </a:lnTo>
                  <a:lnTo>
                    <a:pt x="10296398" y="4433316"/>
                  </a:lnTo>
                  <a:lnTo>
                    <a:pt x="10344977" y="4431744"/>
                  </a:lnTo>
                  <a:lnTo>
                    <a:pt x="10392717" y="4427093"/>
                  </a:lnTo>
                  <a:lnTo>
                    <a:pt x="10439522" y="4419462"/>
                  </a:lnTo>
                  <a:lnTo>
                    <a:pt x="10485293" y="4408946"/>
                  </a:lnTo>
                  <a:lnTo>
                    <a:pt x="10529933" y="4395644"/>
                  </a:lnTo>
                  <a:lnTo>
                    <a:pt x="10573345" y="4379653"/>
                  </a:lnTo>
                  <a:lnTo>
                    <a:pt x="10615432" y="4361071"/>
                  </a:lnTo>
                  <a:lnTo>
                    <a:pt x="10656095" y="4339994"/>
                  </a:lnTo>
                  <a:lnTo>
                    <a:pt x="10695238" y="4316520"/>
                  </a:lnTo>
                  <a:lnTo>
                    <a:pt x="10732763" y="4290746"/>
                  </a:lnTo>
                  <a:lnTo>
                    <a:pt x="10768573" y="4262771"/>
                  </a:lnTo>
                  <a:lnTo>
                    <a:pt x="10802571" y="4232691"/>
                  </a:lnTo>
                  <a:lnTo>
                    <a:pt x="10834659" y="4200603"/>
                  </a:lnTo>
                  <a:lnTo>
                    <a:pt x="10864739" y="4166605"/>
                  </a:lnTo>
                  <a:lnTo>
                    <a:pt x="10892714" y="4130795"/>
                  </a:lnTo>
                  <a:lnTo>
                    <a:pt x="10918488" y="4093270"/>
                  </a:lnTo>
                  <a:lnTo>
                    <a:pt x="10941962" y="4054127"/>
                  </a:lnTo>
                  <a:lnTo>
                    <a:pt x="10963039" y="4013464"/>
                  </a:lnTo>
                  <a:lnTo>
                    <a:pt x="10981621" y="3971377"/>
                  </a:lnTo>
                  <a:lnTo>
                    <a:pt x="10997612" y="3927965"/>
                  </a:lnTo>
                  <a:lnTo>
                    <a:pt x="11010914" y="3883325"/>
                  </a:lnTo>
                  <a:lnTo>
                    <a:pt x="11021430" y="3837554"/>
                  </a:lnTo>
                  <a:lnTo>
                    <a:pt x="11029061" y="3790749"/>
                  </a:lnTo>
                  <a:lnTo>
                    <a:pt x="11033712" y="3743009"/>
                  </a:lnTo>
                  <a:lnTo>
                    <a:pt x="11035284" y="3694429"/>
                  </a:lnTo>
                  <a:lnTo>
                    <a:pt x="11035284" y="738886"/>
                  </a:lnTo>
                  <a:lnTo>
                    <a:pt x="11033712" y="690306"/>
                  </a:lnTo>
                  <a:lnTo>
                    <a:pt x="11029061" y="642566"/>
                  </a:lnTo>
                  <a:lnTo>
                    <a:pt x="11021430" y="595761"/>
                  </a:lnTo>
                  <a:lnTo>
                    <a:pt x="11010914" y="549990"/>
                  </a:lnTo>
                  <a:lnTo>
                    <a:pt x="10997612" y="505350"/>
                  </a:lnTo>
                  <a:lnTo>
                    <a:pt x="10981621" y="461938"/>
                  </a:lnTo>
                  <a:lnTo>
                    <a:pt x="10963039" y="419851"/>
                  </a:lnTo>
                  <a:lnTo>
                    <a:pt x="10941962" y="379188"/>
                  </a:lnTo>
                  <a:lnTo>
                    <a:pt x="10918488" y="340045"/>
                  </a:lnTo>
                  <a:lnTo>
                    <a:pt x="10892714" y="302520"/>
                  </a:lnTo>
                  <a:lnTo>
                    <a:pt x="10864739" y="266710"/>
                  </a:lnTo>
                  <a:lnTo>
                    <a:pt x="10834659" y="232712"/>
                  </a:lnTo>
                  <a:lnTo>
                    <a:pt x="10802571" y="200624"/>
                  </a:lnTo>
                  <a:lnTo>
                    <a:pt x="10768573" y="170544"/>
                  </a:lnTo>
                  <a:lnTo>
                    <a:pt x="10732763" y="142569"/>
                  </a:lnTo>
                  <a:lnTo>
                    <a:pt x="10695238" y="116795"/>
                  </a:lnTo>
                  <a:lnTo>
                    <a:pt x="10656095" y="93321"/>
                  </a:lnTo>
                  <a:lnTo>
                    <a:pt x="10615432" y="72244"/>
                  </a:lnTo>
                  <a:lnTo>
                    <a:pt x="10573345" y="53662"/>
                  </a:lnTo>
                  <a:lnTo>
                    <a:pt x="10529933" y="37671"/>
                  </a:lnTo>
                  <a:lnTo>
                    <a:pt x="10485293" y="24369"/>
                  </a:lnTo>
                  <a:lnTo>
                    <a:pt x="10439522" y="13853"/>
                  </a:lnTo>
                  <a:lnTo>
                    <a:pt x="10392717" y="6222"/>
                  </a:lnTo>
                  <a:lnTo>
                    <a:pt x="10344977" y="1571"/>
                  </a:lnTo>
                  <a:lnTo>
                    <a:pt x="10296398"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61" name="Google Shape;861;p18"/>
            <p:cNvSpPr/>
            <p:nvPr/>
          </p:nvSpPr>
          <p:spPr>
            <a:xfrm>
              <a:off x="655319" y="1429511"/>
              <a:ext cx="11035665" cy="4433570"/>
            </a:xfrm>
            <a:custGeom>
              <a:avLst/>
              <a:gdLst/>
              <a:ahLst/>
              <a:cxnLst/>
              <a:rect l="l" t="t" r="r" b="b"/>
              <a:pathLst>
                <a:path w="11035665" h="4433570" extrusionOk="0">
                  <a:moveTo>
                    <a:pt x="0" y="738886"/>
                  </a:moveTo>
                  <a:lnTo>
                    <a:pt x="1571" y="690306"/>
                  </a:lnTo>
                  <a:lnTo>
                    <a:pt x="6221" y="642566"/>
                  </a:lnTo>
                  <a:lnTo>
                    <a:pt x="13852" y="595761"/>
                  </a:lnTo>
                  <a:lnTo>
                    <a:pt x="24367" y="549990"/>
                  </a:lnTo>
                  <a:lnTo>
                    <a:pt x="37668" y="505350"/>
                  </a:lnTo>
                  <a:lnTo>
                    <a:pt x="53658" y="461938"/>
                  </a:lnTo>
                  <a:lnTo>
                    <a:pt x="72240" y="419851"/>
                  </a:lnTo>
                  <a:lnTo>
                    <a:pt x="93316" y="379188"/>
                  </a:lnTo>
                  <a:lnTo>
                    <a:pt x="116789" y="340045"/>
                  </a:lnTo>
                  <a:lnTo>
                    <a:pt x="142561" y="302520"/>
                  </a:lnTo>
                  <a:lnTo>
                    <a:pt x="170536" y="266710"/>
                  </a:lnTo>
                  <a:lnTo>
                    <a:pt x="200615" y="232712"/>
                  </a:lnTo>
                  <a:lnTo>
                    <a:pt x="232702" y="200624"/>
                  </a:lnTo>
                  <a:lnTo>
                    <a:pt x="266699" y="170544"/>
                  </a:lnTo>
                  <a:lnTo>
                    <a:pt x="302509" y="142569"/>
                  </a:lnTo>
                  <a:lnTo>
                    <a:pt x="340034" y="116795"/>
                  </a:lnTo>
                  <a:lnTo>
                    <a:pt x="379177" y="93321"/>
                  </a:lnTo>
                  <a:lnTo>
                    <a:pt x="419840" y="72244"/>
                  </a:lnTo>
                  <a:lnTo>
                    <a:pt x="461927" y="53662"/>
                  </a:lnTo>
                  <a:lnTo>
                    <a:pt x="505340" y="37671"/>
                  </a:lnTo>
                  <a:lnTo>
                    <a:pt x="549981" y="24369"/>
                  </a:lnTo>
                  <a:lnTo>
                    <a:pt x="595754" y="13853"/>
                  </a:lnTo>
                  <a:lnTo>
                    <a:pt x="642561" y="6222"/>
                  </a:lnTo>
                  <a:lnTo>
                    <a:pt x="690303" y="1571"/>
                  </a:lnTo>
                  <a:lnTo>
                    <a:pt x="738886" y="0"/>
                  </a:lnTo>
                  <a:lnTo>
                    <a:pt x="10296398" y="0"/>
                  </a:lnTo>
                  <a:lnTo>
                    <a:pt x="10344977" y="1571"/>
                  </a:lnTo>
                  <a:lnTo>
                    <a:pt x="10392717" y="6222"/>
                  </a:lnTo>
                  <a:lnTo>
                    <a:pt x="10439522" y="13853"/>
                  </a:lnTo>
                  <a:lnTo>
                    <a:pt x="10485293" y="24369"/>
                  </a:lnTo>
                  <a:lnTo>
                    <a:pt x="10529933" y="37671"/>
                  </a:lnTo>
                  <a:lnTo>
                    <a:pt x="10573345" y="53662"/>
                  </a:lnTo>
                  <a:lnTo>
                    <a:pt x="10615432" y="72244"/>
                  </a:lnTo>
                  <a:lnTo>
                    <a:pt x="10656095" y="93321"/>
                  </a:lnTo>
                  <a:lnTo>
                    <a:pt x="10695238" y="116795"/>
                  </a:lnTo>
                  <a:lnTo>
                    <a:pt x="10732763" y="142569"/>
                  </a:lnTo>
                  <a:lnTo>
                    <a:pt x="10768573" y="170544"/>
                  </a:lnTo>
                  <a:lnTo>
                    <a:pt x="10802571" y="200624"/>
                  </a:lnTo>
                  <a:lnTo>
                    <a:pt x="10834659" y="232712"/>
                  </a:lnTo>
                  <a:lnTo>
                    <a:pt x="10864739" y="266710"/>
                  </a:lnTo>
                  <a:lnTo>
                    <a:pt x="10892714" y="302520"/>
                  </a:lnTo>
                  <a:lnTo>
                    <a:pt x="10918488" y="340045"/>
                  </a:lnTo>
                  <a:lnTo>
                    <a:pt x="10941962" y="379188"/>
                  </a:lnTo>
                  <a:lnTo>
                    <a:pt x="10963039" y="419851"/>
                  </a:lnTo>
                  <a:lnTo>
                    <a:pt x="10981621" y="461938"/>
                  </a:lnTo>
                  <a:lnTo>
                    <a:pt x="10997612" y="505350"/>
                  </a:lnTo>
                  <a:lnTo>
                    <a:pt x="11010914" y="549990"/>
                  </a:lnTo>
                  <a:lnTo>
                    <a:pt x="11021430" y="595761"/>
                  </a:lnTo>
                  <a:lnTo>
                    <a:pt x="11029061" y="642566"/>
                  </a:lnTo>
                  <a:lnTo>
                    <a:pt x="11033712" y="690306"/>
                  </a:lnTo>
                  <a:lnTo>
                    <a:pt x="11035284" y="738886"/>
                  </a:lnTo>
                  <a:lnTo>
                    <a:pt x="11035284" y="3694429"/>
                  </a:lnTo>
                  <a:lnTo>
                    <a:pt x="11033712" y="3743009"/>
                  </a:lnTo>
                  <a:lnTo>
                    <a:pt x="11029061" y="3790749"/>
                  </a:lnTo>
                  <a:lnTo>
                    <a:pt x="11021430" y="3837554"/>
                  </a:lnTo>
                  <a:lnTo>
                    <a:pt x="11010914" y="3883325"/>
                  </a:lnTo>
                  <a:lnTo>
                    <a:pt x="10997612" y="3927965"/>
                  </a:lnTo>
                  <a:lnTo>
                    <a:pt x="10981621" y="3971377"/>
                  </a:lnTo>
                  <a:lnTo>
                    <a:pt x="10963039" y="4013464"/>
                  </a:lnTo>
                  <a:lnTo>
                    <a:pt x="10941962" y="4054127"/>
                  </a:lnTo>
                  <a:lnTo>
                    <a:pt x="10918488" y="4093270"/>
                  </a:lnTo>
                  <a:lnTo>
                    <a:pt x="10892714" y="4130795"/>
                  </a:lnTo>
                  <a:lnTo>
                    <a:pt x="10864739" y="4166605"/>
                  </a:lnTo>
                  <a:lnTo>
                    <a:pt x="10834659" y="4200603"/>
                  </a:lnTo>
                  <a:lnTo>
                    <a:pt x="10802571" y="4232691"/>
                  </a:lnTo>
                  <a:lnTo>
                    <a:pt x="10768573" y="4262771"/>
                  </a:lnTo>
                  <a:lnTo>
                    <a:pt x="10732763" y="4290746"/>
                  </a:lnTo>
                  <a:lnTo>
                    <a:pt x="10695238" y="4316520"/>
                  </a:lnTo>
                  <a:lnTo>
                    <a:pt x="10656095" y="4339994"/>
                  </a:lnTo>
                  <a:lnTo>
                    <a:pt x="10615432" y="4361071"/>
                  </a:lnTo>
                  <a:lnTo>
                    <a:pt x="10573345" y="4379653"/>
                  </a:lnTo>
                  <a:lnTo>
                    <a:pt x="10529933" y="4395644"/>
                  </a:lnTo>
                  <a:lnTo>
                    <a:pt x="10485293" y="4408946"/>
                  </a:lnTo>
                  <a:lnTo>
                    <a:pt x="10439522" y="4419462"/>
                  </a:lnTo>
                  <a:lnTo>
                    <a:pt x="10392717" y="4427093"/>
                  </a:lnTo>
                  <a:lnTo>
                    <a:pt x="10344977" y="4431744"/>
                  </a:lnTo>
                  <a:lnTo>
                    <a:pt x="10296398" y="4433316"/>
                  </a:lnTo>
                  <a:lnTo>
                    <a:pt x="738886" y="4433316"/>
                  </a:lnTo>
                  <a:lnTo>
                    <a:pt x="690303" y="4431744"/>
                  </a:lnTo>
                  <a:lnTo>
                    <a:pt x="642561" y="4427093"/>
                  </a:lnTo>
                  <a:lnTo>
                    <a:pt x="595754" y="4419462"/>
                  </a:lnTo>
                  <a:lnTo>
                    <a:pt x="549981" y="4408946"/>
                  </a:lnTo>
                  <a:lnTo>
                    <a:pt x="505340" y="4395644"/>
                  </a:lnTo>
                  <a:lnTo>
                    <a:pt x="461927" y="4379653"/>
                  </a:lnTo>
                  <a:lnTo>
                    <a:pt x="419840" y="4361071"/>
                  </a:lnTo>
                  <a:lnTo>
                    <a:pt x="379177" y="4339994"/>
                  </a:lnTo>
                  <a:lnTo>
                    <a:pt x="340034" y="4316520"/>
                  </a:lnTo>
                  <a:lnTo>
                    <a:pt x="302509" y="4290746"/>
                  </a:lnTo>
                  <a:lnTo>
                    <a:pt x="266699" y="4262771"/>
                  </a:lnTo>
                  <a:lnTo>
                    <a:pt x="232702" y="4232691"/>
                  </a:lnTo>
                  <a:lnTo>
                    <a:pt x="200615" y="4200603"/>
                  </a:lnTo>
                  <a:lnTo>
                    <a:pt x="170536" y="4166605"/>
                  </a:lnTo>
                  <a:lnTo>
                    <a:pt x="142561" y="4130795"/>
                  </a:lnTo>
                  <a:lnTo>
                    <a:pt x="116789" y="4093270"/>
                  </a:lnTo>
                  <a:lnTo>
                    <a:pt x="93316" y="4054127"/>
                  </a:lnTo>
                  <a:lnTo>
                    <a:pt x="72240" y="4013464"/>
                  </a:lnTo>
                  <a:lnTo>
                    <a:pt x="53658" y="3971377"/>
                  </a:lnTo>
                  <a:lnTo>
                    <a:pt x="37668" y="3927965"/>
                  </a:lnTo>
                  <a:lnTo>
                    <a:pt x="24367" y="3883325"/>
                  </a:lnTo>
                  <a:lnTo>
                    <a:pt x="13852" y="3837554"/>
                  </a:lnTo>
                  <a:lnTo>
                    <a:pt x="6221" y="3790749"/>
                  </a:lnTo>
                  <a:lnTo>
                    <a:pt x="1571" y="3743009"/>
                  </a:lnTo>
                  <a:lnTo>
                    <a:pt x="0" y="3694429"/>
                  </a:lnTo>
                  <a:lnTo>
                    <a:pt x="0" y="738886"/>
                  </a:lnTo>
                  <a:close/>
                </a:path>
              </a:pathLst>
            </a:custGeom>
            <a:noFill/>
            <a:ln w="12700" cap="flat" cmpd="sng">
              <a:solidFill>
                <a:srgbClr val="F1F1F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862" name="Google Shape;862;p18" descr="$PPTXTitle"/>
          <p:cNvSpPr txBox="1">
            <a:spLocks noGrp="1"/>
          </p:cNvSpPr>
          <p:nvPr>
            <p:ph type="title"/>
          </p:nvPr>
        </p:nvSpPr>
        <p:spPr>
          <a:xfrm>
            <a:off x="491489" y="278825"/>
            <a:ext cx="8587740" cy="420949"/>
          </a:xfrm>
          <a:prstGeom prst="rect">
            <a:avLst/>
          </a:prstGeom>
          <a:solidFill>
            <a:srgbClr val="FFC000">
              <a:alpha val="49803"/>
            </a:srgbClr>
          </a:solidFill>
          <a:ln>
            <a:noFill/>
          </a:ln>
        </p:spPr>
        <p:txBody>
          <a:bodyPr spcFirstLastPara="1" wrap="square" lIns="0" tIns="25700" rIns="0" bIns="0" anchor="ctr" anchorCtr="0">
            <a:spAutoFit/>
          </a:bodyPr>
          <a:lstStyle/>
          <a:p>
            <a:pPr marL="68580" lvl="0" indent="0" algn="l" rtl="0">
              <a:lnSpc>
                <a:spcPct val="100000"/>
              </a:lnSpc>
              <a:spcBef>
                <a:spcPts val="203"/>
              </a:spcBef>
              <a:spcAft>
                <a:spcPts val="0"/>
              </a:spcAft>
              <a:buSzPts val="1800"/>
              <a:buNone/>
            </a:pPr>
            <a:r>
              <a:rPr lang="en" sz="2400">
                <a:solidFill>
                  <a:srgbClr val="000000"/>
                </a:solidFill>
              </a:rPr>
              <a:t>Area of Concern</a:t>
            </a:r>
            <a:endParaRPr sz="2400"/>
          </a:p>
        </p:txBody>
      </p:sp>
      <p:sp>
        <p:nvSpPr>
          <p:cNvPr id="863" name="Google Shape;863;p18"/>
          <p:cNvSpPr txBox="1"/>
          <p:nvPr/>
        </p:nvSpPr>
        <p:spPr>
          <a:xfrm>
            <a:off x="1273588" y="1161097"/>
            <a:ext cx="5391150" cy="332303"/>
          </a:xfrm>
          <a:prstGeom prst="rect">
            <a:avLst/>
          </a:prstGeom>
          <a:noFill/>
          <a:ln>
            <a:noFill/>
          </a:ln>
        </p:spPr>
        <p:txBody>
          <a:bodyPr spcFirstLastPara="1" wrap="square" lIns="0" tIns="9025" rIns="0" bIns="0" anchor="t" anchorCtr="0">
            <a:spAutoFit/>
          </a:bodyPr>
          <a:lstStyle/>
          <a:p>
            <a:pPr marL="9525" marR="0" lvl="0" indent="0" algn="l"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Can you identify the 3 aspects of an AOC?</a:t>
            </a:r>
            <a:endParaRPr sz="2100" b="0" i="0" u="none" strike="noStrike" cap="none">
              <a:solidFill>
                <a:srgbClr val="000000"/>
              </a:solidFill>
              <a:latin typeface="Arial"/>
              <a:ea typeface="Arial"/>
              <a:cs typeface="Arial"/>
              <a:sym typeface="Arial"/>
            </a:endParaRPr>
          </a:p>
        </p:txBody>
      </p:sp>
      <p:sp>
        <p:nvSpPr>
          <p:cNvPr id="864" name="Google Shape;864;p18"/>
          <p:cNvSpPr/>
          <p:nvPr/>
        </p:nvSpPr>
        <p:spPr>
          <a:xfrm>
            <a:off x="785732" y="1167530"/>
            <a:ext cx="376713" cy="377190"/>
          </a:xfrm>
          <a:custGeom>
            <a:avLst/>
            <a:gdLst/>
            <a:ahLst/>
            <a:cxnLst/>
            <a:rect l="l" t="t" r="r" b="b"/>
            <a:pathLst>
              <a:path w="502284" h="502919" extrusionOk="0">
                <a:moveTo>
                  <a:pt x="251100" y="0"/>
                </a:moveTo>
                <a:lnTo>
                  <a:pt x="205941" y="4044"/>
                </a:lnTo>
                <a:lnTo>
                  <a:pt x="163448" y="15708"/>
                </a:lnTo>
                <a:lnTo>
                  <a:pt x="124326" y="34282"/>
                </a:lnTo>
                <a:lnTo>
                  <a:pt x="89283" y="59059"/>
                </a:lnTo>
                <a:lnTo>
                  <a:pt x="59027" y="89332"/>
                </a:lnTo>
                <a:lnTo>
                  <a:pt x="34263" y="124394"/>
                </a:lnTo>
                <a:lnTo>
                  <a:pt x="15699" y="163538"/>
                </a:lnTo>
                <a:lnTo>
                  <a:pt x="4097" y="205856"/>
                </a:lnTo>
                <a:lnTo>
                  <a:pt x="4042" y="206055"/>
                </a:lnTo>
                <a:lnTo>
                  <a:pt x="0" y="251238"/>
                </a:lnTo>
                <a:lnTo>
                  <a:pt x="4042" y="296422"/>
                </a:lnTo>
                <a:lnTo>
                  <a:pt x="15699" y="338939"/>
                </a:lnTo>
                <a:lnTo>
                  <a:pt x="34263" y="378082"/>
                </a:lnTo>
                <a:lnTo>
                  <a:pt x="59027" y="413144"/>
                </a:lnTo>
                <a:lnTo>
                  <a:pt x="89283" y="443417"/>
                </a:lnTo>
                <a:lnTo>
                  <a:pt x="124326" y="468195"/>
                </a:lnTo>
                <a:lnTo>
                  <a:pt x="163448" y="486769"/>
                </a:lnTo>
                <a:lnTo>
                  <a:pt x="205942" y="498432"/>
                </a:lnTo>
                <a:lnTo>
                  <a:pt x="251100" y="502477"/>
                </a:lnTo>
                <a:lnTo>
                  <a:pt x="296259" y="498432"/>
                </a:lnTo>
                <a:lnTo>
                  <a:pt x="338752" y="486769"/>
                </a:lnTo>
                <a:lnTo>
                  <a:pt x="377874" y="468195"/>
                </a:lnTo>
                <a:lnTo>
                  <a:pt x="412917" y="443418"/>
                </a:lnTo>
                <a:lnTo>
                  <a:pt x="419969" y="436362"/>
                </a:lnTo>
                <a:lnTo>
                  <a:pt x="251100" y="436362"/>
                </a:lnTo>
                <a:lnTo>
                  <a:pt x="238132" y="433800"/>
                </a:lnTo>
                <a:lnTo>
                  <a:pt x="227642" y="426775"/>
                </a:lnTo>
                <a:lnTo>
                  <a:pt x="220621" y="416279"/>
                </a:lnTo>
                <a:lnTo>
                  <a:pt x="218061" y="403304"/>
                </a:lnTo>
                <a:lnTo>
                  <a:pt x="220621" y="390329"/>
                </a:lnTo>
                <a:lnTo>
                  <a:pt x="227642" y="379833"/>
                </a:lnTo>
                <a:lnTo>
                  <a:pt x="238132" y="372808"/>
                </a:lnTo>
                <a:lnTo>
                  <a:pt x="251100" y="370246"/>
                </a:lnTo>
                <a:lnTo>
                  <a:pt x="471654" y="370246"/>
                </a:lnTo>
                <a:lnTo>
                  <a:pt x="484196" y="343800"/>
                </a:lnTo>
                <a:lnTo>
                  <a:pt x="231276" y="343800"/>
                </a:lnTo>
                <a:lnTo>
                  <a:pt x="231276" y="244627"/>
                </a:lnTo>
                <a:lnTo>
                  <a:pt x="251100" y="244627"/>
                </a:lnTo>
                <a:lnTo>
                  <a:pt x="281135" y="239968"/>
                </a:lnTo>
                <a:lnTo>
                  <a:pt x="304046" y="226693"/>
                </a:lnTo>
                <a:lnTo>
                  <a:pt x="318656" y="205856"/>
                </a:lnTo>
                <a:lnTo>
                  <a:pt x="323787" y="178511"/>
                </a:lnTo>
                <a:lnTo>
                  <a:pt x="138766" y="178511"/>
                </a:lnTo>
                <a:lnTo>
                  <a:pt x="146840" y="132499"/>
                </a:lnTo>
                <a:lnTo>
                  <a:pt x="169658" y="97024"/>
                </a:lnTo>
                <a:lnTo>
                  <a:pt x="205113" y="74193"/>
                </a:lnTo>
                <a:lnTo>
                  <a:pt x="251100" y="66115"/>
                </a:lnTo>
                <a:lnTo>
                  <a:pt x="419969" y="66115"/>
                </a:lnTo>
                <a:lnTo>
                  <a:pt x="412917" y="59059"/>
                </a:lnTo>
                <a:lnTo>
                  <a:pt x="377874" y="34282"/>
                </a:lnTo>
                <a:lnTo>
                  <a:pt x="338752" y="15708"/>
                </a:lnTo>
                <a:lnTo>
                  <a:pt x="296259" y="4044"/>
                </a:lnTo>
                <a:lnTo>
                  <a:pt x="251100" y="0"/>
                </a:lnTo>
                <a:close/>
              </a:path>
              <a:path w="502284" h="502919" extrusionOk="0">
                <a:moveTo>
                  <a:pt x="471654" y="370246"/>
                </a:moveTo>
                <a:lnTo>
                  <a:pt x="251100" y="370246"/>
                </a:lnTo>
                <a:lnTo>
                  <a:pt x="264068" y="372808"/>
                </a:lnTo>
                <a:lnTo>
                  <a:pt x="274558" y="379833"/>
                </a:lnTo>
                <a:lnTo>
                  <a:pt x="281579" y="390329"/>
                </a:lnTo>
                <a:lnTo>
                  <a:pt x="284140" y="403304"/>
                </a:lnTo>
                <a:lnTo>
                  <a:pt x="281579" y="416279"/>
                </a:lnTo>
                <a:lnTo>
                  <a:pt x="274558" y="426775"/>
                </a:lnTo>
                <a:lnTo>
                  <a:pt x="264068" y="433800"/>
                </a:lnTo>
                <a:lnTo>
                  <a:pt x="251100" y="436362"/>
                </a:lnTo>
                <a:lnTo>
                  <a:pt x="419969" y="436362"/>
                </a:lnTo>
                <a:lnTo>
                  <a:pt x="443174" y="413144"/>
                </a:lnTo>
                <a:lnTo>
                  <a:pt x="467937" y="378082"/>
                </a:lnTo>
                <a:lnTo>
                  <a:pt x="471654" y="370246"/>
                </a:lnTo>
                <a:close/>
              </a:path>
              <a:path w="502284" h="502919" extrusionOk="0">
                <a:moveTo>
                  <a:pt x="419969" y="66115"/>
                </a:moveTo>
                <a:lnTo>
                  <a:pt x="251100" y="66115"/>
                </a:lnTo>
                <a:lnTo>
                  <a:pt x="295136" y="74844"/>
                </a:lnTo>
                <a:lnTo>
                  <a:pt x="330808" y="98760"/>
                </a:lnTo>
                <a:lnTo>
                  <a:pt x="354710" y="134452"/>
                </a:lnTo>
                <a:lnTo>
                  <a:pt x="363435" y="178511"/>
                </a:lnTo>
                <a:lnTo>
                  <a:pt x="356785" y="217426"/>
                </a:lnTo>
                <a:lnTo>
                  <a:pt x="337994" y="248842"/>
                </a:lnTo>
                <a:lnTo>
                  <a:pt x="308795" y="271207"/>
                </a:lnTo>
                <a:lnTo>
                  <a:pt x="270924" y="282974"/>
                </a:lnTo>
                <a:lnTo>
                  <a:pt x="270924" y="343800"/>
                </a:lnTo>
                <a:lnTo>
                  <a:pt x="484196" y="343800"/>
                </a:lnTo>
                <a:lnTo>
                  <a:pt x="486501" y="338939"/>
                </a:lnTo>
                <a:lnTo>
                  <a:pt x="498158" y="296422"/>
                </a:lnTo>
                <a:lnTo>
                  <a:pt x="502201" y="251238"/>
                </a:lnTo>
                <a:lnTo>
                  <a:pt x="498158" y="206055"/>
                </a:lnTo>
                <a:lnTo>
                  <a:pt x="486501" y="163538"/>
                </a:lnTo>
                <a:lnTo>
                  <a:pt x="467937" y="124395"/>
                </a:lnTo>
                <a:lnTo>
                  <a:pt x="443174" y="89333"/>
                </a:lnTo>
                <a:lnTo>
                  <a:pt x="419969" y="66115"/>
                </a:lnTo>
                <a:close/>
              </a:path>
              <a:path w="502284" h="502919" extrusionOk="0">
                <a:moveTo>
                  <a:pt x="251100" y="105784"/>
                </a:moveTo>
                <a:lnTo>
                  <a:pt x="220508" y="110733"/>
                </a:lnTo>
                <a:lnTo>
                  <a:pt x="197659" y="125040"/>
                </a:lnTo>
                <a:lnTo>
                  <a:pt x="183359" y="147902"/>
                </a:lnTo>
                <a:lnTo>
                  <a:pt x="178413" y="178511"/>
                </a:lnTo>
                <a:lnTo>
                  <a:pt x="323787" y="178511"/>
                </a:lnTo>
                <a:lnTo>
                  <a:pt x="318284" y="149575"/>
                </a:lnTo>
                <a:lnTo>
                  <a:pt x="303055" y="126528"/>
                </a:lnTo>
                <a:lnTo>
                  <a:pt x="280020" y="111290"/>
                </a:lnTo>
                <a:lnTo>
                  <a:pt x="251100" y="105784"/>
                </a:lnTo>
                <a:close/>
              </a:path>
            </a:pathLst>
          </a:custGeom>
          <a:solidFill>
            <a:srgbClr val="B497C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65" name="Google Shape;865;p18"/>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8</a:t>
            </a:fld>
            <a:endParaRPr sz="1200" b="0" i="0" u="none" strike="noStrike" cap="none">
              <a:solidFill>
                <a:srgbClr val="7E7E7E"/>
              </a:solidFill>
              <a:latin typeface="Calibri"/>
              <a:ea typeface="Calibri"/>
              <a:cs typeface="Calibri"/>
              <a:sym typeface="Calibri"/>
            </a:endParaRPr>
          </a:p>
        </p:txBody>
      </p:sp>
      <p:sp>
        <p:nvSpPr>
          <p:cNvPr id="866" name="Google Shape;866;p18"/>
          <p:cNvSpPr txBox="1"/>
          <p:nvPr/>
        </p:nvSpPr>
        <p:spPr>
          <a:xfrm>
            <a:off x="1011554" y="1753362"/>
            <a:ext cx="1445895" cy="256320"/>
          </a:xfrm>
          <a:prstGeom prst="rect">
            <a:avLst/>
          </a:prstGeom>
          <a:solidFill>
            <a:srgbClr val="FFC000">
              <a:alpha val="19607"/>
            </a:srgbClr>
          </a:solidFill>
          <a:ln>
            <a:noFill/>
          </a:ln>
        </p:spPr>
        <p:txBody>
          <a:bodyPr spcFirstLastPara="1" wrap="square" lIns="0" tIns="25225" rIns="0" bIns="0" anchor="t" anchorCtr="0">
            <a:spAutoFit/>
          </a:bodyPr>
          <a:lstStyle/>
          <a:p>
            <a:pPr marL="119539" marR="0" lvl="0" indent="0" algn="l" rtl="0">
              <a:lnSpc>
                <a:spcPct val="100000"/>
              </a:lnSpc>
              <a:spcBef>
                <a:spcPts val="0"/>
              </a:spcBef>
              <a:spcAft>
                <a:spcPts val="0"/>
              </a:spcAft>
              <a:buNone/>
            </a:pPr>
            <a:r>
              <a:rPr lang="en" sz="1500" b="1" i="0" u="none" strike="noStrike" cap="none">
                <a:solidFill>
                  <a:srgbClr val="000000"/>
                </a:solidFill>
                <a:latin typeface="Arial"/>
                <a:ea typeface="Arial"/>
                <a:cs typeface="Arial"/>
                <a:sym typeface="Arial"/>
              </a:rPr>
              <a:t>Problem area</a:t>
            </a:r>
            <a:endParaRPr sz="1500" b="0" i="0" u="none" strike="noStrike" cap="none">
              <a:solidFill>
                <a:srgbClr val="000000"/>
              </a:solidFill>
              <a:latin typeface="Arial"/>
              <a:ea typeface="Arial"/>
              <a:cs typeface="Arial"/>
              <a:sym typeface="Arial"/>
            </a:endParaRPr>
          </a:p>
        </p:txBody>
      </p:sp>
      <p:sp>
        <p:nvSpPr>
          <p:cNvPr id="867" name="Google Shape;867;p18"/>
          <p:cNvSpPr txBox="1"/>
          <p:nvPr/>
        </p:nvSpPr>
        <p:spPr>
          <a:xfrm>
            <a:off x="3097530" y="1720215"/>
            <a:ext cx="3034665" cy="291426"/>
          </a:xfrm>
          <a:prstGeom prst="rect">
            <a:avLst/>
          </a:prstGeom>
          <a:solidFill>
            <a:srgbClr val="FF0000">
              <a:alpha val="19607"/>
            </a:srgbClr>
          </a:solidFill>
          <a:ln>
            <a:noFill/>
          </a:ln>
        </p:spPr>
        <p:txBody>
          <a:bodyPr spcFirstLastPara="1" wrap="square" lIns="0" tIns="60000" rIns="0" bIns="0" anchor="t" anchorCtr="0">
            <a:spAutoFit/>
          </a:bodyPr>
          <a:lstStyle/>
          <a:p>
            <a:pPr marL="109538" marR="0" lvl="0" indent="0" algn="l" rtl="0">
              <a:lnSpc>
                <a:spcPct val="100000"/>
              </a:lnSpc>
              <a:spcBef>
                <a:spcPts val="0"/>
              </a:spcBef>
              <a:spcAft>
                <a:spcPts val="0"/>
              </a:spcAft>
              <a:buNone/>
            </a:pPr>
            <a:r>
              <a:rPr lang="en" sz="1500" b="1" i="0" u="none" strike="noStrike" cap="none">
                <a:solidFill>
                  <a:srgbClr val="000000"/>
                </a:solidFill>
                <a:latin typeface="Arial"/>
                <a:ea typeface="Arial"/>
                <a:cs typeface="Arial"/>
                <a:sym typeface="Arial"/>
              </a:rPr>
              <a:t>How the problem is manifested</a:t>
            </a:r>
            <a:endParaRPr sz="1500" b="0" i="0" u="none" strike="noStrike" cap="none">
              <a:solidFill>
                <a:srgbClr val="000000"/>
              </a:solidFill>
              <a:latin typeface="Arial"/>
              <a:ea typeface="Arial"/>
              <a:cs typeface="Arial"/>
              <a:sym typeface="Arial"/>
            </a:endParaRPr>
          </a:p>
        </p:txBody>
      </p:sp>
      <p:sp>
        <p:nvSpPr>
          <p:cNvPr id="868" name="Google Shape;868;p18"/>
          <p:cNvSpPr txBox="1"/>
          <p:nvPr/>
        </p:nvSpPr>
        <p:spPr>
          <a:xfrm>
            <a:off x="6662546" y="1780795"/>
            <a:ext cx="1576388" cy="241892"/>
          </a:xfrm>
          <a:prstGeom prst="rect">
            <a:avLst/>
          </a:prstGeom>
          <a:solidFill>
            <a:srgbClr val="974707">
              <a:alpha val="19607"/>
            </a:srgbClr>
          </a:solidFill>
          <a:ln>
            <a:noFill/>
          </a:ln>
        </p:spPr>
        <p:txBody>
          <a:bodyPr spcFirstLastPara="1" wrap="square" lIns="0" tIns="10950" rIns="0" bIns="0" anchor="t" anchorCtr="0">
            <a:spAutoFit/>
          </a:bodyPr>
          <a:lstStyle/>
          <a:p>
            <a:pPr marL="83344" marR="0" lvl="0" indent="0" algn="l" rtl="0">
              <a:lnSpc>
                <a:spcPct val="100000"/>
              </a:lnSpc>
              <a:spcBef>
                <a:spcPts val="0"/>
              </a:spcBef>
              <a:spcAft>
                <a:spcPts val="0"/>
              </a:spcAft>
              <a:buNone/>
            </a:pPr>
            <a:r>
              <a:rPr lang="en" sz="1500" b="1" i="0" u="none" strike="noStrike" cap="none">
                <a:solidFill>
                  <a:srgbClr val="000000"/>
                </a:solidFill>
                <a:latin typeface="Arial"/>
                <a:ea typeface="Arial"/>
                <a:cs typeface="Arial"/>
                <a:sym typeface="Arial"/>
              </a:rPr>
              <a:t>Current actions</a:t>
            </a:r>
            <a:endParaRPr sz="1500" b="0" i="0" u="none" strike="noStrike" cap="none">
              <a:solidFill>
                <a:srgbClr val="000000"/>
              </a:solidFill>
              <a:latin typeface="Arial"/>
              <a:ea typeface="Arial"/>
              <a:cs typeface="Arial"/>
              <a:sym typeface="Arial"/>
            </a:endParaRPr>
          </a:p>
        </p:txBody>
      </p:sp>
      <p:pic>
        <p:nvPicPr>
          <p:cNvPr id="869" name="Google Shape;869;p18"/>
          <p:cNvPicPr preferRelativeResize="0"/>
          <p:nvPr/>
        </p:nvPicPr>
        <p:blipFill rotWithShape="1">
          <a:blip r:embed="rId3">
            <a:alphaModFix/>
          </a:blip>
          <a:srcRect/>
          <a:stretch/>
        </p:blipFill>
        <p:spPr>
          <a:xfrm>
            <a:off x="663546" y="2394977"/>
            <a:ext cx="7992579" cy="18371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73"/>
        <p:cNvGrpSpPr/>
        <p:nvPr/>
      </p:nvGrpSpPr>
      <p:grpSpPr>
        <a:xfrm>
          <a:off x="0" y="0"/>
          <a:ext cx="0" cy="0"/>
          <a:chOff x="0" y="0"/>
          <a:chExt cx="0" cy="0"/>
        </a:xfrm>
      </p:grpSpPr>
      <p:pic>
        <p:nvPicPr>
          <p:cNvPr id="874" name="Google Shape;874;p19"/>
          <p:cNvPicPr preferRelativeResize="0"/>
          <p:nvPr/>
        </p:nvPicPr>
        <p:blipFill rotWithShape="1">
          <a:blip r:embed="rId3">
            <a:alphaModFix/>
          </a:blip>
          <a:srcRect/>
          <a:stretch/>
        </p:blipFill>
        <p:spPr>
          <a:xfrm>
            <a:off x="51435" y="126872"/>
            <a:ext cx="8802815" cy="680657"/>
          </a:xfrm>
          <a:prstGeom prst="rect">
            <a:avLst/>
          </a:prstGeom>
          <a:noFill/>
          <a:ln>
            <a:noFill/>
          </a:ln>
        </p:spPr>
      </p:pic>
      <p:grpSp>
        <p:nvGrpSpPr>
          <p:cNvPr id="875" name="Google Shape;875;p19"/>
          <p:cNvGrpSpPr/>
          <p:nvPr/>
        </p:nvGrpSpPr>
        <p:grpSpPr>
          <a:xfrm>
            <a:off x="1744789" y="1089850"/>
            <a:ext cx="5539263" cy="1700785"/>
            <a:chOff x="2326385" y="1453133"/>
            <a:chExt cx="7385684" cy="2267713"/>
          </a:xfrm>
        </p:grpSpPr>
        <p:sp>
          <p:nvSpPr>
            <p:cNvPr id="876" name="Google Shape;876;p19"/>
            <p:cNvSpPr/>
            <p:nvPr/>
          </p:nvSpPr>
          <p:spPr>
            <a:xfrm>
              <a:off x="2326385" y="1453133"/>
              <a:ext cx="7385684" cy="906780"/>
            </a:xfrm>
            <a:custGeom>
              <a:avLst/>
              <a:gdLst/>
              <a:ahLst/>
              <a:cxnLst/>
              <a:rect l="l" t="t" r="r" b="b"/>
              <a:pathLst>
                <a:path w="7385684" h="906780" extrusionOk="0">
                  <a:moveTo>
                    <a:pt x="7130669" y="0"/>
                  </a:moveTo>
                  <a:lnTo>
                    <a:pt x="254634" y="0"/>
                  </a:lnTo>
                  <a:lnTo>
                    <a:pt x="186957" y="3242"/>
                  </a:lnTo>
                  <a:lnTo>
                    <a:pt x="126134" y="12389"/>
                  </a:lnTo>
                  <a:lnTo>
                    <a:pt x="74596" y="26574"/>
                  </a:lnTo>
                  <a:lnTo>
                    <a:pt x="34774" y="44929"/>
                  </a:lnTo>
                  <a:lnTo>
                    <a:pt x="0" y="90677"/>
                  </a:lnTo>
                  <a:lnTo>
                    <a:pt x="0" y="816101"/>
                  </a:lnTo>
                  <a:lnTo>
                    <a:pt x="34774" y="861850"/>
                  </a:lnTo>
                  <a:lnTo>
                    <a:pt x="74596" y="880205"/>
                  </a:lnTo>
                  <a:lnTo>
                    <a:pt x="126134" y="894390"/>
                  </a:lnTo>
                  <a:lnTo>
                    <a:pt x="186957" y="903537"/>
                  </a:lnTo>
                  <a:lnTo>
                    <a:pt x="254634" y="906779"/>
                  </a:lnTo>
                  <a:lnTo>
                    <a:pt x="7130669" y="906779"/>
                  </a:lnTo>
                  <a:lnTo>
                    <a:pt x="7198346" y="903537"/>
                  </a:lnTo>
                  <a:lnTo>
                    <a:pt x="7259169" y="894390"/>
                  </a:lnTo>
                  <a:lnTo>
                    <a:pt x="7310707" y="880205"/>
                  </a:lnTo>
                  <a:lnTo>
                    <a:pt x="7350529" y="861850"/>
                  </a:lnTo>
                  <a:lnTo>
                    <a:pt x="7385304" y="816101"/>
                  </a:lnTo>
                  <a:lnTo>
                    <a:pt x="7385304" y="90677"/>
                  </a:lnTo>
                  <a:lnTo>
                    <a:pt x="7350529" y="44929"/>
                  </a:lnTo>
                  <a:lnTo>
                    <a:pt x="7310707" y="26574"/>
                  </a:lnTo>
                  <a:lnTo>
                    <a:pt x="7259169" y="12389"/>
                  </a:lnTo>
                  <a:lnTo>
                    <a:pt x="7198346" y="324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77" name="Google Shape;877;p19"/>
            <p:cNvSpPr/>
            <p:nvPr/>
          </p:nvSpPr>
          <p:spPr>
            <a:xfrm>
              <a:off x="5722620" y="2359151"/>
              <a:ext cx="436245" cy="454659"/>
            </a:xfrm>
            <a:custGeom>
              <a:avLst/>
              <a:gdLst/>
              <a:ahLst/>
              <a:cxnLst/>
              <a:rect l="l" t="t" r="r" b="b"/>
              <a:pathLst>
                <a:path w="436245" h="454660" extrusionOk="0">
                  <a:moveTo>
                    <a:pt x="348741" y="0"/>
                  </a:moveTo>
                  <a:lnTo>
                    <a:pt x="87121" y="0"/>
                  </a:lnTo>
                  <a:lnTo>
                    <a:pt x="87121" y="227075"/>
                  </a:lnTo>
                  <a:lnTo>
                    <a:pt x="0" y="227075"/>
                  </a:lnTo>
                  <a:lnTo>
                    <a:pt x="217931" y="454151"/>
                  </a:lnTo>
                  <a:lnTo>
                    <a:pt x="435863" y="227075"/>
                  </a:lnTo>
                  <a:lnTo>
                    <a:pt x="348741" y="227075"/>
                  </a:lnTo>
                  <a:lnTo>
                    <a:pt x="34874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78" name="Google Shape;878;p19"/>
            <p:cNvSpPr/>
            <p:nvPr/>
          </p:nvSpPr>
          <p:spPr>
            <a:xfrm>
              <a:off x="2326385" y="2814066"/>
              <a:ext cx="7385684" cy="906780"/>
            </a:xfrm>
            <a:custGeom>
              <a:avLst/>
              <a:gdLst/>
              <a:ahLst/>
              <a:cxnLst/>
              <a:rect l="l" t="t" r="r" b="b"/>
              <a:pathLst>
                <a:path w="7385684" h="906779" extrusionOk="0">
                  <a:moveTo>
                    <a:pt x="7130669" y="0"/>
                  </a:moveTo>
                  <a:lnTo>
                    <a:pt x="254634" y="0"/>
                  </a:lnTo>
                  <a:lnTo>
                    <a:pt x="186957" y="3242"/>
                  </a:lnTo>
                  <a:lnTo>
                    <a:pt x="126134" y="12389"/>
                  </a:lnTo>
                  <a:lnTo>
                    <a:pt x="74596" y="26574"/>
                  </a:lnTo>
                  <a:lnTo>
                    <a:pt x="34774" y="44929"/>
                  </a:lnTo>
                  <a:lnTo>
                    <a:pt x="0" y="90678"/>
                  </a:lnTo>
                  <a:lnTo>
                    <a:pt x="0" y="816102"/>
                  </a:lnTo>
                  <a:lnTo>
                    <a:pt x="34774" y="861850"/>
                  </a:lnTo>
                  <a:lnTo>
                    <a:pt x="74596" y="880205"/>
                  </a:lnTo>
                  <a:lnTo>
                    <a:pt x="126134" y="894390"/>
                  </a:lnTo>
                  <a:lnTo>
                    <a:pt x="186957" y="903537"/>
                  </a:lnTo>
                  <a:lnTo>
                    <a:pt x="254634" y="906780"/>
                  </a:lnTo>
                  <a:lnTo>
                    <a:pt x="7130669" y="906780"/>
                  </a:lnTo>
                  <a:lnTo>
                    <a:pt x="7198346" y="903537"/>
                  </a:lnTo>
                  <a:lnTo>
                    <a:pt x="7259169" y="894390"/>
                  </a:lnTo>
                  <a:lnTo>
                    <a:pt x="7310707" y="880205"/>
                  </a:lnTo>
                  <a:lnTo>
                    <a:pt x="7350529" y="861850"/>
                  </a:lnTo>
                  <a:lnTo>
                    <a:pt x="7385304" y="816102"/>
                  </a:lnTo>
                  <a:lnTo>
                    <a:pt x="7385304" y="90678"/>
                  </a:lnTo>
                  <a:lnTo>
                    <a:pt x="7350529" y="44929"/>
                  </a:lnTo>
                  <a:lnTo>
                    <a:pt x="7310707" y="26574"/>
                  </a:lnTo>
                  <a:lnTo>
                    <a:pt x="7259169" y="12389"/>
                  </a:lnTo>
                  <a:lnTo>
                    <a:pt x="7198346" y="324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79" name="Google Shape;879;p19"/>
            <p:cNvSpPr/>
            <p:nvPr/>
          </p:nvSpPr>
          <p:spPr>
            <a:xfrm>
              <a:off x="2326385" y="2814066"/>
              <a:ext cx="7385684" cy="906780"/>
            </a:xfrm>
            <a:custGeom>
              <a:avLst/>
              <a:gdLst/>
              <a:ahLst/>
              <a:cxnLst/>
              <a:rect l="l" t="t" r="r" b="b"/>
              <a:pathLst>
                <a:path w="7385684" h="906779" extrusionOk="0">
                  <a:moveTo>
                    <a:pt x="0" y="90678"/>
                  </a:moveTo>
                  <a:lnTo>
                    <a:pt x="34774" y="44929"/>
                  </a:lnTo>
                  <a:lnTo>
                    <a:pt x="74596" y="26574"/>
                  </a:lnTo>
                  <a:lnTo>
                    <a:pt x="126134" y="12389"/>
                  </a:lnTo>
                  <a:lnTo>
                    <a:pt x="186957" y="3242"/>
                  </a:lnTo>
                  <a:lnTo>
                    <a:pt x="254634" y="0"/>
                  </a:lnTo>
                  <a:lnTo>
                    <a:pt x="7130669" y="0"/>
                  </a:lnTo>
                  <a:lnTo>
                    <a:pt x="7198346" y="3242"/>
                  </a:lnTo>
                  <a:lnTo>
                    <a:pt x="7259169" y="12389"/>
                  </a:lnTo>
                  <a:lnTo>
                    <a:pt x="7310707" y="26574"/>
                  </a:lnTo>
                  <a:lnTo>
                    <a:pt x="7350529" y="44929"/>
                  </a:lnTo>
                  <a:lnTo>
                    <a:pt x="7385304" y="90678"/>
                  </a:lnTo>
                  <a:lnTo>
                    <a:pt x="7385304" y="816102"/>
                  </a:lnTo>
                  <a:lnTo>
                    <a:pt x="7350529" y="861850"/>
                  </a:lnTo>
                  <a:lnTo>
                    <a:pt x="7310707" y="880205"/>
                  </a:lnTo>
                  <a:lnTo>
                    <a:pt x="7259169" y="894390"/>
                  </a:lnTo>
                  <a:lnTo>
                    <a:pt x="7198346" y="903537"/>
                  </a:lnTo>
                  <a:lnTo>
                    <a:pt x="7130669" y="906780"/>
                  </a:lnTo>
                  <a:lnTo>
                    <a:pt x="254634" y="906780"/>
                  </a:lnTo>
                  <a:lnTo>
                    <a:pt x="186957" y="903537"/>
                  </a:lnTo>
                  <a:lnTo>
                    <a:pt x="126134" y="894390"/>
                  </a:lnTo>
                  <a:lnTo>
                    <a:pt x="74596" y="880205"/>
                  </a:lnTo>
                  <a:lnTo>
                    <a:pt x="34774" y="861850"/>
                  </a:lnTo>
                  <a:lnTo>
                    <a:pt x="0" y="816102"/>
                  </a:lnTo>
                  <a:lnTo>
                    <a:pt x="0" y="90678"/>
                  </a:lnTo>
                  <a:close/>
                </a:path>
              </a:pathLst>
            </a:custGeom>
            <a:noFill/>
            <a:ln w="253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880" name="Google Shape;880;p19"/>
          <p:cNvSpPr txBox="1"/>
          <p:nvPr/>
        </p:nvSpPr>
        <p:spPr>
          <a:xfrm>
            <a:off x="1865947" y="1045655"/>
            <a:ext cx="5295900" cy="1598034"/>
          </a:xfrm>
          <a:prstGeom prst="rect">
            <a:avLst/>
          </a:prstGeom>
          <a:noFill/>
          <a:ln>
            <a:noFill/>
          </a:ln>
        </p:spPr>
        <p:txBody>
          <a:bodyPr spcFirstLastPara="1" wrap="square" lIns="0" tIns="50950" rIns="0" bIns="0" anchor="t" anchorCtr="0">
            <a:spAutoFit/>
          </a:bodyPr>
          <a:lstStyle/>
          <a:p>
            <a:pPr marL="9049" marR="3810" lvl="0" indent="0" algn="ctr" rtl="0">
              <a:lnSpc>
                <a:spcPct val="108124"/>
              </a:lnSpc>
              <a:spcBef>
                <a:spcPts val="0"/>
              </a:spcBef>
              <a:spcAft>
                <a:spcPts val="0"/>
              </a:spcAft>
              <a:buNone/>
            </a:pPr>
            <a:r>
              <a:rPr lang="en" sz="2400" b="1" i="0" u="none" strike="noStrike" cap="none">
                <a:solidFill>
                  <a:srgbClr val="000000"/>
                </a:solidFill>
                <a:latin typeface="Arial"/>
                <a:ea typeface="Arial"/>
                <a:cs typeface="Arial"/>
                <a:sym typeface="Arial"/>
              </a:rPr>
              <a:t>Surface root cause(s) based on your scan.</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1054"/>
              </a:spcBef>
              <a:spcAft>
                <a:spcPts val="0"/>
              </a:spcAft>
              <a:buNone/>
            </a:pPr>
            <a:endParaRPr sz="2400" b="0" i="0" u="none" strike="noStrike" cap="none">
              <a:solidFill>
                <a:srgbClr val="000000"/>
              </a:solidFill>
              <a:latin typeface="Arial"/>
              <a:ea typeface="Arial"/>
              <a:cs typeface="Arial"/>
              <a:sym typeface="Arial"/>
            </a:endParaRPr>
          </a:p>
          <a:p>
            <a:pPr marL="953" marR="0" lvl="0" indent="0" algn="ctr" rtl="0">
              <a:lnSpc>
                <a:spcPct val="100000"/>
              </a:lnSpc>
              <a:spcBef>
                <a:spcPts val="4"/>
              </a:spcBef>
              <a:spcAft>
                <a:spcPts val="0"/>
              </a:spcAft>
              <a:buNone/>
            </a:pPr>
            <a:r>
              <a:rPr lang="en" sz="2400" b="1" i="0" u="none" strike="noStrike" cap="none">
                <a:solidFill>
                  <a:srgbClr val="000000"/>
                </a:solidFill>
                <a:latin typeface="Arial"/>
                <a:ea typeface="Arial"/>
                <a:cs typeface="Arial"/>
                <a:sym typeface="Arial"/>
              </a:rPr>
              <a:t>Conduct a literature review</a:t>
            </a:r>
            <a:endParaRPr sz="2400" b="0" i="0" u="none" strike="noStrike" cap="none">
              <a:solidFill>
                <a:srgbClr val="000000"/>
              </a:solidFill>
              <a:latin typeface="Arial"/>
              <a:ea typeface="Arial"/>
              <a:cs typeface="Arial"/>
              <a:sym typeface="Arial"/>
            </a:endParaRPr>
          </a:p>
        </p:txBody>
      </p:sp>
      <p:pic>
        <p:nvPicPr>
          <p:cNvPr id="881" name="Google Shape;881;p19"/>
          <p:cNvPicPr preferRelativeResize="0"/>
          <p:nvPr/>
        </p:nvPicPr>
        <p:blipFill rotWithShape="1">
          <a:blip r:embed="rId4">
            <a:alphaModFix/>
          </a:blip>
          <a:srcRect/>
          <a:stretch/>
        </p:blipFill>
        <p:spPr>
          <a:xfrm>
            <a:off x="640079" y="1"/>
            <a:ext cx="1483614" cy="1408175"/>
          </a:xfrm>
          <a:prstGeom prst="rect">
            <a:avLst/>
          </a:prstGeom>
          <a:noFill/>
          <a:ln>
            <a:noFill/>
          </a:ln>
        </p:spPr>
      </p:pic>
      <p:sp>
        <p:nvSpPr>
          <p:cNvPr id="882" name="Google Shape;882;p19" descr="$PPTXTitle"/>
          <p:cNvSpPr txBox="1">
            <a:spLocks noGrp="1"/>
          </p:cNvSpPr>
          <p:nvPr>
            <p:ph type="title"/>
          </p:nvPr>
        </p:nvSpPr>
        <p:spPr>
          <a:xfrm>
            <a:off x="471488" y="105072"/>
            <a:ext cx="5915025" cy="946252"/>
          </a:xfrm>
          <a:prstGeom prst="rect">
            <a:avLst/>
          </a:prstGeom>
          <a:noFill/>
          <a:ln>
            <a:noFill/>
          </a:ln>
        </p:spPr>
        <p:txBody>
          <a:bodyPr spcFirstLastPara="1" wrap="square" lIns="0" tIns="10000" rIns="0" bIns="0" anchor="ctr" anchorCtr="0">
            <a:spAutoFit/>
          </a:bodyPr>
          <a:lstStyle/>
          <a:p>
            <a:pPr marL="1043939" lvl="0" indent="0" algn="l" rtl="0">
              <a:lnSpc>
                <a:spcPct val="100000"/>
              </a:lnSpc>
              <a:spcBef>
                <a:spcPts val="79"/>
              </a:spcBef>
              <a:spcAft>
                <a:spcPts val="0"/>
              </a:spcAft>
              <a:buSzPts val="1800"/>
              <a:buNone/>
            </a:pPr>
            <a:r>
              <a:rPr lang="en" sz="6000">
                <a:solidFill>
                  <a:srgbClr val="C00000"/>
                </a:solidFill>
              </a:rPr>
              <a:t>P</a:t>
            </a:r>
            <a:r>
              <a:rPr lang="en" sz="3900">
                <a:solidFill>
                  <a:srgbClr val="000000"/>
                </a:solidFill>
              </a:rPr>
              <a:t>lan</a:t>
            </a:r>
            <a:endParaRPr sz="3900"/>
          </a:p>
        </p:txBody>
      </p:sp>
      <p:sp>
        <p:nvSpPr>
          <p:cNvPr id="883" name="Google Shape;883;p19"/>
          <p:cNvSpPr/>
          <p:nvPr/>
        </p:nvSpPr>
        <p:spPr>
          <a:xfrm>
            <a:off x="1744790" y="3181540"/>
            <a:ext cx="5539263" cy="1742123"/>
          </a:xfrm>
          <a:custGeom>
            <a:avLst/>
            <a:gdLst/>
            <a:ahLst/>
            <a:cxnLst/>
            <a:rect l="l" t="t" r="r" b="b"/>
            <a:pathLst>
              <a:path w="7385684" h="2322829" extrusionOk="0">
                <a:moveTo>
                  <a:pt x="7385304" y="1503730"/>
                </a:moveTo>
                <a:lnTo>
                  <a:pt x="7350519" y="1457820"/>
                </a:lnTo>
                <a:lnTo>
                  <a:pt x="7310704" y="1439405"/>
                </a:lnTo>
                <a:lnTo>
                  <a:pt x="7259167" y="1425181"/>
                </a:lnTo>
                <a:lnTo>
                  <a:pt x="7198334" y="1415999"/>
                </a:lnTo>
                <a:lnTo>
                  <a:pt x="7130669" y="1412748"/>
                </a:lnTo>
                <a:lnTo>
                  <a:pt x="254635" y="1412748"/>
                </a:lnTo>
                <a:lnTo>
                  <a:pt x="186956" y="1415999"/>
                </a:lnTo>
                <a:lnTo>
                  <a:pt x="126123" y="1425168"/>
                </a:lnTo>
                <a:lnTo>
                  <a:pt x="74587" y="1439405"/>
                </a:lnTo>
                <a:lnTo>
                  <a:pt x="34772" y="1457807"/>
                </a:lnTo>
                <a:lnTo>
                  <a:pt x="0" y="1503730"/>
                </a:lnTo>
                <a:lnTo>
                  <a:pt x="0" y="2231593"/>
                </a:lnTo>
                <a:lnTo>
                  <a:pt x="34772" y="2277529"/>
                </a:lnTo>
                <a:lnTo>
                  <a:pt x="74587" y="2295931"/>
                </a:lnTo>
                <a:lnTo>
                  <a:pt x="126123" y="2310155"/>
                </a:lnTo>
                <a:lnTo>
                  <a:pt x="186956" y="2319337"/>
                </a:lnTo>
                <a:lnTo>
                  <a:pt x="254635" y="2322576"/>
                </a:lnTo>
                <a:lnTo>
                  <a:pt x="7130669" y="2322576"/>
                </a:lnTo>
                <a:lnTo>
                  <a:pt x="7198334" y="2319337"/>
                </a:lnTo>
                <a:lnTo>
                  <a:pt x="7259167" y="2310155"/>
                </a:lnTo>
                <a:lnTo>
                  <a:pt x="7310704" y="2295931"/>
                </a:lnTo>
                <a:lnTo>
                  <a:pt x="7350519" y="2277516"/>
                </a:lnTo>
                <a:lnTo>
                  <a:pt x="7385304" y="2231593"/>
                </a:lnTo>
                <a:lnTo>
                  <a:pt x="7385304" y="1503730"/>
                </a:lnTo>
                <a:close/>
              </a:path>
              <a:path w="7385684" h="2322829" extrusionOk="0">
                <a:moveTo>
                  <a:pt x="7385304" y="92329"/>
                </a:moveTo>
                <a:lnTo>
                  <a:pt x="7350519" y="45758"/>
                </a:lnTo>
                <a:lnTo>
                  <a:pt x="7310704" y="27076"/>
                </a:lnTo>
                <a:lnTo>
                  <a:pt x="7259167" y="12623"/>
                </a:lnTo>
                <a:lnTo>
                  <a:pt x="7198334" y="3314"/>
                </a:lnTo>
                <a:lnTo>
                  <a:pt x="7130669" y="0"/>
                </a:lnTo>
                <a:lnTo>
                  <a:pt x="254635" y="0"/>
                </a:lnTo>
                <a:lnTo>
                  <a:pt x="186956" y="3314"/>
                </a:lnTo>
                <a:lnTo>
                  <a:pt x="126123" y="12623"/>
                </a:lnTo>
                <a:lnTo>
                  <a:pt x="74587" y="27076"/>
                </a:lnTo>
                <a:lnTo>
                  <a:pt x="34772" y="45758"/>
                </a:lnTo>
                <a:lnTo>
                  <a:pt x="0" y="92329"/>
                </a:lnTo>
                <a:lnTo>
                  <a:pt x="0" y="831215"/>
                </a:lnTo>
                <a:lnTo>
                  <a:pt x="34772" y="877798"/>
                </a:lnTo>
                <a:lnTo>
                  <a:pt x="74587" y="896480"/>
                </a:lnTo>
                <a:lnTo>
                  <a:pt x="126123" y="910932"/>
                </a:lnTo>
                <a:lnTo>
                  <a:pt x="186956" y="920242"/>
                </a:lnTo>
                <a:lnTo>
                  <a:pt x="254635" y="923544"/>
                </a:lnTo>
                <a:lnTo>
                  <a:pt x="7130669" y="923544"/>
                </a:lnTo>
                <a:lnTo>
                  <a:pt x="7198334" y="920242"/>
                </a:lnTo>
                <a:lnTo>
                  <a:pt x="7259167" y="910932"/>
                </a:lnTo>
                <a:lnTo>
                  <a:pt x="7310704" y="896480"/>
                </a:lnTo>
                <a:lnTo>
                  <a:pt x="7350519" y="877798"/>
                </a:lnTo>
                <a:lnTo>
                  <a:pt x="7385304" y="831215"/>
                </a:lnTo>
                <a:lnTo>
                  <a:pt x="7385304" y="92329"/>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84" name="Google Shape;884;p19"/>
          <p:cNvSpPr txBox="1"/>
          <p:nvPr/>
        </p:nvSpPr>
        <p:spPr>
          <a:xfrm>
            <a:off x="2414588" y="3308127"/>
            <a:ext cx="4204811" cy="1463862"/>
          </a:xfrm>
          <a:prstGeom prst="rect">
            <a:avLst/>
          </a:prstGeom>
          <a:noFill/>
          <a:ln>
            <a:noFill/>
          </a:ln>
        </p:spPr>
        <p:txBody>
          <a:bodyPr spcFirstLastPara="1" wrap="square" lIns="0" tIns="9525" rIns="0" bIns="0" anchor="t" anchorCtr="0">
            <a:spAutoFit/>
          </a:bodyPr>
          <a:lstStyle/>
          <a:p>
            <a:pPr marL="0" marR="0" lvl="0" indent="0" algn="ctr" rtl="0">
              <a:lnSpc>
                <a:spcPct val="100000"/>
              </a:lnSpc>
              <a:spcBef>
                <a:spcPts val="0"/>
              </a:spcBef>
              <a:spcAft>
                <a:spcPts val="0"/>
              </a:spcAft>
              <a:buNone/>
            </a:pPr>
            <a:r>
              <a:rPr lang="en" sz="2400" b="0" i="0" u="none" strike="noStrike" cap="none">
                <a:solidFill>
                  <a:srgbClr val="BEBEBE"/>
                </a:solidFill>
                <a:latin typeface="Arial"/>
                <a:ea typeface="Arial"/>
                <a:cs typeface="Arial"/>
                <a:sym typeface="Arial"/>
              </a:rPr>
              <a:t>Develop intervention strategies</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2663"/>
              </a:spcBef>
              <a:spcAft>
                <a:spcPts val="0"/>
              </a:spcAft>
              <a:buNone/>
            </a:pP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 sz="2400" b="0" i="0" u="none" strike="noStrike" cap="none">
                <a:solidFill>
                  <a:srgbClr val="BEBEBE"/>
                </a:solidFill>
                <a:latin typeface="Arial"/>
                <a:ea typeface="Arial"/>
                <a:cs typeface="Arial"/>
                <a:sym typeface="Arial"/>
              </a:rPr>
              <a:t>Write your research question</a:t>
            </a:r>
            <a:endParaRPr sz="2400" b="0" i="0" u="none" strike="noStrike" cap="none">
              <a:solidFill>
                <a:srgbClr val="000000"/>
              </a:solidFill>
              <a:latin typeface="Arial"/>
              <a:ea typeface="Arial"/>
              <a:cs typeface="Arial"/>
              <a:sym typeface="Arial"/>
            </a:endParaRPr>
          </a:p>
        </p:txBody>
      </p:sp>
      <p:sp>
        <p:nvSpPr>
          <p:cNvPr id="885" name="Google Shape;885;p19"/>
          <p:cNvSpPr/>
          <p:nvPr/>
        </p:nvSpPr>
        <p:spPr>
          <a:xfrm>
            <a:off x="324783" y="22412"/>
            <a:ext cx="4352449" cy="4210526"/>
          </a:xfrm>
          <a:custGeom>
            <a:avLst/>
            <a:gdLst/>
            <a:ahLst/>
            <a:cxnLst/>
            <a:rect l="l" t="t" r="r" b="b"/>
            <a:pathLst>
              <a:path w="5803265" h="5614035" extrusionOk="0">
                <a:moveTo>
                  <a:pt x="477570" y="897940"/>
                </a:moveTo>
                <a:lnTo>
                  <a:pt x="188137" y="897940"/>
                </a:lnTo>
                <a:lnTo>
                  <a:pt x="188137" y="955865"/>
                </a:lnTo>
                <a:lnTo>
                  <a:pt x="477570" y="955865"/>
                </a:lnTo>
                <a:lnTo>
                  <a:pt x="477570" y="897940"/>
                </a:lnTo>
                <a:close/>
              </a:path>
              <a:path w="5803265" h="5614035" extrusionOk="0">
                <a:moveTo>
                  <a:pt x="477570" y="666267"/>
                </a:moveTo>
                <a:lnTo>
                  <a:pt x="188137" y="666267"/>
                </a:lnTo>
                <a:lnTo>
                  <a:pt x="188137" y="724179"/>
                </a:lnTo>
                <a:lnTo>
                  <a:pt x="477570" y="724179"/>
                </a:lnTo>
                <a:lnTo>
                  <a:pt x="477570" y="666267"/>
                </a:lnTo>
                <a:close/>
              </a:path>
              <a:path w="5803265" h="5614035" extrusionOk="0">
                <a:moveTo>
                  <a:pt x="477570" y="434594"/>
                </a:moveTo>
                <a:lnTo>
                  <a:pt x="188137" y="434594"/>
                </a:lnTo>
                <a:lnTo>
                  <a:pt x="188137" y="492506"/>
                </a:lnTo>
                <a:lnTo>
                  <a:pt x="477570" y="492506"/>
                </a:lnTo>
                <a:lnTo>
                  <a:pt x="477570" y="434594"/>
                </a:lnTo>
                <a:close/>
              </a:path>
              <a:path w="5803265" h="5614035" extrusionOk="0">
                <a:moveTo>
                  <a:pt x="477570" y="202920"/>
                </a:moveTo>
                <a:lnTo>
                  <a:pt x="188137" y="202920"/>
                </a:lnTo>
                <a:lnTo>
                  <a:pt x="188137" y="260832"/>
                </a:lnTo>
                <a:lnTo>
                  <a:pt x="477570" y="260832"/>
                </a:lnTo>
                <a:lnTo>
                  <a:pt x="477570" y="202920"/>
                </a:lnTo>
                <a:close/>
              </a:path>
              <a:path w="5803265" h="5614035" extrusionOk="0">
                <a:moveTo>
                  <a:pt x="709117" y="868984"/>
                </a:moveTo>
                <a:lnTo>
                  <a:pt x="593344" y="868984"/>
                </a:lnTo>
                <a:lnTo>
                  <a:pt x="593344" y="984821"/>
                </a:lnTo>
                <a:lnTo>
                  <a:pt x="709117" y="984821"/>
                </a:lnTo>
                <a:lnTo>
                  <a:pt x="709117" y="868984"/>
                </a:lnTo>
                <a:close/>
              </a:path>
              <a:path w="5803265" h="5614035" extrusionOk="0">
                <a:moveTo>
                  <a:pt x="709117" y="637311"/>
                </a:moveTo>
                <a:lnTo>
                  <a:pt x="593344" y="637311"/>
                </a:lnTo>
                <a:lnTo>
                  <a:pt x="593344" y="753148"/>
                </a:lnTo>
                <a:lnTo>
                  <a:pt x="709117" y="753148"/>
                </a:lnTo>
                <a:lnTo>
                  <a:pt x="709117" y="637311"/>
                </a:lnTo>
                <a:close/>
              </a:path>
              <a:path w="5803265" h="5614035" extrusionOk="0">
                <a:moveTo>
                  <a:pt x="709117" y="405625"/>
                </a:moveTo>
                <a:lnTo>
                  <a:pt x="593344" y="405625"/>
                </a:lnTo>
                <a:lnTo>
                  <a:pt x="593344" y="521474"/>
                </a:lnTo>
                <a:lnTo>
                  <a:pt x="709117" y="521474"/>
                </a:lnTo>
                <a:lnTo>
                  <a:pt x="709117" y="405625"/>
                </a:lnTo>
                <a:close/>
              </a:path>
              <a:path w="5803265" h="5614035" extrusionOk="0">
                <a:moveTo>
                  <a:pt x="709117" y="173951"/>
                </a:moveTo>
                <a:lnTo>
                  <a:pt x="593344" y="173951"/>
                </a:lnTo>
                <a:lnTo>
                  <a:pt x="593344" y="289788"/>
                </a:lnTo>
                <a:lnTo>
                  <a:pt x="709117" y="289788"/>
                </a:lnTo>
                <a:lnTo>
                  <a:pt x="709117" y="173951"/>
                </a:lnTo>
                <a:close/>
              </a:path>
              <a:path w="5803265" h="5614035" extrusionOk="0">
                <a:moveTo>
                  <a:pt x="897255" y="0"/>
                </a:moveTo>
                <a:lnTo>
                  <a:pt x="0" y="0"/>
                </a:lnTo>
                <a:lnTo>
                  <a:pt x="0" y="87655"/>
                </a:lnTo>
                <a:lnTo>
                  <a:pt x="0" y="1072172"/>
                </a:lnTo>
                <a:lnTo>
                  <a:pt x="0" y="1158557"/>
                </a:lnTo>
                <a:lnTo>
                  <a:pt x="897255" y="1158557"/>
                </a:lnTo>
                <a:lnTo>
                  <a:pt x="897255" y="1072172"/>
                </a:lnTo>
                <a:lnTo>
                  <a:pt x="86829" y="1072172"/>
                </a:lnTo>
                <a:lnTo>
                  <a:pt x="86829" y="87655"/>
                </a:lnTo>
                <a:lnTo>
                  <a:pt x="810425" y="87655"/>
                </a:lnTo>
                <a:lnTo>
                  <a:pt x="810425" y="1071702"/>
                </a:lnTo>
                <a:lnTo>
                  <a:pt x="897255" y="1071702"/>
                </a:lnTo>
                <a:lnTo>
                  <a:pt x="897255" y="87655"/>
                </a:lnTo>
                <a:lnTo>
                  <a:pt x="897255" y="87083"/>
                </a:lnTo>
                <a:lnTo>
                  <a:pt x="897255" y="0"/>
                </a:lnTo>
                <a:close/>
              </a:path>
              <a:path w="5803265" h="5614035" extrusionOk="0">
                <a:moveTo>
                  <a:pt x="5803163" y="5383365"/>
                </a:moveTo>
                <a:lnTo>
                  <a:pt x="5716041" y="5383365"/>
                </a:lnTo>
                <a:lnTo>
                  <a:pt x="5716041" y="5153241"/>
                </a:lnTo>
                <a:lnTo>
                  <a:pt x="5454421" y="5153241"/>
                </a:lnTo>
                <a:lnTo>
                  <a:pt x="5454421" y="5383365"/>
                </a:lnTo>
                <a:lnTo>
                  <a:pt x="5367299" y="5383365"/>
                </a:lnTo>
                <a:lnTo>
                  <a:pt x="5585231" y="5613489"/>
                </a:lnTo>
                <a:lnTo>
                  <a:pt x="5803163" y="5383365"/>
                </a:lnTo>
                <a:close/>
              </a:path>
              <a:path w="5803265" h="5614035" extrusionOk="0">
                <a:moveTo>
                  <a:pt x="5803163" y="3959949"/>
                </a:moveTo>
                <a:lnTo>
                  <a:pt x="5716041" y="3959949"/>
                </a:lnTo>
                <a:lnTo>
                  <a:pt x="5716041" y="3729825"/>
                </a:lnTo>
                <a:lnTo>
                  <a:pt x="5454421" y="3729825"/>
                </a:lnTo>
                <a:lnTo>
                  <a:pt x="5454421" y="3959949"/>
                </a:lnTo>
                <a:lnTo>
                  <a:pt x="5367299" y="3959949"/>
                </a:lnTo>
                <a:lnTo>
                  <a:pt x="5585231" y="4190073"/>
                </a:lnTo>
                <a:lnTo>
                  <a:pt x="5803163" y="395994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886" name="Google Shape;886;p19"/>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9</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890"/>
        <p:cNvGrpSpPr/>
        <p:nvPr/>
      </p:nvGrpSpPr>
      <p:grpSpPr>
        <a:xfrm>
          <a:off x="0" y="0"/>
          <a:ext cx="0" cy="0"/>
          <a:chOff x="0" y="0"/>
          <a:chExt cx="0" cy="0"/>
        </a:xfrm>
      </p:grpSpPr>
      <p:pic>
        <p:nvPicPr>
          <p:cNvPr id="891" name="Google Shape;891;p20"/>
          <p:cNvPicPr preferRelativeResize="0"/>
          <p:nvPr/>
        </p:nvPicPr>
        <p:blipFill rotWithShape="1">
          <a:blip r:embed="rId3">
            <a:alphaModFix/>
          </a:blip>
          <a:srcRect/>
          <a:stretch/>
        </p:blipFill>
        <p:spPr>
          <a:xfrm>
            <a:off x="1156966" y="32860"/>
            <a:ext cx="6656571" cy="3745898"/>
          </a:xfrm>
          <a:prstGeom prst="rect">
            <a:avLst/>
          </a:prstGeom>
          <a:noFill/>
          <a:ln>
            <a:noFill/>
          </a:ln>
        </p:spPr>
      </p:pic>
      <p:grpSp>
        <p:nvGrpSpPr>
          <p:cNvPr id="892" name="Google Shape;892;p20"/>
          <p:cNvGrpSpPr/>
          <p:nvPr/>
        </p:nvGrpSpPr>
        <p:grpSpPr>
          <a:xfrm>
            <a:off x="1857375" y="3794761"/>
            <a:ext cx="5429250" cy="1315879"/>
            <a:chOff x="2476500" y="4602479"/>
            <a:chExt cx="7239000" cy="1754505"/>
          </a:xfrm>
        </p:grpSpPr>
        <p:sp>
          <p:nvSpPr>
            <p:cNvPr id="893" name="Google Shape;893;p20"/>
            <p:cNvSpPr/>
            <p:nvPr/>
          </p:nvSpPr>
          <p:spPr>
            <a:xfrm>
              <a:off x="2476500" y="4602479"/>
              <a:ext cx="7239000" cy="1754505"/>
            </a:xfrm>
            <a:custGeom>
              <a:avLst/>
              <a:gdLst/>
              <a:ahLst/>
              <a:cxnLst/>
              <a:rect l="l" t="t" r="r" b="b"/>
              <a:pathLst>
                <a:path w="7239000" h="1754504" extrusionOk="0">
                  <a:moveTo>
                    <a:pt x="7239000" y="0"/>
                  </a:moveTo>
                  <a:lnTo>
                    <a:pt x="0" y="0"/>
                  </a:lnTo>
                  <a:lnTo>
                    <a:pt x="0" y="1754124"/>
                  </a:lnTo>
                  <a:lnTo>
                    <a:pt x="7239000" y="1754124"/>
                  </a:lnTo>
                  <a:lnTo>
                    <a:pt x="7239000" y="0"/>
                  </a:lnTo>
                  <a:close/>
                </a:path>
              </a:pathLst>
            </a:custGeom>
            <a:solidFill>
              <a:srgbClr val="B8CDE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894" name="Google Shape;894;p20"/>
            <p:cNvPicPr preferRelativeResize="0"/>
            <p:nvPr/>
          </p:nvPicPr>
          <p:blipFill rotWithShape="1">
            <a:blip r:embed="rId4">
              <a:alphaModFix/>
            </a:blip>
            <a:srcRect/>
            <a:stretch/>
          </p:blipFill>
          <p:spPr>
            <a:xfrm>
              <a:off x="7423403" y="4701539"/>
              <a:ext cx="2113788" cy="336804"/>
            </a:xfrm>
            <a:prstGeom prst="rect">
              <a:avLst/>
            </a:prstGeom>
            <a:noFill/>
            <a:ln>
              <a:noFill/>
            </a:ln>
          </p:spPr>
        </p:pic>
        <p:sp>
          <p:nvSpPr>
            <p:cNvPr id="895" name="Google Shape;895;p20"/>
            <p:cNvSpPr/>
            <p:nvPr/>
          </p:nvSpPr>
          <p:spPr>
            <a:xfrm>
              <a:off x="7418578" y="4696713"/>
              <a:ext cx="2123440" cy="346710"/>
            </a:xfrm>
            <a:custGeom>
              <a:avLst/>
              <a:gdLst/>
              <a:ahLst/>
              <a:cxnLst/>
              <a:rect l="l" t="t" r="r" b="b"/>
              <a:pathLst>
                <a:path w="2123440" h="346710" extrusionOk="0">
                  <a:moveTo>
                    <a:pt x="0" y="346329"/>
                  </a:moveTo>
                  <a:lnTo>
                    <a:pt x="2123312" y="346329"/>
                  </a:lnTo>
                  <a:lnTo>
                    <a:pt x="2123312" y="0"/>
                  </a:lnTo>
                  <a:lnTo>
                    <a:pt x="0" y="0"/>
                  </a:lnTo>
                  <a:lnTo>
                    <a:pt x="0" y="34632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896" name="Google Shape;896;p20"/>
            <p:cNvPicPr preferRelativeResize="0"/>
            <p:nvPr/>
          </p:nvPicPr>
          <p:blipFill rotWithShape="1">
            <a:blip r:embed="rId5">
              <a:alphaModFix/>
            </a:blip>
            <a:srcRect/>
            <a:stretch/>
          </p:blipFill>
          <p:spPr>
            <a:xfrm>
              <a:off x="5038344" y="4701539"/>
              <a:ext cx="2115311" cy="336804"/>
            </a:xfrm>
            <a:prstGeom prst="rect">
              <a:avLst/>
            </a:prstGeom>
            <a:noFill/>
            <a:ln>
              <a:noFill/>
            </a:ln>
          </p:spPr>
        </p:pic>
        <p:sp>
          <p:nvSpPr>
            <p:cNvPr id="897" name="Google Shape;897;p20"/>
            <p:cNvSpPr/>
            <p:nvPr/>
          </p:nvSpPr>
          <p:spPr>
            <a:xfrm>
              <a:off x="5033517" y="4696713"/>
              <a:ext cx="2125345" cy="346710"/>
            </a:xfrm>
            <a:custGeom>
              <a:avLst/>
              <a:gdLst/>
              <a:ahLst/>
              <a:cxnLst/>
              <a:rect l="l" t="t" r="r" b="b"/>
              <a:pathLst>
                <a:path w="2125345" h="346710" extrusionOk="0">
                  <a:moveTo>
                    <a:pt x="0" y="346329"/>
                  </a:moveTo>
                  <a:lnTo>
                    <a:pt x="2124837" y="346329"/>
                  </a:lnTo>
                  <a:lnTo>
                    <a:pt x="2124837" y="0"/>
                  </a:lnTo>
                  <a:lnTo>
                    <a:pt x="0" y="0"/>
                  </a:lnTo>
                  <a:lnTo>
                    <a:pt x="0" y="34632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898" name="Google Shape;898;p20"/>
            <p:cNvPicPr preferRelativeResize="0"/>
            <p:nvPr/>
          </p:nvPicPr>
          <p:blipFill rotWithShape="1">
            <a:blip r:embed="rId6">
              <a:alphaModFix/>
            </a:blip>
            <a:srcRect/>
            <a:stretch/>
          </p:blipFill>
          <p:spPr>
            <a:xfrm>
              <a:off x="2654807" y="4701539"/>
              <a:ext cx="2113788" cy="336804"/>
            </a:xfrm>
            <a:prstGeom prst="rect">
              <a:avLst/>
            </a:prstGeom>
            <a:noFill/>
            <a:ln>
              <a:noFill/>
            </a:ln>
          </p:spPr>
        </p:pic>
        <p:sp>
          <p:nvSpPr>
            <p:cNvPr id="899" name="Google Shape;899;p20"/>
            <p:cNvSpPr/>
            <p:nvPr/>
          </p:nvSpPr>
          <p:spPr>
            <a:xfrm>
              <a:off x="2649981" y="4696713"/>
              <a:ext cx="2123440" cy="346710"/>
            </a:xfrm>
            <a:custGeom>
              <a:avLst/>
              <a:gdLst/>
              <a:ahLst/>
              <a:cxnLst/>
              <a:rect l="l" t="t" r="r" b="b"/>
              <a:pathLst>
                <a:path w="2123440" h="346710" extrusionOk="0">
                  <a:moveTo>
                    <a:pt x="0" y="346329"/>
                  </a:moveTo>
                  <a:lnTo>
                    <a:pt x="2123313" y="346329"/>
                  </a:lnTo>
                  <a:lnTo>
                    <a:pt x="2123313" y="0"/>
                  </a:lnTo>
                  <a:lnTo>
                    <a:pt x="0" y="0"/>
                  </a:lnTo>
                  <a:lnTo>
                    <a:pt x="0" y="34632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00" name="Google Shape;900;p20"/>
            <p:cNvPicPr preferRelativeResize="0"/>
            <p:nvPr/>
          </p:nvPicPr>
          <p:blipFill rotWithShape="1">
            <a:blip r:embed="rId7">
              <a:alphaModFix/>
            </a:blip>
            <a:srcRect/>
            <a:stretch/>
          </p:blipFill>
          <p:spPr>
            <a:xfrm>
              <a:off x="3712463" y="5224271"/>
              <a:ext cx="1914143" cy="950976"/>
            </a:xfrm>
            <a:prstGeom prst="rect">
              <a:avLst/>
            </a:prstGeom>
            <a:noFill/>
            <a:ln>
              <a:noFill/>
            </a:ln>
          </p:spPr>
        </p:pic>
        <p:pic>
          <p:nvPicPr>
            <p:cNvPr id="901" name="Google Shape;901;p20"/>
            <p:cNvPicPr preferRelativeResize="0"/>
            <p:nvPr/>
          </p:nvPicPr>
          <p:blipFill rotWithShape="1">
            <a:blip r:embed="rId8">
              <a:alphaModFix/>
            </a:blip>
            <a:srcRect/>
            <a:stretch/>
          </p:blipFill>
          <p:spPr>
            <a:xfrm>
              <a:off x="6164579" y="5411723"/>
              <a:ext cx="2517648" cy="460247"/>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905"/>
        <p:cNvGrpSpPr/>
        <p:nvPr/>
      </p:nvGrpSpPr>
      <p:grpSpPr>
        <a:xfrm>
          <a:off x="0" y="0"/>
          <a:ext cx="0" cy="0"/>
          <a:chOff x="0" y="0"/>
          <a:chExt cx="0" cy="0"/>
        </a:xfrm>
      </p:grpSpPr>
      <p:grpSp>
        <p:nvGrpSpPr>
          <p:cNvPr id="906" name="Google Shape;906;p22"/>
          <p:cNvGrpSpPr/>
          <p:nvPr/>
        </p:nvGrpSpPr>
        <p:grpSpPr>
          <a:xfrm>
            <a:off x="1744789" y="1061275"/>
            <a:ext cx="5539263" cy="1727264"/>
            <a:chOff x="2326385" y="1415033"/>
            <a:chExt cx="7385684" cy="2303018"/>
          </a:xfrm>
        </p:grpSpPr>
        <p:sp>
          <p:nvSpPr>
            <p:cNvPr id="907" name="Google Shape;907;p22"/>
            <p:cNvSpPr/>
            <p:nvPr/>
          </p:nvSpPr>
          <p:spPr>
            <a:xfrm>
              <a:off x="2326385" y="1415033"/>
              <a:ext cx="7385684" cy="920750"/>
            </a:xfrm>
            <a:custGeom>
              <a:avLst/>
              <a:gdLst/>
              <a:ahLst/>
              <a:cxnLst/>
              <a:rect l="l" t="t" r="r" b="b"/>
              <a:pathLst>
                <a:path w="7385684" h="920750" extrusionOk="0">
                  <a:moveTo>
                    <a:pt x="7130669" y="0"/>
                  </a:moveTo>
                  <a:lnTo>
                    <a:pt x="254634" y="0"/>
                  </a:lnTo>
                  <a:lnTo>
                    <a:pt x="186957" y="3292"/>
                  </a:lnTo>
                  <a:lnTo>
                    <a:pt x="126134" y="12582"/>
                  </a:lnTo>
                  <a:lnTo>
                    <a:pt x="74596" y="26987"/>
                  </a:lnTo>
                  <a:lnTo>
                    <a:pt x="34774" y="45625"/>
                  </a:lnTo>
                  <a:lnTo>
                    <a:pt x="0" y="92075"/>
                  </a:lnTo>
                  <a:lnTo>
                    <a:pt x="0" y="828420"/>
                  </a:lnTo>
                  <a:lnTo>
                    <a:pt x="34774" y="874870"/>
                  </a:lnTo>
                  <a:lnTo>
                    <a:pt x="74596" y="893508"/>
                  </a:lnTo>
                  <a:lnTo>
                    <a:pt x="126134" y="907913"/>
                  </a:lnTo>
                  <a:lnTo>
                    <a:pt x="186957" y="917203"/>
                  </a:lnTo>
                  <a:lnTo>
                    <a:pt x="254634" y="920495"/>
                  </a:lnTo>
                  <a:lnTo>
                    <a:pt x="7130669" y="920495"/>
                  </a:lnTo>
                  <a:lnTo>
                    <a:pt x="7198346" y="917203"/>
                  </a:lnTo>
                  <a:lnTo>
                    <a:pt x="7259169" y="907913"/>
                  </a:lnTo>
                  <a:lnTo>
                    <a:pt x="7310707" y="893508"/>
                  </a:lnTo>
                  <a:lnTo>
                    <a:pt x="7350529" y="874870"/>
                  </a:lnTo>
                  <a:lnTo>
                    <a:pt x="7385304" y="828420"/>
                  </a:lnTo>
                  <a:lnTo>
                    <a:pt x="7385304" y="92075"/>
                  </a:lnTo>
                  <a:lnTo>
                    <a:pt x="7350529" y="45625"/>
                  </a:lnTo>
                  <a:lnTo>
                    <a:pt x="7310707" y="26987"/>
                  </a:lnTo>
                  <a:lnTo>
                    <a:pt x="7259169" y="12582"/>
                  </a:lnTo>
                  <a:lnTo>
                    <a:pt x="7198346" y="329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08" name="Google Shape;908;p22"/>
            <p:cNvSpPr/>
            <p:nvPr/>
          </p:nvSpPr>
          <p:spPr>
            <a:xfrm>
              <a:off x="5722620" y="2334767"/>
              <a:ext cx="436245" cy="462280"/>
            </a:xfrm>
            <a:custGeom>
              <a:avLst/>
              <a:gdLst/>
              <a:ahLst/>
              <a:cxnLst/>
              <a:rect l="l" t="t" r="r" b="b"/>
              <a:pathLst>
                <a:path w="436245" h="462280" extrusionOk="0">
                  <a:moveTo>
                    <a:pt x="348741" y="0"/>
                  </a:moveTo>
                  <a:lnTo>
                    <a:pt x="87121" y="0"/>
                  </a:lnTo>
                  <a:lnTo>
                    <a:pt x="87121" y="230886"/>
                  </a:lnTo>
                  <a:lnTo>
                    <a:pt x="0" y="230886"/>
                  </a:lnTo>
                  <a:lnTo>
                    <a:pt x="217931" y="461772"/>
                  </a:lnTo>
                  <a:lnTo>
                    <a:pt x="435863" y="230886"/>
                  </a:lnTo>
                  <a:lnTo>
                    <a:pt x="348741" y="230886"/>
                  </a:lnTo>
                  <a:lnTo>
                    <a:pt x="34874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09" name="Google Shape;909;p22"/>
            <p:cNvSpPr/>
            <p:nvPr/>
          </p:nvSpPr>
          <p:spPr>
            <a:xfrm>
              <a:off x="2326385" y="2797301"/>
              <a:ext cx="7385684" cy="920750"/>
            </a:xfrm>
            <a:custGeom>
              <a:avLst/>
              <a:gdLst/>
              <a:ahLst/>
              <a:cxnLst/>
              <a:rect l="l" t="t" r="r" b="b"/>
              <a:pathLst>
                <a:path w="7385684" h="920750" extrusionOk="0">
                  <a:moveTo>
                    <a:pt x="7130669" y="0"/>
                  </a:moveTo>
                  <a:lnTo>
                    <a:pt x="254634" y="0"/>
                  </a:lnTo>
                  <a:lnTo>
                    <a:pt x="186957" y="3292"/>
                  </a:lnTo>
                  <a:lnTo>
                    <a:pt x="126134" y="12582"/>
                  </a:lnTo>
                  <a:lnTo>
                    <a:pt x="74596" y="26987"/>
                  </a:lnTo>
                  <a:lnTo>
                    <a:pt x="34774" y="45625"/>
                  </a:lnTo>
                  <a:lnTo>
                    <a:pt x="0" y="92075"/>
                  </a:lnTo>
                  <a:lnTo>
                    <a:pt x="0" y="828421"/>
                  </a:lnTo>
                  <a:lnTo>
                    <a:pt x="34774" y="874870"/>
                  </a:lnTo>
                  <a:lnTo>
                    <a:pt x="74596" y="893508"/>
                  </a:lnTo>
                  <a:lnTo>
                    <a:pt x="126134" y="907913"/>
                  </a:lnTo>
                  <a:lnTo>
                    <a:pt x="186957" y="917203"/>
                  </a:lnTo>
                  <a:lnTo>
                    <a:pt x="254634" y="920496"/>
                  </a:lnTo>
                  <a:lnTo>
                    <a:pt x="7130669" y="920496"/>
                  </a:lnTo>
                  <a:lnTo>
                    <a:pt x="7198346" y="917203"/>
                  </a:lnTo>
                  <a:lnTo>
                    <a:pt x="7259169" y="907913"/>
                  </a:lnTo>
                  <a:lnTo>
                    <a:pt x="7310707" y="893508"/>
                  </a:lnTo>
                  <a:lnTo>
                    <a:pt x="7350529" y="874870"/>
                  </a:lnTo>
                  <a:lnTo>
                    <a:pt x="7385304" y="828421"/>
                  </a:lnTo>
                  <a:lnTo>
                    <a:pt x="7385304" y="92075"/>
                  </a:lnTo>
                  <a:lnTo>
                    <a:pt x="7350529" y="45625"/>
                  </a:lnTo>
                  <a:lnTo>
                    <a:pt x="7310707" y="26987"/>
                  </a:lnTo>
                  <a:lnTo>
                    <a:pt x="7259169" y="12582"/>
                  </a:lnTo>
                  <a:lnTo>
                    <a:pt x="7198346" y="329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10" name="Google Shape;910;p22"/>
            <p:cNvSpPr/>
            <p:nvPr/>
          </p:nvSpPr>
          <p:spPr>
            <a:xfrm>
              <a:off x="2326385" y="2797301"/>
              <a:ext cx="7385684" cy="920750"/>
            </a:xfrm>
            <a:custGeom>
              <a:avLst/>
              <a:gdLst/>
              <a:ahLst/>
              <a:cxnLst/>
              <a:rect l="l" t="t" r="r" b="b"/>
              <a:pathLst>
                <a:path w="7385684" h="920750" extrusionOk="0">
                  <a:moveTo>
                    <a:pt x="0" y="92075"/>
                  </a:moveTo>
                  <a:lnTo>
                    <a:pt x="34774" y="45625"/>
                  </a:lnTo>
                  <a:lnTo>
                    <a:pt x="74596" y="26987"/>
                  </a:lnTo>
                  <a:lnTo>
                    <a:pt x="126134" y="12582"/>
                  </a:lnTo>
                  <a:lnTo>
                    <a:pt x="186957" y="3292"/>
                  </a:lnTo>
                  <a:lnTo>
                    <a:pt x="254634" y="0"/>
                  </a:lnTo>
                  <a:lnTo>
                    <a:pt x="7130669" y="0"/>
                  </a:lnTo>
                  <a:lnTo>
                    <a:pt x="7198346" y="3292"/>
                  </a:lnTo>
                  <a:lnTo>
                    <a:pt x="7259169" y="12582"/>
                  </a:lnTo>
                  <a:lnTo>
                    <a:pt x="7310707" y="26987"/>
                  </a:lnTo>
                  <a:lnTo>
                    <a:pt x="7350529" y="45625"/>
                  </a:lnTo>
                  <a:lnTo>
                    <a:pt x="7385304" y="92075"/>
                  </a:lnTo>
                  <a:lnTo>
                    <a:pt x="7385304" y="828421"/>
                  </a:lnTo>
                  <a:lnTo>
                    <a:pt x="7350529" y="874870"/>
                  </a:lnTo>
                  <a:lnTo>
                    <a:pt x="7310707" y="893508"/>
                  </a:lnTo>
                  <a:lnTo>
                    <a:pt x="7259169" y="907913"/>
                  </a:lnTo>
                  <a:lnTo>
                    <a:pt x="7198346" y="917203"/>
                  </a:lnTo>
                  <a:lnTo>
                    <a:pt x="7130669" y="920496"/>
                  </a:lnTo>
                  <a:lnTo>
                    <a:pt x="254634" y="920496"/>
                  </a:lnTo>
                  <a:lnTo>
                    <a:pt x="186957" y="917203"/>
                  </a:lnTo>
                  <a:lnTo>
                    <a:pt x="126134" y="907913"/>
                  </a:lnTo>
                  <a:lnTo>
                    <a:pt x="74596" y="893508"/>
                  </a:lnTo>
                  <a:lnTo>
                    <a:pt x="34774" y="874870"/>
                  </a:lnTo>
                  <a:lnTo>
                    <a:pt x="0" y="828421"/>
                  </a:lnTo>
                  <a:lnTo>
                    <a:pt x="0" y="92075"/>
                  </a:lnTo>
                  <a:close/>
                </a:path>
              </a:pathLst>
            </a:custGeom>
            <a:noFill/>
            <a:ln w="254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911" name="Google Shape;911;p22"/>
          <p:cNvSpPr txBox="1"/>
          <p:nvPr/>
        </p:nvSpPr>
        <p:spPr>
          <a:xfrm>
            <a:off x="2043113" y="1021651"/>
            <a:ext cx="4943475" cy="1610858"/>
          </a:xfrm>
          <a:prstGeom prst="rect">
            <a:avLst/>
          </a:prstGeom>
          <a:noFill/>
          <a:ln>
            <a:noFill/>
          </a:ln>
        </p:spPr>
        <p:txBody>
          <a:bodyPr spcFirstLastPara="1" wrap="square" lIns="0" tIns="50950" rIns="0" bIns="0" anchor="t" anchorCtr="0">
            <a:spAutoFit/>
          </a:bodyPr>
          <a:lstStyle/>
          <a:p>
            <a:pPr marL="9525" marR="3810" lvl="0" indent="0" algn="ctr" rtl="0">
              <a:lnSpc>
                <a:spcPct val="108124"/>
              </a:lnSpc>
              <a:spcBef>
                <a:spcPts val="0"/>
              </a:spcBef>
              <a:spcAft>
                <a:spcPts val="0"/>
              </a:spcAft>
              <a:buNone/>
            </a:pPr>
            <a:r>
              <a:rPr lang="en" sz="2400" b="0" i="0" u="none" strike="noStrike" cap="none">
                <a:solidFill>
                  <a:srgbClr val="BEBEBE"/>
                </a:solidFill>
                <a:latin typeface="Arial"/>
                <a:ea typeface="Arial"/>
                <a:cs typeface="Arial"/>
                <a:sym typeface="Arial"/>
              </a:rPr>
              <a:t>Surface root cause(s) based on your scan.</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1185"/>
              </a:spcBef>
              <a:spcAft>
                <a:spcPts val="0"/>
              </a:spcAft>
              <a:buNone/>
            </a:pP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 sz="2400" b="0" i="0" u="none" strike="noStrike" cap="none">
                <a:solidFill>
                  <a:srgbClr val="BEBEBE"/>
                </a:solidFill>
                <a:latin typeface="Arial"/>
                <a:ea typeface="Arial"/>
                <a:cs typeface="Arial"/>
                <a:sym typeface="Arial"/>
              </a:rPr>
              <a:t>Conduct a literature review</a:t>
            </a:r>
            <a:endParaRPr sz="2400" b="0" i="0" u="none" strike="noStrike" cap="none">
              <a:solidFill>
                <a:srgbClr val="000000"/>
              </a:solidFill>
              <a:latin typeface="Arial"/>
              <a:ea typeface="Arial"/>
              <a:cs typeface="Arial"/>
              <a:sym typeface="Arial"/>
            </a:endParaRPr>
          </a:p>
        </p:txBody>
      </p:sp>
      <p:sp>
        <p:nvSpPr>
          <p:cNvPr id="912" name="Google Shape;912;p22"/>
          <p:cNvSpPr/>
          <p:nvPr/>
        </p:nvSpPr>
        <p:spPr>
          <a:xfrm>
            <a:off x="1744790" y="3196399"/>
            <a:ext cx="5539263" cy="1746885"/>
          </a:xfrm>
          <a:custGeom>
            <a:avLst/>
            <a:gdLst/>
            <a:ahLst/>
            <a:cxnLst/>
            <a:rect l="l" t="t" r="r" b="b"/>
            <a:pathLst>
              <a:path w="7385684" h="2329179" extrusionOk="0">
                <a:moveTo>
                  <a:pt x="7385304" y="1509826"/>
                </a:moveTo>
                <a:lnTo>
                  <a:pt x="7350519" y="1463916"/>
                </a:lnTo>
                <a:lnTo>
                  <a:pt x="7310704" y="1445501"/>
                </a:lnTo>
                <a:lnTo>
                  <a:pt x="7259167" y="1431264"/>
                </a:lnTo>
                <a:lnTo>
                  <a:pt x="7198334" y="1422095"/>
                </a:lnTo>
                <a:lnTo>
                  <a:pt x="7130669" y="1418844"/>
                </a:lnTo>
                <a:lnTo>
                  <a:pt x="254635" y="1418844"/>
                </a:lnTo>
                <a:lnTo>
                  <a:pt x="186956" y="1422095"/>
                </a:lnTo>
                <a:lnTo>
                  <a:pt x="126123" y="1431264"/>
                </a:lnTo>
                <a:lnTo>
                  <a:pt x="74587" y="1445501"/>
                </a:lnTo>
                <a:lnTo>
                  <a:pt x="34772" y="1463903"/>
                </a:lnTo>
                <a:lnTo>
                  <a:pt x="0" y="1509826"/>
                </a:lnTo>
                <a:lnTo>
                  <a:pt x="0" y="2237689"/>
                </a:lnTo>
                <a:lnTo>
                  <a:pt x="34772" y="2283625"/>
                </a:lnTo>
                <a:lnTo>
                  <a:pt x="74587" y="2302027"/>
                </a:lnTo>
                <a:lnTo>
                  <a:pt x="126123" y="2316264"/>
                </a:lnTo>
                <a:lnTo>
                  <a:pt x="186956" y="2325433"/>
                </a:lnTo>
                <a:lnTo>
                  <a:pt x="254635" y="2328672"/>
                </a:lnTo>
                <a:lnTo>
                  <a:pt x="7130669" y="2328672"/>
                </a:lnTo>
                <a:lnTo>
                  <a:pt x="7198334" y="2325433"/>
                </a:lnTo>
                <a:lnTo>
                  <a:pt x="7259167" y="2316251"/>
                </a:lnTo>
                <a:lnTo>
                  <a:pt x="7310704" y="2302027"/>
                </a:lnTo>
                <a:lnTo>
                  <a:pt x="7350519" y="2283612"/>
                </a:lnTo>
                <a:lnTo>
                  <a:pt x="7385304" y="2237689"/>
                </a:lnTo>
                <a:lnTo>
                  <a:pt x="7385304" y="1509826"/>
                </a:lnTo>
                <a:close/>
              </a:path>
              <a:path w="7385684" h="2329179" extrusionOk="0">
                <a:moveTo>
                  <a:pt x="7385304" y="92329"/>
                </a:moveTo>
                <a:lnTo>
                  <a:pt x="7350519" y="45758"/>
                </a:lnTo>
                <a:lnTo>
                  <a:pt x="7310704" y="27076"/>
                </a:lnTo>
                <a:lnTo>
                  <a:pt x="7259167" y="12623"/>
                </a:lnTo>
                <a:lnTo>
                  <a:pt x="7198334" y="3314"/>
                </a:lnTo>
                <a:lnTo>
                  <a:pt x="7130669" y="0"/>
                </a:lnTo>
                <a:lnTo>
                  <a:pt x="254635" y="0"/>
                </a:lnTo>
                <a:lnTo>
                  <a:pt x="186956" y="3314"/>
                </a:lnTo>
                <a:lnTo>
                  <a:pt x="126123" y="12623"/>
                </a:lnTo>
                <a:lnTo>
                  <a:pt x="74587" y="27076"/>
                </a:lnTo>
                <a:lnTo>
                  <a:pt x="34772" y="45758"/>
                </a:lnTo>
                <a:lnTo>
                  <a:pt x="0" y="92329"/>
                </a:lnTo>
                <a:lnTo>
                  <a:pt x="0" y="831215"/>
                </a:lnTo>
                <a:lnTo>
                  <a:pt x="34772" y="877798"/>
                </a:lnTo>
                <a:lnTo>
                  <a:pt x="74587" y="896480"/>
                </a:lnTo>
                <a:lnTo>
                  <a:pt x="126123" y="910932"/>
                </a:lnTo>
                <a:lnTo>
                  <a:pt x="186956" y="920242"/>
                </a:lnTo>
                <a:lnTo>
                  <a:pt x="254635" y="923544"/>
                </a:lnTo>
                <a:lnTo>
                  <a:pt x="7130669" y="923544"/>
                </a:lnTo>
                <a:lnTo>
                  <a:pt x="7198334" y="920242"/>
                </a:lnTo>
                <a:lnTo>
                  <a:pt x="7259167" y="910932"/>
                </a:lnTo>
                <a:lnTo>
                  <a:pt x="7310704" y="896480"/>
                </a:lnTo>
                <a:lnTo>
                  <a:pt x="7350519" y="877798"/>
                </a:lnTo>
                <a:lnTo>
                  <a:pt x="7385304" y="831215"/>
                </a:lnTo>
                <a:lnTo>
                  <a:pt x="7385304" y="92329"/>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13" name="Google Shape;913;p22"/>
          <p:cNvSpPr txBox="1"/>
          <p:nvPr/>
        </p:nvSpPr>
        <p:spPr>
          <a:xfrm>
            <a:off x="2238566" y="3323272"/>
            <a:ext cx="4556760" cy="1463862"/>
          </a:xfrm>
          <a:prstGeom prst="rect">
            <a:avLst/>
          </a:prstGeom>
          <a:noFill/>
          <a:ln>
            <a:noFill/>
          </a:ln>
        </p:spPr>
        <p:txBody>
          <a:bodyPr spcFirstLastPara="1" wrap="square" lIns="0" tIns="9525" rIns="0" bIns="0" anchor="t" anchorCtr="0">
            <a:spAutoFit/>
          </a:bodyPr>
          <a:lstStyle/>
          <a:p>
            <a:pPr marL="0" marR="0" lvl="0" indent="0" algn="ctr" rtl="0">
              <a:lnSpc>
                <a:spcPct val="100000"/>
              </a:lnSpc>
              <a:spcBef>
                <a:spcPts val="0"/>
              </a:spcBef>
              <a:spcAft>
                <a:spcPts val="0"/>
              </a:spcAft>
              <a:buNone/>
            </a:pPr>
            <a:r>
              <a:rPr lang="en" sz="2400" b="1" i="0" u="none" strike="noStrike" cap="none">
                <a:solidFill>
                  <a:srgbClr val="000000"/>
                </a:solidFill>
                <a:latin typeface="Arial"/>
                <a:ea typeface="Arial"/>
                <a:cs typeface="Arial"/>
                <a:sym typeface="Arial"/>
              </a:rPr>
              <a:t>Develop intervention strategies</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2700"/>
              </a:spcBef>
              <a:spcAft>
                <a:spcPts val="0"/>
              </a:spcAft>
              <a:buNone/>
            </a:pPr>
            <a:endParaRPr sz="2400" b="0" i="0" u="none" strike="noStrike" cap="none">
              <a:solidFill>
                <a:srgbClr val="000000"/>
              </a:solidFill>
              <a:latin typeface="Arial"/>
              <a:ea typeface="Arial"/>
              <a:cs typeface="Arial"/>
              <a:sym typeface="Arial"/>
            </a:endParaRPr>
          </a:p>
          <a:p>
            <a:pPr marL="953" marR="0" lvl="0" indent="0" algn="ctr" rtl="0">
              <a:lnSpc>
                <a:spcPct val="100000"/>
              </a:lnSpc>
              <a:spcBef>
                <a:spcPts val="0"/>
              </a:spcBef>
              <a:spcAft>
                <a:spcPts val="0"/>
              </a:spcAft>
              <a:buNone/>
            </a:pPr>
            <a:r>
              <a:rPr lang="en" sz="2400" b="1" i="0" u="none" strike="noStrike" cap="none">
                <a:solidFill>
                  <a:srgbClr val="000000"/>
                </a:solidFill>
                <a:latin typeface="Arial"/>
                <a:ea typeface="Arial"/>
                <a:cs typeface="Arial"/>
                <a:sym typeface="Arial"/>
              </a:rPr>
              <a:t>Write your research question</a:t>
            </a:r>
            <a:endParaRPr sz="2400" b="0" i="0" u="none" strike="noStrike" cap="none">
              <a:solidFill>
                <a:srgbClr val="000000"/>
              </a:solidFill>
              <a:latin typeface="Arial"/>
              <a:ea typeface="Arial"/>
              <a:cs typeface="Arial"/>
              <a:sym typeface="Arial"/>
            </a:endParaRPr>
          </a:p>
        </p:txBody>
      </p:sp>
      <p:grpSp>
        <p:nvGrpSpPr>
          <p:cNvPr id="914" name="Google Shape;914;p22"/>
          <p:cNvGrpSpPr/>
          <p:nvPr/>
        </p:nvGrpSpPr>
        <p:grpSpPr>
          <a:xfrm>
            <a:off x="51435" y="0"/>
            <a:ext cx="8802815" cy="4232719"/>
            <a:chOff x="68580" y="0"/>
            <a:chExt cx="11737086" cy="5643625"/>
          </a:xfrm>
        </p:grpSpPr>
        <p:sp>
          <p:nvSpPr>
            <p:cNvPr id="915" name="Google Shape;915;p22"/>
            <p:cNvSpPr/>
            <p:nvPr/>
          </p:nvSpPr>
          <p:spPr>
            <a:xfrm>
              <a:off x="5722620" y="3762755"/>
              <a:ext cx="436245" cy="1880870"/>
            </a:xfrm>
            <a:custGeom>
              <a:avLst/>
              <a:gdLst/>
              <a:ahLst/>
              <a:cxnLst/>
              <a:rect l="l" t="t" r="r" b="b"/>
              <a:pathLst>
                <a:path w="436245" h="1880870" extrusionOk="0">
                  <a:moveTo>
                    <a:pt x="435864" y="1650492"/>
                  </a:moveTo>
                  <a:lnTo>
                    <a:pt x="348742" y="1650492"/>
                  </a:lnTo>
                  <a:lnTo>
                    <a:pt x="348742" y="1420368"/>
                  </a:lnTo>
                  <a:lnTo>
                    <a:pt x="87122" y="1420368"/>
                  </a:lnTo>
                  <a:lnTo>
                    <a:pt x="87122" y="1650492"/>
                  </a:lnTo>
                  <a:lnTo>
                    <a:pt x="0" y="1650492"/>
                  </a:lnTo>
                  <a:lnTo>
                    <a:pt x="217932" y="1880616"/>
                  </a:lnTo>
                  <a:lnTo>
                    <a:pt x="435864" y="1650492"/>
                  </a:lnTo>
                  <a:close/>
                </a:path>
                <a:path w="436245" h="1880870" extrusionOk="0">
                  <a:moveTo>
                    <a:pt x="435864" y="230124"/>
                  </a:moveTo>
                  <a:lnTo>
                    <a:pt x="348742" y="230124"/>
                  </a:lnTo>
                  <a:lnTo>
                    <a:pt x="348742" y="0"/>
                  </a:lnTo>
                  <a:lnTo>
                    <a:pt x="87122" y="0"/>
                  </a:lnTo>
                  <a:lnTo>
                    <a:pt x="87122" y="230124"/>
                  </a:lnTo>
                  <a:lnTo>
                    <a:pt x="0" y="230124"/>
                  </a:lnTo>
                  <a:lnTo>
                    <a:pt x="217932" y="460248"/>
                  </a:lnTo>
                  <a:lnTo>
                    <a:pt x="435864" y="23012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16" name="Google Shape;916;p22"/>
            <p:cNvPicPr preferRelativeResize="0"/>
            <p:nvPr/>
          </p:nvPicPr>
          <p:blipFill rotWithShape="1">
            <a:blip r:embed="rId3">
              <a:alphaModFix/>
            </a:blip>
            <a:srcRect/>
            <a:stretch/>
          </p:blipFill>
          <p:spPr>
            <a:xfrm>
              <a:off x="68580" y="169163"/>
              <a:ext cx="11737086" cy="907542"/>
            </a:xfrm>
            <a:prstGeom prst="rect">
              <a:avLst/>
            </a:prstGeom>
            <a:noFill/>
            <a:ln>
              <a:noFill/>
            </a:ln>
          </p:spPr>
        </p:pic>
        <p:pic>
          <p:nvPicPr>
            <p:cNvPr id="917" name="Google Shape;917;p22"/>
            <p:cNvPicPr preferRelativeResize="0"/>
            <p:nvPr/>
          </p:nvPicPr>
          <p:blipFill rotWithShape="1">
            <a:blip r:embed="rId4">
              <a:alphaModFix/>
            </a:blip>
            <a:srcRect/>
            <a:stretch/>
          </p:blipFill>
          <p:spPr>
            <a:xfrm>
              <a:off x="853439" y="0"/>
              <a:ext cx="1978152" cy="1885188"/>
            </a:xfrm>
            <a:prstGeom prst="rect">
              <a:avLst/>
            </a:prstGeom>
            <a:noFill/>
            <a:ln>
              <a:noFill/>
            </a:ln>
          </p:spPr>
        </p:pic>
      </p:grpSp>
      <p:sp>
        <p:nvSpPr>
          <p:cNvPr id="918" name="Google Shape;918;p22" descr="$PPTXTitle"/>
          <p:cNvSpPr txBox="1">
            <a:spLocks noGrp="1"/>
          </p:cNvSpPr>
          <p:nvPr>
            <p:ph type="title"/>
          </p:nvPr>
        </p:nvSpPr>
        <p:spPr>
          <a:xfrm>
            <a:off x="471488" y="105312"/>
            <a:ext cx="5915025" cy="945772"/>
          </a:xfrm>
          <a:prstGeom prst="rect">
            <a:avLst/>
          </a:prstGeom>
          <a:noFill/>
          <a:ln>
            <a:noFill/>
          </a:ln>
        </p:spPr>
        <p:txBody>
          <a:bodyPr spcFirstLastPara="1" wrap="square" lIns="0" tIns="9525" rIns="0" bIns="0" anchor="ctr" anchorCtr="0">
            <a:spAutoFit/>
          </a:bodyPr>
          <a:lstStyle/>
          <a:p>
            <a:pPr marL="1043939" lvl="0" indent="0" algn="l" rtl="0">
              <a:lnSpc>
                <a:spcPct val="100000"/>
              </a:lnSpc>
              <a:spcBef>
                <a:spcPts val="75"/>
              </a:spcBef>
              <a:spcAft>
                <a:spcPts val="0"/>
              </a:spcAft>
              <a:buSzPts val="1800"/>
              <a:buNone/>
            </a:pPr>
            <a:r>
              <a:rPr lang="en" sz="6000">
                <a:solidFill>
                  <a:srgbClr val="C00000"/>
                </a:solidFill>
              </a:rPr>
              <a:t>P</a:t>
            </a:r>
            <a:r>
              <a:rPr lang="en" sz="3900">
                <a:solidFill>
                  <a:srgbClr val="000000"/>
                </a:solidFill>
              </a:rPr>
              <a:t>lan</a:t>
            </a:r>
            <a:endParaRPr sz="3900"/>
          </a:p>
        </p:txBody>
      </p:sp>
      <p:sp>
        <p:nvSpPr>
          <p:cNvPr id="919" name="Google Shape;919;p22"/>
          <p:cNvSpPr/>
          <p:nvPr/>
        </p:nvSpPr>
        <p:spPr>
          <a:xfrm>
            <a:off x="324784" y="22412"/>
            <a:ext cx="672941" cy="869156"/>
          </a:xfrm>
          <a:custGeom>
            <a:avLst/>
            <a:gdLst/>
            <a:ahLst/>
            <a:cxnLst/>
            <a:rect l="l" t="t" r="r" b="b"/>
            <a:pathLst>
              <a:path w="897255" h="1158875" extrusionOk="0">
                <a:moveTo>
                  <a:pt x="477570" y="897940"/>
                </a:moveTo>
                <a:lnTo>
                  <a:pt x="188137" y="897940"/>
                </a:lnTo>
                <a:lnTo>
                  <a:pt x="188137" y="955865"/>
                </a:lnTo>
                <a:lnTo>
                  <a:pt x="477570" y="955865"/>
                </a:lnTo>
                <a:lnTo>
                  <a:pt x="477570" y="897940"/>
                </a:lnTo>
                <a:close/>
              </a:path>
              <a:path w="897255" h="1158875" extrusionOk="0">
                <a:moveTo>
                  <a:pt x="477570" y="666267"/>
                </a:moveTo>
                <a:lnTo>
                  <a:pt x="188137" y="666267"/>
                </a:lnTo>
                <a:lnTo>
                  <a:pt x="188137" y="724179"/>
                </a:lnTo>
                <a:lnTo>
                  <a:pt x="477570" y="724179"/>
                </a:lnTo>
                <a:lnTo>
                  <a:pt x="477570" y="666267"/>
                </a:lnTo>
                <a:close/>
              </a:path>
              <a:path w="897255" h="1158875" extrusionOk="0">
                <a:moveTo>
                  <a:pt x="477570" y="434594"/>
                </a:moveTo>
                <a:lnTo>
                  <a:pt x="188137" y="434594"/>
                </a:lnTo>
                <a:lnTo>
                  <a:pt x="188137" y="492506"/>
                </a:lnTo>
                <a:lnTo>
                  <a:pt x="477570" y="492506"/>
                </a:lnTo>
                <a:lnTo>
                  <a:pt x="477570" y="434594"/>
                </a:lnTo>
                <a:close/>
              </a:path>
              <a:path w="897255" h="1158875" extrusionOk="0">
                <a:moveTo>
                  <a:pt x="477570" y="202920"/>
                </a:moveTo>
                <a:lnTo>
                  <a:pt x="188137" y="202920"/>
                </a:lnTo>
                <a:lnTo>
                  <a:pt x="188137" y="260832"/>
                </a:lnTo>
                <a:lnTo>
                  <a:pt x="477570" y="260832"/>
                </a:lnTo>
                <a:lnTo>
                  <a:pt x="477570" y="202920"/>
                </a:lnTo>
                <a:close/>
              </a:path>
              <a:path w="897255" h="1158875" extrusionOk="0">
                <a:moveTo>
                  <a:pt x="709117" y="868984"/>
                </a:moveTo>
                <a:lnTo>
                  <a:pt x="593344" y="868984"/>
                </a:lnTo>
                <a:lnTo>
                  <a:pt x="593344" y="984821"/>
                </a:lnTo>
                <a:lnTo>
                  <a:pt x="709117" y="984821"/>
                </a:lnTo>
                <a:lnTo>
                  <a:pt x="709117" y="868984"/>
                </a:lnTo>
                <a:close/>
              </a:path>
              <a:path w="897255" h="1158875" extrusionOk="0">
                <a:moveTo>
                  <a:pt x="709117" y="637311"/>
                </a:moveTo>
                <a:lnTo>
                  <a:pt x="593344" y="637311"/>
                </a:lnTo>
                <a:lnTo>
                  <a:pt x="593344" y="753148"/>
                </a:lnTo>
                <a:lnTo>
                  <a:pt x="709117" y="753148"/>
                </a:lnTo>
                <a:lnTo>
                  <a:pt x="709117" y="637311"/>
                </a:lnTo>
                <a:close/>
              </a:path>
              <a:path w="897255" h="1158875" extrusionOk="0">
                <a:moveTo>
                  <a:pt x="709117" y="405625"/>
                </a:moveTo>
                <a:lnTo>
                  <a:pt x="593344" y="405625"/>
                </a:lnTo>
                <a:lnTo>
                  <a:pt x="593344" y="521474"/>
                </a:lnTo>
                <a:lnTo>
                  <a:pt x="709117" y="521474"/>
                </a:lnTo>
                <a:lnTo>
                  <a:pt x="709117" y="405625"/>
                </a:lnTo>
                <a:close/>
              </a:path>
              <a:path w="897255" h="1158875" extrusionOk="0">
                <a:moveTo>
                  <a:pt x="709117" y="173951"/>
                </a:moveTo>
                <a:lnTo>
                  <a:pt x="593344" y="173951"/>
                </a:lnTo>
                <a:lnTo>
                  <a:pt x="593344" y="289788"/>
                </a:lnTo>
                <a:lnTo>
                  <a:pt x="709117" y="289788"/>
                </a:lnTo>
                <a:lnTo>
                  <a:pt x="709117" y="173951"/>
                </a:lnTo>
                <a:close/>
              </a:path>
              <a:path w="897255" h="1158875" extrusionOk="0">
                <a:moveTo>
                  <a:pt x="897255" y="0"/>
                </a:moveTo>
                <a:lnTo>
                  <a:pt x="0" y="0"/>
                </a:lnTo>
                <a:lnTo>
                  <a:pt x="0" y="87655"/>
                </a:lnTo>
                <a:lnTo>
                  <a:pt x="0" y="1072172"/>
                </a:lnTo>
                <a:lnTo>
                  <a:pt x="0" y="1158557"/>
                </a:lnTo>
                <a:lnTo>
                  <a:pt x="897255" y="1158557"/>
                </a:lnTo>
                <a:lnTo>
                  <a:pt x="897255" y="1072172"/>
                </a:lnTo>
                <a:lnTo>
                  <a:pt x="86829" y="1072172"/>
                </a:lnTo>
                <a:lnTo>
                  <a:pt x="86829" y="87655"/>
                </a:lnTo>
                <a:lnTo>
                  <a:pt x="810425" y="87655"/>
                </a:lnTo>
                <a:lnTo>
                  <a:pt x="810425" y="1071702"/>
                </a:lnTo>
                <a:lnTo>
                  <a:pt x="897255" y="1071702"/>
                </a:lnTo>
                <a:lnTo>
                  <a:pt x="897255" y="87655"/>
                </a:lnTo>
                <a:lnTo>
                  <a:pt x="897255" y="87083"/>
                </a:lnTo>
                <a:lnTo>
                  <a:pt x="89725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20" name="Google Shape;920;p22"/>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11</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924"/>
        <p:cNvGrpSpPr/>
        <p:nvPr/>
      </p:nvGrpSpPr>
      <p:grpSpPr>
        <a:xfrm>
          <a:off x="0" y="0"/>
          <a:ext cx="0" cy="0"/>
          <a:chOff x="0" y="0"/>
          <a:chExt cx="0" cy="0"/>
        </a:xfrm>
      </p:grpSpPr>
      <p:grpSp>
        <p:nvGrpSpPr>
          <p:cNvPr id="925" name="Google Shape;925;p25"/>
          <p:cNvGrpSpPr/>
          <p:nvPr/>
        </p:nvGrpSpPr>
        <p:grpSpPr>
          <a:xfrm>
            <a:off x="1744789" y="1080706"/>
            <a:ext cx="5597556" cy="2808636"/>
            <a:chOff x="2326385" y="1440941"/>
            <a:chExt cx="7463408" cy="3744849"/>
          </a:xfrm>
        </p:grpSpPr>
        <p:sp>
          <p:nvSpPr>
            <p:cNvPr id="926" name="Google Shape;926;p25"/>
            <p:cNvSpPr/>
            <p:nvPr/>
          </p:nvSpPr>
          <p:spPr>
            <a:xfrm>
              <a:off x="2404109" y="1440941"/>
              <a:ext cx="7385684" cy="920750"/>
            </a:xfrm>
            <a:custGeom>
              <a:avLst/>
              <a:gdLst/>
              <a:ahLst/>
              <a:cxnLst/>
              <a:rect l="l" t="t" r="r" b="b"/>
              <a:pathLst>
                <a:path w="7385684" h="920750" extrusionOk="0">
                  <a:moveTo>
                    <a:pt x="7130669" y="0"/>
                  </a:moveTo>
                  <a:lnTo>
                    <a:pt x="254634" y="0"/>
                  </a:lnTo>
                  <a:lnTo>
                    <a:pt x="186957" y="3292"/>
                  </a:lnTo>
                  <a:lnTo>
                    <a:pt x="126134" y="12582"/>
                  </a:lnTo>
                  <a:lnTo>
                    <a:pt x="74596" y="26987"/>
                  </a:lnTo>
                  <a:lnTo>
                    <a:pt x="34774" y="45625"/>
                  </a:lnTo>
                  <a:lnTo>
                    <a:pt x="0" y="92075"/>
                  </a:lnTo>
                  <a:lnTo>
                    <a:pt x="0" y="828421"/>
                  </a:lnTo>
                  <a:lnTo>
                    <a:pt x="34774" y="874870"/>
                  </a:lnTo>
                  <a:lnTo>
                    <a:pt x="74596" y="893508"/>
                  </a:lnTo>
                  <a:lnTo>
                    <a:pt x="126134" y="907913"/>
                  </a:lnTo>
                  <a:lnTo>
                    <a:pt x="186957" y="917203"/>
                  </a:lnTo>
                  <a:lnTo>
                    <a:pt x="254634" y="920496"/>
                  </a:lnTo>
                  <a:lnTo>
                    <a:pt x="7130669" y="920496"/>
                  </a:lnTo>
                  <a:lnTo>
                    <a:pt x="7198346" y="917203"/>
                  </a:lnTo>
                  <a:lnTo>
                    <a:pt x="7259169" y="907913"/>
                  </a:lnTo>
                  <a:lnTo>
                    <a:pt x="7310707" y="893508"/>
                  </a:lnTo>
                  <a:lnTo>
                    <a:pt x="7350529" y="874870"/>
                  </a:lnTo>
                  <a:lnTo>
                    <a:pt x="7385304" y="828421"/>
                  </a:lnTo>
                  <a:lnTo>
                    <a:pt x="7385304" y="92075"/>
                  </a:lnTo>
                  <a:lnTo>
                    <a:pt x="7350529" y="45625"/>
                  </a:lnTo>
                  <a:lnTo>
                    <a:pt x="7310707" y="26987"/>
                  </a:lnTo>
                  <a:lnTo>
                    <a:pt x="7259169" y="12582"/>
                  </a:lnTo>
                  <a:lnTo>
                    <a:pt x="7198346" y="329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27" name="Google Shape;927;p25"/>
            <p:cNvSpPr/>
            <p:nvPr/>
          </p:nvSpPr>
          <p:spPr>
            <a:xfrm>
              <a:off x="5800344" y="2360675"/>
              <a:ext cx="436245" cy="462280"/>
            </a:xfrm>
            <a:custGeom>
              <a:avLst/>
              <a:gdLst/>
              <a:ahLst/>
              <a:cxnLst/>
              <a:rect l="l" t="t" r="r" b="b"/>
              <a:pathLst>
                <a:path w="436245" h="462280" extrusionOk="0">
                  <a:moveTo>
                    <a:pt x="348741" y="0"/>
                  </a:moveTo>
                  <a:lnTo>
                    <a:pt x="87121" y="0"/>
                  </a:lnTo>
                  <a:lnTo>
                    <a:pt x="87121" y="230886"/>
                  </a:lnTo>
                  <a:lnTo>
                    <a:pt x="0" y="230886"/>
                  </a:lnTo>
                  <a:lnTo>
                    <a:pt x="217931" y="461772"/>
                  </a:lnTo>
                  <a:lnTo>
                    <a:pt x="435863" y="230886"/>
                  </a:lnTo>
                  <a:lnTo>
                    <a:pt x="348741" y="230886"/>
                  </a:lnTo>
                  <a:lnTo>
                    <a:pt x="34874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28" name="Google Shape;928;p25"/>
            <p:cNvSpPr/>
            <p:nvPr/>
          </p:nvSpPr>
          <p:spPr>
            <a:xfrm>
              <a:off x="2404109" y="2823209"/>
              <a:ext cx="7385684" cy="920750"/>
            </a:xfrm>
            <a:custGeom>
              <a:avLst/>
              <a:gdLst/>
              <a:ahLst/>
              <a:cxnLst/>
              <a:rect l="l" t="t" r="r" b="b"/>
              <a:pathLst>
                <a:path w="7385684" h="920750" extrusionOk="0">
                  <a:moveTo>
                    <a:pt x="7130669" y="0"/>
                  </a:moveTo>
                  <a:lnTo>
                    <a:pt x="254634" y="0"/>
                  </a:lnTo>
                  <a:lnTo>
                    <a:pt x="186957" y="3292"/>
                  </a:lnTo>
                  <a:lnTo>
                    <a:pt x="126134" y="12582"/>
                  </a:lnTo>
                  <a:lnTo>
                    <a:pt x="74596" y="26987"/>
                  </a:lnTo>
                  <a:lnTo>
                    <a:pt x="34774" y="45625"/>
                  </a:lnTo>
                  <a:lnTo>
                    <a:pt x="0" y="92075"/>
                  </a:lnTo>
                  <a:lnTo>
                    <a:pt x="0" y="828420"/>
                  </a:lnTo>
                  <a:lnTo>
                    <a:pt x="34774" y="874870"/>
                  </a:lnTo>
                  <a:lnTo>
                    <a:pt x="74596" y="893508"/>
                  </a:lnTo>
                  <a:lnTo>
                    <a:pt x="126134" y="907913"/>
                  </a:lnTo>
                  <a:lnTo>
                    <a:pt x="186957" y="917203"/>
                  </a:lnTo>
                  <a:lnTo>
                    <a:pt x="254634" y="920495"/>
                  </a:lnTo>
                  <a:lnTo>
                    <a:pt x="7130669" y="920495"/>
                  </a:lnTo>
                  <a:lnTo>
                    <a:pt x="7198346" y="917203"/>
                  </a:lnTo>
                  <a:lnTo>
                    <a:pt x="7259169" y="907913"/>
                  </a:lnTo>
                  <a:lnTo>
                    <a:pt x="7310707" y="893508"/>
                  </a:lnTo>
                  <a:lnTo>
                    <a:pt x="7350529" y="874870"/>
                  </a:lnTo>
                  <a:lnTo>
                    <a:pt x="7385304" y="828420"/>
                  </a:lnTo>
                  <a:lnTo>
                    <a:pt x="7385304" y="92075"/>
                  </a:lnTo>
                  <a:lnTo>
                    <a:pt x="7350529" y="45625"/>
                  </a:lnTo>
                  <a:lnTo>
                    <a:pt x="7310707" y="26987"/>
                  </a:lnTo>
                  <a:lnTo>
                    <a:pt x="7259169" y="12582"/>
                  </a:lnTo>
                  <a:lnTo>
                    <a:pt x="7198346" y="329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29" name="Google Shape;929;p25"/>
            <p:cNvSpPr/>
            <p:nvPr/>
          </p:nvSpPr>
          <p:spPr>
            <a:xfrm>
              <a:off x="2404109" y="2823209"/>
              <a:ext cx="7385684" cy="920750"/>
            </a:xfrm>
            <a:custGeom>
              <a:avLst/>
              <a:gdLst/>
              <a:ahLst/>
              <a:cxnLst/>
              <a:rect l="l" t="t" r="r" b="b"/>
              <a:pathLst>
                <a:path w="7385684" h="920750" extrusionOk="0">
                  <a:moveTo>
                    <a:pt x="0" y="92075"/>
                  </a:moveTo>
                  <a:lnTo>
                    <a:pt x="34774" y="45625"/>
                  </a:lnTo>
                  <a:lnTo>
                    <a:pt x="74596" y="26987"/>
                  </a:lnTo>
                  <a:lnTo>
                    <a:pt x="126134" y="12582"/>
                  </a:lnTo>
                  <a:lnTo>
                    <a:pt x="186957" y="3292"/>
                  </a:lnTo>
                  <a:lnTo>
                    <a:pt x="254634" y="0"/>
                  </a:lnTo>
                  <a:lnTo>
                    <a:pt x="7130669" y="0"/>
                  </a:lnTo>
                  <a:lnTo>
                    <a:pt x="7198346" y="3292"/>
                  </a:lnTo>
                  <a:lnTo>
                    <a:pt x="7259169" y="12582"/>
                  </a:lnTo>
                  <a:lnTo>
                    <a:pt x="7310707" y="26987"/>
                  </a:lnTo>
                  <a:lnTo>
                    <a:pt x="7350529" y="45625"/>
                  </a:lnTo>
                  <a:lnTo>
                    <a:pt x="7385304" y="92075"/>
                  </a:lnTo>
                  <a:lnTo>
                    <a:pt x="7385304" y="828420"/>
                  </a:lnTo>
                  <a:lnTo>
                    <a:pt x="7350529" y="874870"/>
                  </a:lnTo>
                  <a:lnTo>
                    <a:pt x="7310707" y="893508"/>
                  </a:lnTo>
                  <a:lnTo>
                    <a:pt x="7259169" y="907913"/>
                  </a:lnTo>
                  <a:lnTo>
                    <a:pt x="7198346" y="917203"/>
                  </a:lnTo>
                  <a:lnTo>
                    <a:pt x="7130669" y="920495"/>
                  </a:lnTo>
                  <a:lnTo>
                    <a:pt x="254634" y="920495"/>
                  </a:lnTo>
                  <a:lnTo>
                    <a:pt x="186957" y="917203"/>
                  </a:lnTo>
                  <a:lnTo>
                    <a:pt x="126134" y="907913"/>
                  </a:lnTo>
                  <a:lnTo>
                    <a:pt x="74596" y="893508"/>
                  </a:lnTo>
                  <a:lnTo>
                    <a:pt x="34774" y="874870"/>
                  </a:lnTo>
                  <a:lnTo>
                    <a:pt x="0" y="828420"/>
                  </a:lnTo>
                  <a:lnTo>
                    <a:pt x="0" y="92075"/>
                  </a:lnTo>
                  <a:close/>
                </a:path>
              </a:pathLst>
            </a:custGeom>
            <a:noFill/>
            <a:ln w="254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30" name="Google Shape;930;p25"/>
            <p:cNvSpPr/>
            <p:nvPr/>
          </p:nvSpPr>
          <p:spPr>
            <a:xfrm>
              <a:off x="2326385" y="4261865"/>
              <a:ext cx="7385684" cy="923925"/>
            </a:xfrm>
            <a:custGeom>
              <a:avLst/>
              <a:gdLst/>
              <a:ahLst/>
              <a:cxnLst/>
              <a:rect l="l" t="t" r="r" b="b"/>
              <a:pathLst>
                <a:path w="7385684" h="923925" extrusionOk="0">
                  <a:moveTo>
                    <a:pt x="7130669" y="0"/>
                  </a:moveTo>
                  <a:lnTo>
                    <a:pt x="254634" y="0"/>
                  </a:lnTo>
                  <a:lnTo>
                    <a:pt x="186957" y="3302"/>
                  </a:lnTo>
                  <a:lnTo>
                    <a:pt x="126134" y="12620"/>
                  </a:lnTo>
                  <a:lnTo>
                    <a:pt x="74596" y="27066"/>
                  </a:lnTo>
                  <a:lnTo>
                    <a:pt x="34774" y="45757"/>
                  </a:lnTo>
                  <a:lnTo>
                    <a:pt x="0" y="92328"/>
                  </a:lnTo>
                  <a:lnTo>
                    <a:pt x="0" y="831214"/>
                  </a:lnTo>
                  <a:lnTo>
                    <a:pt x="34774" y="877786"/>
                  </a:lnTo>
                  <a:lnTo>
                    <a:pt x="74596" y="896477"/>
                  </a:lnTo>
                  <a:lnTo>
                    <a:pt x="126134" y="910923"/>
                  </a:lnTo>
                  <a:lnTo>
                    <a:pt x="186957" y="920241"/>
                  </a:lnTo>
                  <a:lnTo>
                    <a:pt x="254634" y="923543"/>
                  </a:lnTo>
                  <a:lnTo>
                    <a:pt x="7130669" y="923543"/>
                  </a:lnTo>
                  <a:lnTo>
                    <a:pt x="7198346" y="920241"/>
                  </a:lnTo>
                  <a:lnTo>
                    <a:pt x="7259169" y="910923"/>
                  </a:lnTo>
                  <a:lnTo>
                    <a:pt x="7310707" y="896477"/>
                  </a:lnTo>
                  <a:lnTo>
                    <a:pt x="7350529" y="877786"/>
                  </a:lnTo>
                  <a:lnTo>
                    <a:pt x="7385304" y="831214"/>
                  </a:lnTo>
                  <a:lnTo>
                    <a:pt x="7385304" y="92328"/>
                  </a:lnTo>
                  <a:lnTo>
                    <a:pt x="7350529" y="45757"/>
                  </a:lnTo>
                  <a:lnTo>
                    <a:pt x="7310707" y="27066"/>
                  </a:lnTo>
                  <a:lnTo>
                    <a:pt x="7259169" y="12620"/>
                  </a:lnTo>
                  <a:lnTo>
                    <a:pt x="7198346" y="3302"/>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931" name="Google Shape;931;p25"/>
          <p:cNvSpPr txBox="1"/>
          <p:nvPr/>
        </p:nvSpPr>
        <p:spPr>
          <a:xfrm>
            <a:off x="2101405" y="1040854"/>
            <a:ext cx="4941569" cy="2731678"/>
          </a:xfrm>
          <a:prstGeom prst="rect">
            <a:avLst/>
          </a:prstGeom>
          <a:noFill/>
          <a:ln>
            <a:noFill/>
          </a:ln>
        </p:spPr>
        <p:txBody>
          <a:bodyPr spcFirstLastPara="1" wrap="square" lIns="0" tIns="50950" rIns="0" bIns="0" anchor="t" anchorCtr="0">
            <a:spAutoFit/>
          </a:bodyPr>
          <a:lstStyle/>
          <a:p>
            <a:pPr marL="9525" marR="3810" lvl="0" indent="0" algn="ctr" rtl="0">
              <a:lnSpc>
                <a:spcPct val="108124"/>
              </a:lnSpc>
              <a:spcBef>
                <a:spcPts val="0"/>
              </a:spcBef>
              <a:spcAft>
                <a:spcPts val="0"/>
              </a:spcAft>
              <a:buNone/>
            </a:pPr>
            <a:r>
              <a:rPr lang="en" sz="2400" b="0" i="0" u="none" strike="noStrike" cap="none">
                <a:solidFill>
                  <a:srgbClr val="BEBEBE"/>
                </a:solidFill>
                <a:latin typeface="Arial"/>
                <a:ea typeface="Arial"/>
                <a:cs typeface="Arial"/>
                <a:sym typeface="Arial"/>
              </a:rPr>
              <a:t>Surface root cause(s) based on your scan.</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1189"/>
              </a:spcBef>
              <a:spcAft>
                <a:spcPts val="0"/>
              </a:spcAft>
              <a:buNone/>
            </a:pP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 sz="2400" b="0" i="0" u="none" strike="noStrike" cap="none">
                <a:solidFill>
                  <a:srgbClr val="BEBEBE"/>
                </a:solidFill>
                <a:latin typeface="Arial"/>
                <a:ea typeface="Arial"/>
                <a:cs typeface="Arial"/>
                <a:sym typeface="Arial"/>
              </a:rPr>
              <a:t>Conduct a literature review</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109"/>
              </a:spcBef>
              <a:spcAft>
                <a:spcPts val="0"/>
              </a:spcAft>
              <a:buNone/>
            </a:pPr>
            <a:endParaRPr sz="2400" b="0" i="0" u="none" strike="noStrike" cap="none">
              <a:solidFill>
                <a:srgbClr val="000000"/>
              </a:solidFill>
              <a:latin typeface="Arial"/>
              <a:ea typeface="Arial"/>
              <a:cs typeface="Arial"/>
              <a:sym typeface="Arial"/>
            </a:endParaRPr>
          </a:p>
          <a:p>
            <a:pPr marL="322421" marR="0" lvl="0" indent="0" algn="l" rtl="0">
              <a:lnSpc>
                <a:spcPct val="100000"/>
              </a:lnSpc>
              <a:spcBef>
                <a:spcPts val="0"/>
              </a:spcBef>
              <a:spcAft>
                <a:spcPts val="0"/>
              </a:spcAft>
              <a:buNone/>
            </a:pPr>
            <a:r>
              <a:rPr lang="en" sz="2400" b="0" i="0" u="none" strike="noStrike" cap="none">
                <a:solidFill>
                  <a:srgbClr val="BEBEBE"/>
                </a:solidFill>
                <a:latin typeface="Arial"/>
                <a:ea typeface="Arial"/>
                <a:cs typeface="Arial"/>
                <a:sym typeface="Arial"/>
              </a:rPr>
              <a:t>Develop intervention strategies</a:t>
            </a:r>
            <a:endParaRPr sz="2400" b="0" i="0" u="none" strike="noStrike" cap="none">
              <a:solidFill>
                <a:srgbClr val="000000"/>
              </a:solidFill>
              <a:latin typeface="Arial"/>
              <a:ea typeface="Arial"/>
              <a:cs typeface="Arial"/>
              <a:sym typeface="Arial"/>
            </a:endParaRPr>
          </a:p>
        </p:txBody>
      </p:sp>
      <p:sp>
        <p:nvSpPr>
          <p:cNvPr id="932" name="Google Shape;932;p25"/>
          <p:cNvSpPr/>
          <p:nvPr/>
        </p:nvSpPr>
        <p:spPr>
          <a:xfrm>
            <a:off x="1744789" y="4260532"/>
            <a:ext cx="5539263" cy="682466"/>
          </a:xfrm>
          <a:custGeom>
            <a:avLst/>
            <a:gdLst/>
            <a:ahLst/>
            <a:cxnLst/>
            <a:rect l="l" t="t" r="r" b="b"/>
            <a:pathLst>
              <a:path w="7385684" h="909954" extrusionOk="0">
                <a:moveTo>
                  <a:pt x="7130669" y="0"/>
                </a:moveTo>
                <a:lnTo>
                  <a:pt x="254634" y="0"/>
                </a:lnTo>
                <a:lnTo>
                  <a:pt x="186957" y="3249"/>
                </a:lnTo>
                <a:lnTo>
                  <a:pt x="126134" y="12420"/>
                </a:lnTo>
                <a:lnTo>
                  <a:pt x="74596" y="26646"/>
                </a:lnTo>
                <a:lnTo>
                  <a:pt x="34774" y="45059"/>
                </a:lnTo>
                <a:lnTo>
                  <a:pt x="0" y="90982"/>
                </a:lnTo>
                <a:lnTo>
                  <a:pt x="0" y="818845"/>
                </a:lnTo>
                <a:lnTo>
                  <a:pt x="34774" y="864768"/>
                </a:lnTo>
                <a:lnTo>
                  <a:pt x="74596" y="883181"/>
                </a:lnTo>
                <a:lnTo>
                  <a:pt x="126134" y="897407"/>
                </a:lnTo>
                <a:lnTo>
                  <a:pt x="186957" y="906578"/>
                </a:lnTo>
                <a:lnTo>
                  <a:pt x="254634" y="909827"/>
                </a:lnTo>
                <a:lnTo>
                  <a:pt x="7130669" y="909827"/>
                </a:lnTo>
                <a:lnTo>
                  <a:pt x="7198346" y="906578"/>
                </a:lnTo>
                <a:lnTo>
                  <a:pt x="7259169" y="897407"/>
                </a:lnTo>
                <a:lnTo>
                  <a:pt x="7310707" y="883181"/>
                </a:lnTo>
                <a:lnTo>
                  <a:pt x="7350529" y="864768"/>
                </a:lnTo>
                <a:lnTo>
                  <a:pt x="7385304" y="818845"/>
                </a:lnTo>
                <a:lnTo>
                  <a:pt x="7385304" y="90982"/>
                </a:lnTo>
                <a:lnTo>
                  <a:pt x="7350529" y="45059"/>
                </a:lnTo>
                <a:lnTo>
                  <a:pt x="7310707" y="26646"/>
                </a:lnTo>
                <a:lnTo>
                  <a:pt x="7259169" y="12420"/>
                </a:lnTo>
                <a:lnTo>
                  <a:pt x="7198346" y="3249"/>
                </a:lnTo>
                <a:lnTo>
                  <a:pt x="7130669"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33" name="Google Shape;933;p25"/>
          <p:cNvSpPr txBox="1"/>
          <p:nvPr/>
        </p:nvSpPr>
        <p:spPr>
          <a:xfrm>
            <a:off x="2397442" y="4382109"/>
            <a:ext cx="4240054" cy="378950"/>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2400" b="1" i="0" u="none" strike="noStrike" cap="none">
                <a:solidFill>
                  <a:srgbClr val="000000"/>
                </a:solidFill>
                <a:latin typeface="Arial"/>
                <a:ea typeface="Arial"/>
                <a:cs typeface="Arial"/>
                <a:sym typeface="Arial"/>
              </a:rPr>
              <a:t>Write your research question</a:t>
            </a:r>
            <a:endParaRPr sz="2400" b="0" i="0" u="none" strike="noStrike" cap="none">
              <a:solidFill>
                <a:srgbClr val="000000"/>
              </a:solidFill>
              <a:latin typeface="Arial"/>
              <a:ea typeface="Arial"/>
              <a:cs typeface="Arial"/>
              <a:sym typeface="Arial"/>
            </a:endParaRPr>
          </a:p>
        </p:txBody>
      </p:sp>
      <p:grpSp>
        <p:nvGrpSpPr>
          <p:cNvPr id="934" name="Google Shape;934;p25"/>
          <p:cNvGrpSpPr/>
          <p:nvPr/>
        </p:nvGrpSpPr>
        <p:grpSpPr>
          <a:xfrm>
            <a:off x="51435" y="0"/>
            <a:ext cx="8802815" cy="4232814"/>
            <a:chOff x="68580" y="0"/>
            <a:chExt cx="11737086" cy="5643752"/>
          </a:xfrm>
        </p:grpSpPr>
        <p:sp>
          <p:nvSpPr>
            <p:cNvPr id="935" name="Google Shape;935;p25"/>
            <p:cNvSpPr/>
            <p:nvPr/>
          </p:nvSpPr>
          <p:spPr>
            <a:xfrm>
              <a:off x="5800344" y="3759707"/>
              <a:ext cx="436245" cy="1884045"/>
            </a:xfrm>
            <a:custGeom>
              <a:avLst/>
              <a:gdLst/>
              <a:ahLst/>
              <a:cxnLst/>
              <a:rect l="l" t="t" r="r" b="b"/>
              <a:pathLst>
                <a:path w="436245" h="1884045" extrusionOk="0">
                  <a:moveTo>
                    <a:pt x="435864" y="1653540"/>
                  </a:moveTo>
                  <a:lnTo>
                    <a:pt x="348742" y="1653540"/>
                  </a:lnTo>
                  <a:lnTo>
                    <a:pt x="348742" y="1423416"/>
                  </a:lnTo>
                  <a:lnTo>
                    <a:pt x="87122" y="1423416"/>
                  </a:lnTo>
                  <a:lnTo>
                    <a:pt x="87122" y="1653540"/>
                  </a:lnTo>
                  <a:lnTo>
                    <a:pt x="0" y="1653540"/>
                  </a:lnTo>
                  <a:lnTo>
                    <a:pt x="217932" y="1883664"/>
                  </a:lnTo>
                  <a:lnTo>
                    <a:pt x="435864" y="1653540"/>
                  </a:lnTo>
                  <a:close/>
                </a:path>
                <a:path w="436245" h="1884045" extrusionOk="0">
                  <a:moveTo>
                    <a:pt x="435864" y="230124"/>
                  </a:moveTo>
                  <a:lnTo>
                    <a:pt x="348742" y="230124"/>
                  </a:lnTo>
                  <a:lnTo>
                    <a:pt x="348742" y="0"/>
                  </a:lnTo>
                  <a:lnTo>
                    <a:pt x="87122" y="0"/>
                  </a:lnTo>
                  <a:lnTo>
                    <a:pt x="87122" y="230124"/>
                  </a:lnTo>
                  <a:lnTo>
                    <a:pt x="0" y="230124"/>
                  </a:lnTo>
                  <a:lnTo>
                    <a:pt x="217932" y="460248"/>
                  </a:lnTo>
                  <a:lnTo>
                    <a:pt x="435864" y="23012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36" name="Google Shape;936;p25"/>
            <p:cNvPicPr preferRelativeResize="0"/>
            <p:nvPr/>
          </p:nvPicPr>
          <p:blipFill rotWithShape="1">
            <a:blip r:embed="rId3">
              <a:alphaModFix/>
            </a:blip>
            <a:srcRect/>
            <a:stretch/>
          </p:blipFill>
          <p:spPr>
            <a:xfrm>
              <a:off x="68580" y="169163"/>
              <a:ext cx="11737086" cy="907542"/>
            </a:xfrm>
            <a:prstGeom prst="rect">
              <a:avLst/>
            </a:prstGeom>
            <a:noFill/>
            <a:ln>
              <a:noFill/>
            </a:ln>
          </p:spPr>
        </p:pic>
        <p:pic>
          <p:nvPicPr>
            <p:cNvPr id="937" name="Google Shape;937;p25"/>
            <p:cNvPicPr preferRelativeResize="0"/>
            <p:nvPr/>
          </p:nvPicPr>
          <p:blipFill rotWithShape="1">
            <a:blip r:embed="rId4">
              <a:alphaModFix/>
            </a:blip>
            <a:srcRect/>
            <a:stretch/>
          </p:blipFill>
          <p:spPr>
            <a:xfrm>
              <a:off x="824484" y="0"/>
              <a:ext cx="1978152" cy="1869948"/>
            </a:xfrm>
            <a:prstGeom prst="rect">
              <a:avLst/>
            </a:prstGeom>
            <a:noFill/>
            <a:ln>
              <a:noFill/>
            </a:ln>
          </p:spPr>
        </p:pic>
      </p:grpSp>
      <p:sp>
        <p:nvSpPr>
          <p:cNvPr id="938" name="Google Shape;938;p25" descr="$PPTXTitle"/>
          <p:cNvSpPr txBox="1">
            <a:spLocks noGrp="1"/>
          </p:cNvSpPr>
          <p:nvPr>
            <p:ph type="title"/>
          </p:nvPr>
        </p:nvSpPr>
        <p:spPr>
          <a:xfrm>
            <a:off x="471488" y="105072"/>
            <a:ext cx="5915025" cy="946252"/>
          </a:xfrm>
          <a:prstGeom prst="rect">
            <a:avLst/>
          </a:prstGeom>
          <a:noFill/>
          <a:ln>
            <a:noFill/>
          </a:ln>
        </p:spPr>
        <p:txBody>
          <a:bodyPr spcFirstLastPara="1" wrap="square" lIns="0" tIns="10000" rIns="0" bIns="0" anchor="ctr" anchorCtr="0">
            <a:spAutoFit/>
          </a:bodyPr>
          <a:lstStyle/>
          <a:p>
            <a:pPr marL="1021555" lvl="0" indent="0" algn="l" rtl="0">
              <a:lnSpc>
                <a:spcPct val="100000"/>
              </a:lnSpc>
              <a:spcBef>
                <a:spcPts val="79"/>
              </a:spcBef>
              <a:spcAft>
                <a:spcPts val="0"/>
              </a:spcAft>
              <a:buSzPts val="1800"/>
              <a:buNone/>
            </a:pPr>
            <a:r>
              <a:rPr lang="en" sz="6000">
                <a:solidFill>
                  <a:srgbClr val="C00000"/>
                </a:solidFill>
              </a:rPr>
              <a:t>P</a:t>
            </a:r>
            <a:r>
              <a:rPr lang="en" sz="3900">
                <a:solidFill>
                  <a:srgbClr val="000000"/>
                </a:solidFill>
              </a:rPr>
              <a:t>lan</a:t>
            </a:r>
            <a:endParaRPr sz="3900"/>
          </a:p>
        </p:txBody>
      </p:sp>
      <p:sp>
        <p:nvSpPr>
          <p:cNvPr id="939" name="Google Shape;939;p25"/>
          <p:cNvSpPr/>
          <p:nvPr/>
        </p:nvSpPr>
        <p:spPr>
          <a:xfrm>
            <a:off x="324784" y="22412"/>
            <a:ext cx="672941" cy="869156"/>
          </a:xfrm>
          <a:custGeom>
            <a:avLst/>
            <a:gdLst/>
            <a:ahLst/>
            <a:cxnLst/>
            <a:rect l="l" t="t" r="r" b="b"/>
            <a:pathLst>
              <a:path w="897255" h="1158875" extrusionOk="0">
                <a:moveTo>
                  <a:pt x="477570" y="897940"/>
                </a:moveTo>
                <a:lnTo>
                  <a:pt x="188137" y="897940"/>
                </a:lnTo>
                <a:lnTo>
                  <a:pt x="188137" y="955865"/>
                </a:lnTo>
                <a:lnTo>
                  <a:pt x="477570" y="955865"/>
                </a:lnTo>
                <a:lnTo>
                  <a:pt x="477570" y="897940"/>
                </a:lnTo>
                <a:close/>
              </a:path>
              <a:path w="897255" h="1158875" extrusionOk="0">
                <a:moveTo>
                  <a:pt x="477570" y="666267"/>
                </a:moveTo>
                <a:lnTo>
                  <a:pt x="188137" y="666267"/>
                </a:lnTo>
                <a:lnTo>
                  <a:pt x="188137" y="724179"/>
                </a:lnTo>
                <a:lnTo>
                  <a:pt x="477570" y="724179"/>
                </a:lnTo>
                <a:lnTo>
                  <a:pt x="477570" y="666267"/>
                </a:lnTo>
                <a:close/>
              </a:path>
              <a:path w="897255" h="1158875" extrusionOk="0">
                <a:moveTo>
                  <a:pt x="477570" y="434594"/>
                </a:moveTo>
                <a:lnTo>
                  <a:pt x="188137" y="434594"/>
                </a:lnTo>
                <a:lnTo>
                  <a:pt x="188137" y="492506"/>
                </a:lnTo>
                <a:lnTo>
                  <a:pt x="477570" y="492506"/>
                </a:lnTo>
                <a:lnTo>
                  <a:pt x="477570" y="434594"/>
                </a:lnTo>
                <a:close/>
              </a:path>
              <a:path w="897255" h="1158875" extrusionOk="0">
                <a:moveTo>
                  <a:pt x="477570" y="202920"/>
                </a:moveTo>
                <a:lnTo>
                  <a:pt x="188137" y="202920"/>
                </a:lnTo>
                <a:lnTo>
                  <a:pt x="188137" y="260832"/>
                </a:lnTo>
                <a:lnTo>
                  <a:pt x="477570" y="260832"/>
                </a:lnTo>
                <a:lnTo>
                  <a:pt x="477570" y="202920"/>
                </a:lnTo>
                <a:close/>
              </a:path>
              <a:path w="897255" h="1158875" extrusionOk="0">
                <a:moveTo>
                  <a:pt x="709117" y="868984"/>
                </a:moveTo>
                <a:lnTo>
                  <a:pt x="593344" y="868984"/>
                </a:lnTo>
                <a:lnTo>
                  <a:pt x="593344" y="984821"/>
                </a:lnTo>
                <a:lnTo>
                  <a:pt x="709117" y="984821"/>
                </a:lnTo>
                <a:lnTo>
                  <a:pt x="709117" y="868984"/>
                </a:lnTo>
                <a:close/>
              </a:path>
              <a:path w="897255" h="1158875" extrusionOk="0">
                <a:moveTo>
                  <a:pt x="709117" y="637311"/>
                </a:moveTo>
                <a:lnTo>
                  <a:pt x="593344" y="637311"/>
                </a:lnTo>
                <a:lnTo>
                  <a:pt x="593344" y="753148"/>
                </a:lnTo>
                <a:lnTo>
                  <a:pt x="709117" y="753148"/>
                </a:lnTo>
                <a:lnTo>
                  <a:pt x="709117" y="637311"/>
                </a:lnTo>
                <a:close/>
              </a:path>
              <a:path w="897255" h="1158875" extrusionOk="0">
                <a:moveTo>
                  <a:pt x="709117" y="405625"/>
                </a:moveTo>
                <a:lnTo>
                  <a:pt x="593344" y="405625"/>
                </a:lnTo>
                <a:lnTo>
                  <a:pt x="593344" y="521474"/>
                </a:lnTo>
                <a:lnTo>
                  <a:pt x="709117" y="521474"/>
                </a:lnTo>
                <a:lnTo>
                  <a:pt x="709117" y="405625"/>
                </a:lnTo>
                <a:close/>
              </a:path>
              <a:path w="897255" h="1158875" extrusionOk="0">
                <a:moveTo>
                  <a:pt x="709117" y="173951"/>
                </a:moveTo>
                <a:lnTo>
                  <a:pt x="593344" y="173951"/>
                </a:lnTo>
                <a:lnTo>
                  <a:pt x="593344" y="289788"/>
                </a:lnTo>
                <a:lnTo>
                  <a:pt x="709117" y="289788"/>
                </a:lnTo>
                <a:lnTo>
                  <a:pt x="709117" y="173951"/>
                </a:lnTo>
                <a:close/>
              </a:path>
              <a:path w="897255" h="1158875" extrusionOk="0">
                <a:moveTo>
                  <a:pt x="897255" y="0"/>
                </a:moveTo>
                <a:lnTo>
                  <a:pt x="0" y="0"/>
                </a:lnTo>
                <a:lnTo>
                  <a:pt x="0" y="87655"/>
                </a:lnTo>
                <a:lnTo>
                  <a:pt x="0" y="1072172"/>
                </a:lnTo>
                <a:lnTo>
                  <a:pt x="0" y="1158557"/>
                </a:lnTo>
                <a:lnTo>
                  <a:pt x="897255" y="1158557"/>
                </a:lnTo>
                <a:lnTo>
                  <a:pt x="897255" y="1072172"/>
                </a:lnTo>
                <a:lnTo>
                  <a:pt x="86829" y="1072172"/>
                </a:lnTo>
                <a:lnTo>
                  <a:pt x="86829" y="87655"/>
                </a:lnTo>
                <a:lnTo>
                  <a:pt x="810425" y="87655"/>
                </a:lnTo>
                <a:lnTo>
                  <a:pt x="810425" y="1071702"/>
                </a:lnTo>
                <a:lnTo>
                  <a:pt x="897255" y="1071702"/>
                </a:lnTo>
                <a:lnTo>
                  <a:pt x="897255" y="87655"/>
                </a:lnTo>
                <a:lnTo>
                  <a:pt x="897255" y="87083"/>
                </a:lnTo>
                <a:lnTo>
                  <a:pt x="89725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40" name="Google Shape;940;p25"/>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12</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944"/>
        <p:cNvGrpSpPr/>
        <p:nvPr/>
      </p:nvGrpSpPr>
      <p:grpSpPr>
        <a:xfrm>
          <a:off x="0" y="0"/>
          <a:ext cx="0" cy="0"/>
          <a:chOff x="0" y="0"/>
          <a:chExt cx="0" cy="0"/>
        </a:xfrm>
      </p:grpSpPr>
      <p:sp>
        <p:nvSpPr>
          <p:cNvPr id="945" name="Google Shape;945;p36"/>
          <p:cNvSpPr txBox="1"/>
          <p:nvPr/>
        </p:nvSpPr>
        <p:spPr>
          <a:xfrm>
            <a:off x="922491" y="1417320"/>
            <a:ext cx="7185727" cy="1453122"/>
          </a:xfrm>
          <a:prstGeom prst="rect">
            <a:avLst/>
          </a:prstGeom>
          <a:solidFill>
            <a:srgbClr val="D9D9D9">
              <a:alpha val="37647"/>
            </a:srgbClr>
          </a:solidFill>
          <a:ln>
            <a:noFill/>
          </a:ln>
        </p:spPr>
        <p:txBody>
          <a:bodyPr spcFirstLastPara="1" wrap="square" lIns="0" tIns="54750" rIns="0" bIns="0" anchor="t" anchorCtr="0">
            <a:spAutoFit/>
          </a:bodyPr>
          <a:lstStyle/>
          <a:p>
            <a:pPr marL="315754" marR="0" lvl="0" indent="0" algn="ctr" rtl="0">
              <a:lnSpc>
                <a:spcPct val="116875"/>
              </a:lnSpc>
              <a:spcBef>
                <a:spcPts val="0"/>
              </a:spcBef>
              <a:spcAft>
                <a:spcPts val="0"/>
              </a:spcAft>
              <a:buNone/>
            </a:pPr>
            <a:r>
              <a:rPr lang="en" sz="2400" b="0" i="0" u="none" strike="noStrike" cap="none">
                <a:solidFill>
                  <a:srgbClr val="000000"/>
                </a:solidFill>
                <a:latin typeface="Arial"/>
                <a:ea typeface="Arial"/>
                <a:cs typeface="Arial"/>
                <a:sym typeface="Arial"/>
              </a:rPr>
              <a:t>A </a:t>
            </a:r>
            <a:r>
              <a:rPr lang="en" sz="2400" b="1" i="0" u="none" strike="noStrike" cap="none">
                <a:solidFill>
                  <a:srgbClr val="C00000"/>
                </a:solidFill>
                <a:latin typeface="Arial"/>
                <a:ea typeface="Arial"/>
                <a:cs typeface="Arial"/>
                <a:sym typeface="Arial"/>
              </a:rPr>
              <a:t>research question (RQ)</a:t>
            </a:r>
            <a:endParaRPr sz="2400" b="0" i="0" u="none" strike="noStrike" cap="none">
              <a:solidFill>
                <a:srgbClr val="000000"/>
              </a:solidFill>
              <a:latin typeface="Arial"/>
              <a:ea typeface="Arial"/>
              <a:cs typeface="Arial"/>
              <a:sym typeface="Arial"/>
            </a:endParaRPr>
          </a:p>
          <a:p>
            <a:pPr marL="6668" marR="0" lvl="0" indent="0" algn="ctr" rtl="0">
              <a:lnSpc>
                <a:spcPct val="110791"/>
              </a:lnSpc>
              <a:spcBef>
                <a:spcPts val="0"/>
              </a:spcBef>
              <a:spcAft>
                <a:spcPts val="0"/>
              </a:spcAft>
              <a:buNone/>
            </a:pPr>
            <a:r>
              <a:rPr lang="en" sz="2400" b="0" i="0" u="sng" strike="noStrike" cap="none">
                <a:solidFill>
                  <a:srgbClr val="000000"/>
                </a:solidFill>
                <a:latin typeface="Arial"/>
                <a:ea typeface="Arial"/>
                <a:cs typeface="Arial"/>
                <a:sym typeface="Arial"/>
              </a:rPr>
              <a:t>reframes the problem into a question</a:t>
            </a:r>
            <a:endParaRPr sz="2400" b="0" i="0" u="none" strike="noStrike" cap="none">
              <a:solidFill>
                <a:srgbClr val="000000"/>
              </a:solidFill>
              <a:latin typeface="Arial"/>
              <a:ea typeface="Arial"/>
              <a:cs typeface="Arial"/>
              <a:sym typeface="Arial"/>
            </a:endParaRPr>
          </a:p>
          <a:p>
            <a:pPr marL="140494" marR="136208" lvl="0" indent="0" algn="ctr" rtl="0">
              <a:lnSpc>
                <a:spcPct val="108124"/>
              </a:lnSpc>
              <a:spcBef>
                <a:spcPts val="180"/>
              </a:spcBef>
              <a:spcAft>
                <a:spcPts val="0"/>
              </a:spcAft>
              <a:buNone/>
            </a:pPr>
            <a:r>
              <a:rPr lang="en" sz="2400" b="0" i="0" u="none" strike="noStrike" cap="none">
                <a:solidFill>
                  <a:srgbClr val="000000"/>
                </a:solidFill>
                <a:latin typeface="Arial"/>
                <a:ea typeface="Arial"/>
                <a:cs typeface="Arial"/>
                <a:sym typeface="Arial"/>
              </a:rPr>
              <a:t>and includes the </a:t>
            </a:r>
            <a:r>
              <a:rPr lang="en" sz="2400" b="1" i="0" u="none" strike="noStrike" cap="none">
                <a:solidFill>
                  <a:srgbClr val="C00000"/>
                </a:solidFill>
                <a:latin typeface="Arial"/>
                <a:ea typeface="Arial"/>
                <a:cs typeface="Arial"/>
                <a:sym typeface="Arial"/>
              </a:rPr>
              <a:t>goal </a:t>
            </a:r>
            <a:r>
              <a:rPr lang="en" sz="2400" b="0" i="0" u="none" strike="noStrike" cap="none">
                <a:solidFill>
                  <a:srgbClr val="000000"/>
                </a:solidFill>
                <a:latin typeface="Arial"/>
                <a:ea typeface="Arial"/>
                <a:cs typeface="Arial"/>
                <a:sym typeface="Arial"/>
              </a:rPr>
              <a:t>and </a:t>
            </a:r>
            <a:r>
              <a:rPr lang="en" sz="2400" b="1" i="0" u="none" strike="noStrike" cap="none">
                <a:solidFill>
                  <a:srgbClr val="C00000"/>
                </a:solidFill>
                <a:latin typeface="Arial"/>
                <a:ea typeface="Arial"/>
                <a:cs typeface="Arial"/>
                <a:sym typeface="Arial"/>
              </a:rPr>
              <a:t>strategy </a:t>
            </a:r>
            <a:r>
              <a:rPr lang="en" sz="2400" b="0" i="0" u="none" strike="noStrike" cap="none">
                <a:solidFill>
                  <a:srgbClr val="000000"/>
                </a:solidFill>
                <a:latin typeface="Arial"/>
                <a:ea typeface="Arial"/>
                <a:cs typeface="Arial"/>
                <a:sym typeface="Arial"/>
              </a:rPr>
              <a:t>to address the problem.</a:t>
            </a:r>
            <a:endParaRPr sz="2400" b="0" i="0" u="none" strike="noStrike" cap="none">
              <a:solidFill>
                <a:srgbClr val="000000"/>
              </a:solidFill>
              <a:latin typeface="Arial"/>
              <a:ea typeface="Arial"/>
              <a:cs typeface="Arial"/>
              <a:sym typeface="Arial"/>
            </a:endParaRPr>
          </a:p>
        </p:txBody>
      </p:sp>
      <p:sp>
        <p:nvSpPr>
          <p:cNvPr id="946" name="Google Shape;946;p36"/>
          <p:cNvSpPr txBox="1"/>
          <p:nvPr/>
        </p:nvSpPr>
        <p:spPr>
          <a:xfrm>
            <a:off x="922492" y="3278658"/>
            <a:ext cx="7290924" cy="379431"/>
          </a:xfrm>
          <a:prstGeom prst="rect">
            <a:avLst/>
          </a:prstGeom>
          <a:noFill/>
          <a:ln>
            <a:noFill/>
          </a:ln>
        </p:spPr>
        <p:txBody>
          <a:bodyPr spcFirstLastPara="1" wrap="square" lIns="0" tIns="10000" rIns="0" bIns="0" anchor="t" anchorCtr="0">
            <a:spAutoFit/>
          </a:bodyPr>
          <a:lstStyle/>
          <a:p>
            <a:pPr marL="1378744" marR="3810" lvl="0" indent="-1369695" algn="l" rtl="0">
              <a:lnSpc>
                <a:spcPct val="100000"/>
              </a:lnSpc>
              <a:spcBef>
                <a:spcPts val="0"/>
              </a:spcBef>
              <a:spcAft>
                <a:spcPts val="0"/>
              </a:spcAft>
              <a:buNone/>
            </a:pPr>
            <a:r>
              <a:rPr lang="en" sz="2400" b="1" i="0" u="none" strike="noStrike" cap="none">
                <a:solidFill>
                  <a:srgbClr val="C00000"/>
                </a:solidFill>
                <a:latin typeface="Arial"/>
                <a:ea typeface="Arial"/>
                <a:cs typeface="Arial"/>
                <a:sym typeface="Arial"/>
              </a:rPr>
              <a:t>The RQ is derived from the area of concern (AOC).</a:t>
            </a:r>
            <a:endParaRPr sz="2400" b="0" i="0" u="none" strike="noStrike" cap="none">
              <a:solidFill>
                <a:srgbClr val="000000"/>
              </a:solidFill>
              <a:latin typeface="Arial"/>
              <a:ea typeface="Arial"/>
              <a:cs typeface="Arial"/>
              <a:sym typeface="Arial"/>
            </a:endParaRPr>
          </a:p>
        </p:txBody>
      </p:sp>
      <p:sp>
        <p:nvSpPr>
          <p:cNvPr id="947" name="Google Shape;947;p36" descr="$PPTXTitle"/>
          <p:cNvSpPr txBox="1">
            <a:spLocks noGrp="1"/>
          </p:cNvSpPr>
          <p:nvPr>
            <p:ph type="title"/>
          </p:nvPr>
        </p:nvSpPr>
        <p:spPr>
          <a:xfrm>
            <a:off x="203454" y="372994"/>
            <a:ext cx="4130993" cy="522740"/>
          </a:xfrm>
          <a:prstGeom prst="rect">
            <a:avLst/>
          </a:prstGeom>
          <a:solidFill>
            <a:srgbClr val="00CC99">
              <a:alpha val="49803"/>
            </a:srgbClr>
          </a:solidFill>
          <a:ln>
            <a:noFill/>
          </a:ln>
        </p:spPr>
        <p:txBody>
          <a:bodyPr spcFirstLastPara="1" wrap="square" lIns="0" tIns="75700" rIns="0" bIns="0" anchor="ctr" anchorCtr="0">
            <a:spAutoFit/>
          </a:bodyPr>
          <a:lstStyle/>
          <a:p>
            <a:pPr marL="68580" lvl="0" indent="0" algn="l" rtl="0">
              <a:lnSpc>
                <a:spcPct val="100000"/>
              </a:lnSpc>
              <a:spcBef>
                <a:spcPts val="596"/>
              </a:spcBef>
              <a:spcAft>
                <a:spcPts val="0"/>
              </a:spcAft>
              <a:buSzPts val="1800"/>
              <a:buNone/>
            </a:pPr>
            <a:r>
              <a:rPr lang="en" sz="2400">
                <a:solidFill>
                  <a:srgbClr val="000000"/>
                </a:solidFill>
              </a:rPr>
              <a:t>Write a Research Question</a:t>
            </a:r>
            <a:endParaRPr sz="2400"/>
          </a:p>
        </p:txBody>
      </p:sp>
      <p:sp>
        <p:nvSpPr>
          <p:cNvPr id="948" name="Google Shape;948;p36"/>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13</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952"/>
        <p:cNvGrpSpPr/>
        <p:nvPr/>
      </p:nvGrpSpPr>
      <p:grpSpPr>
        <a:xfrm>
          <a:off x="0" y="0"/>
          <a:ext cx="0" cy="0"/>
          <a:chOff x="0" y="0"/>
          <a:chExt cx="0" cy="0"/>
        </a:xfrm>
      </p:grpSpPr>
      <p:grpSp>
        <p:nvGrpSpPr>
          <p:cNvPr id="953" name="Google Shape;953;p37"/>
          <p:cNvGrpSpPr/>
          <p:nvPr/>
        </p:nvGrpSpPr>
        <p:grpSpPr>
          <a:xfrm>
            <a:off x="301753" y="1019556"/>
            <a:ext cx="8540591" cy="2273809"/>
            <a:chOff x="402336" y="1359408"/>
            <a:chExt cx="11387455" cy="3031744"/>
          </a:xfrm>
        </p:grpSpPr>
        <p:sp>
          <p:nvSpPr>
            <p:cNvPr id="954" name="Google Shape;954;p37"/>
            <p:cNvSpPr/>
            <p:nvPr/>
          </p:nvSpPr>
          <p:spPr>
            <a:xfrm>
              <a:off x="402336" y="1359408"/>
              <a:ext cx="11387455" cy="2333625"/>
            </a:xfrm>
            <a:custGeom>
              <a:avLst/>
              <a:gdLst/>
              <a:ahLst/>
              <a:cxnLst/>
              <a:rect l="l" t="t" r="r" b="b"/>
              <a:pathLst>
                <a:path w="11387455" h="2333625" extrusionOk="0">
                  <a:moveTo>
                    <a:pt x="11387328" y="0"/>
                  </a:moveTo>
                  <a:lnTo>
                    <a:pt x="0" y="0"/>
                  </a:lnTo>
                  <a:lnTo>
                    <a:pt x="0" y="2333244"/>
                  </a:lnTo>
                  <a:lnTo>
                    <a:pt x="11387328" y="2333244"/>
                  </a:lnTo>
                  <a:lnTo>
                    <a:pt x="11387328" y="0"/>
                  </a:lnTo>
                  <a:close/>
                </a:path>
              </a:pathLst>
            </a:custGeom>
            <a:solidFill>
              <a:srgbClr val="D9D9D9">
                <a:alpha val="4745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55" name="Google Shape;955;p37"/>
            <p:cNvSpPr/>
            <p:nvPr/>
          </p:nvSpPr>
          <p:spPr>
            <a:xfrm>
              <a:off x="5843015" y="3692652"/>
              <a:ext cx="506095" cy="698500"/>
            </a:xfrm>
            <a:custGeom>
              <a:avLst/>
              <a:gdLst/>
              <a:ahLst/>
              <a:cxnLst/>
              <a:rect l="l" t="t" r="r" b="b"/>
              <a:pathLst>
                <a:path w="506095" h="698500" extrusionOk="0">
                  <a:moveTo>
                    <a:pt x="379475" y="0"/>
                  </a:moveTo>
                  <a:lnTo>
                    <a:pt x="126492" y="0"/>
                  </a:lnTo>
                  <a:lnTo>
                    <a:pt x="126492" y="445008"/>
                  </a:lnTo>
                  <a:lnTo>
                    <a:pt x="0" y="445008"/>
                  </a:lnTo>
                  <a:lnTo>
                    <a:pt x="252984" y="697992"/>
                  </a:lnTo>
                  <a:lnTo>
                    <a:pt x="505968" y="445008"/>
                  </a:lnTo>
                  <a:lnTo>
                    <a:pt x="379475" y="445008"/>
                  </a:lnTo>
                  <a:lnTo>
                    <a:pt x="379475" y="0"/>
                  </a:lnTo>
                  <a:close/>
                </a:path>
              </a:pathLst>
            </a:custGeom>
            <a:solidFill>
              <a:srgbClr val="B497C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956" name="Google Shape;956;p37"/>
          <p:cNvSpPr txBox="1"/>
          <p:nvPr/>
        </p:nvSpPr>
        <p:spPr>
          <a:xfrm>
            <a:off x="360808" y="911539"/>
            <a:ext cx="8424386" cy="2414764"/>
          </a:xfrm>
          <a:prstGeom prst="rect">
            <a:avLst/>
          </a:prstGeom>
          <a:noFill/>
          <a:ln>
            <a:noFill/>
          </a:ln>
        </p:spPr>
        <p:txBody>
          <a:bodyPr spcFirstLastPara="1" wrap="square" lIns="0" tIns="163825" rIns="0" bIns="0" anchor="t" anchorCtr="0">
            <a:spAutoFit/>
          </a:bodyPr>
          <a:lstStyle/>
          <a:p>
            <a:pPr marL="0" marR="0" lvl="0" indent="0" algn="ctr"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AOC</a:t>
            </a:r>
            <a:endParaRPr sz="1800" b="0" i="0" u="none" strike="noStrike" cap="none">
              <a:solidFill>
                <a:srgbClr val="000000"/>
              </a:solidFill>
              <a:latin typeface="Arial"/>
              <a:ea typeface="Arial"/>
              <a:cs typeface="Arial"/>
              <a:sym typeface="Arial"/>
            </a:endParaRPr>
          </a:p>
          <a:p>
            <a:pPr marL="9525" marR="3810" lvl="0" indent="0" algn="l" rtl="0">
              <a:lnSpc>
                <a:spcPct val="194444"/>
              </a:lnSpc>
              <a:spcBef>
                <a:spcPts val="161"/>
              </a:spcBef>
              <a:spcAft>
                <a:spcPts val="0"/>
              </a:spcAft>
              <a:buNone/>
            </a:pPr>
            <a:r>
              <a:rPr lang="en" sz="1350" b="0" i="0" u="none" strike="noStrike" cap="none">
                <a:solidFill>
                  <a:srgbClr val="000000"/>
                </a:solidFill>
                <a:latin typeface="Arial"/>
                <a:ea typeface="Arial"/>
                <a:cs typeface="Arial"/>
                <a:sym typeface="Arial"/>
              </a:rPr>
              <a:t>The majority of P1 students do not know how to seek their peers' attention appropriately. They interrupt at inappropriate times and use loud demanding tone and gestures. Teachers intervene whenever they observe</a:t>
            </a:r>
            <a:endParaRPr sz="1350" b="0" i="0" u="none" strike="noStrike" cap="none">
              <a:solidFill>
                <a:srgbClr val="000000"/>
              </a:solidFill>
              <a:latin typeface="Arial"/>
              <a:ea typeface="Arial"/>
              <a:cs typeface="Arial"/>
              <a:sym typeface="Arial"/>
            </a:endParaRPr>
          </a:p>
          <a:p>
            <a:pPr marL="9525" marR="3810" lvl="0" indent="0" algn="l" rtl="0">
              <a:lnSpc>
                <a:spcPct val="194444"/>
              </a:lnSpc>
              <a:spcBef>
                <a:spcPts val="8"/>
              </a:spcBef>
              <a:spcAft>
                <a:spcPts val="0"/>
              </a:spcAft>
              <a:buNone/>
            </a:pPr>
            <a:r>
              <a:rPr lang="en" sz="1350" b="0" i="0" u="none" strike="noStrike" cap="none">
                <a:solidFill>
                  <a:srgbClr val="000000"/>
                </a:solidFill>
                <a:latin typeface="Arial"/>
                <a:ea typeface="Arial"/>
                <a:cs typeface="Arial"/>
                <a:sym typeface="Arial"/>
              </a:rPr>
              <a:t>such	disruptions	and	attempt	to	explain	how to	behave	politely.	However,	the	same	behaviour	is	soon observed again with no improvement.</a:t>
            </a:r>
            <a:endParaRPr sz="1350" b="0" i="0" u="none" strike="noStrike" cap="none">
              <a:solidFill>
                <a:srgbClr val="000000"/>
              </a:solidFill>
              <a:latin typeface="Arial"/>
              <a:ea typeface="Arial"/>
              <a:cs typeface="Arial"/>
              <a:sym typeface="Arial"/>
            </a:endParaRPr>
          </a:p>
          <a:p>
            <a:pPr marL="0" marR="0" lvl="0" indent="0" algn="l" rtl="0">
              <a:lnSpc>
                <a:spcPct val="100000"/>
              </a:lnSpc>
              <a:spcBef>
                <a:spcPts val="1035"/>
              </a:spcBef>
              <a:spcAft>
                <a:spcPts val="0"/>
              </a:spcAft>
              <a:buNone/>
            </a:pPr>
            <a:endParaRPr sz="1350" b="0" i="0" u="none" strike="noStrike" cap="none">
              <a:solidFill>
                <a:srgbClr val="000000"/>
              </a:solidFill>
              <a:latin typeface="Arial"/>
              <a:ea typeface="Arial"/>
              <a:cs typeface="Arial"/>
              <a:sym typeface="Arial"/>
            </a:endParaRPr>
          </a:p>
          <a:p>
            <a:pPr marL="491014"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A possible RQ:</a:t>
            </a:r>
            <a:endParaRPr sz="1800" b="0" i="0" u="none" strike="noStrike" cap="none">
              <a:solidFill>
                <a:srgbClr val="000000"/>
              </a:solidFill>
              <a:latin typeface="Arial"/>
              <a:ea typeface="Arial"/>
              <a:cs typeface="Arial"/>
              <a:sym typeface="Arial"/>
            </a:endParaRPr>
          </a:p>
        </p:txBody>
      </p:sp>
      <p:sp>
        <p:nvSpPr>
          <p:cNvPr id="957" name="Google Shape;957;p37"/>
          <p:cNvSpPr txBox="1"/>
          <p:nvPr/>
        </p:nvSpPr>
        <p:spPr>
          <a:xfrm>
            <a:off x="8873872" y="3557779"/>
            <a:ext cx="135731" cy="1481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900" b="0" i="0" u="none" strike="noStrike" cap="none">
                <a:solidFill>
                  <a:srgbClr val="7E7E7E"/>
                </a:solidFill>
                <a:latin typeface="Calibri"/>
                <a:ea typeface="Calibri"/>
                <a:cs typeface="Calibri"/>
                <a:sym typeface="Calibri"/>
              </a:rPr>
              <a:t>24</a:t>
            </a:r>
            <a:endParaRPr sz="900" b="0" i="0" u="none" strike="noStrike" cap="none">
              <a:solidFill>
                <a:srgbClr val="000000"/>
              </a:solidFill>
              <a:latin typeface="Calibri"/>
              <a:ea typeface="Calibri"/>
              <a:cs typeface="Calibri"/>
              <a:sym typeface="Calibri"/>
            </a:endParaRPr>
          </a:p>
        </p:txBody>
      </p:sp>
      <p:sp>
        <p:nvSpPr>
          <p:cNvPr id="958" name="Google Shape;958;p37"/>
          <p:cNvSpPr txBox="1"/>
          <p:nvPr/>
        </p:nvSpPr>
        <p:spPr>
          <a:xfrm>
            <a:off x="301753" y="3439286"/>
            <a:ext cx="8540591" cy="656270"/>
          </a:xfrm>
          <a:prstGeom prst="rect">
            <a:avLst/>
          </a:prstGeom>
          <a:solidFill>
            <a:srgbClr val="B497C7">
              <a:alpha val="52549"/>
            </a:srgbClr>
          </a:solidFill>
          <a:ln>
            <a:noFill/>
          </a:ln>
        </p:spPr>
        <p:txBody>
          <a:bodyPr spcFirstLastPara="1" wrap="square" lIns="0" tIns="20000" rIns="0" bIns="0" anchor="t" anchorCtr="0">
            <a:spAutoFit/>
          </a:bodyPr>
          <a:lstStyle/>
          <a:p>
            <a:pPr marL="68580" marR="107155" lvl="0" indent="0" algn="l" rtl="0">
              <a:lnSpc>
                <a:spcPct val="145444"/>
              </a:lnSpc>
              <a:spcBef>
                <a:spcPts val="0"/>
              </a:spcBef>
              <a:spcAft>
                <a:spcPts val="0"/>
              </a:spcAft>
              <a:buNone/>
            </a:pPr>
            <a:r>
              <a:rPr lang="en" sz="1800" b="0" i="0" u="none" strike="noStrike" cap="none">
                <a:solidFill>
                  <a:srgbClr val="000000"/>
                </a:solidFill>
                <a:latin typeface="Arial"/>
                <a:ea typeface="Arial"/>
                <a:cs typeface="Arial"/>
                <a:sym typeface="Arial"/>
              </a:rPr>
              <a:t>To what extent does </a:t>
            </a:r>
            <a:r>
              <a:rPr lang="en" sz="1800" b="0" i="0" u="sng" strike="noStrike" cap="none">
                <a:solidFill>
                  <a:srgbClr val="000000"/>
                </a:solidFill>
                <a:latin typeface="Arial"/>
                <a:ea typeface="Arial"/>
                <a:cs typeface="Arial"/>
                <a:sym typeface="Arial"/>
              </a:rPr>
              <a:t>incorporating social stories </a:t>
            </a:r>
            <a:r>
              <a:rPr lang="en" sz="1800" b="1" i="0" u="none" strike="noStrike" cap="none">
                <a:solidFill>
                  <a:srgbClr val="682F91"/>
                </a:solidFill>
                <a:latin typeface="Arial"/>
                <a:ea typeface="Arial"/>
                <a:cs typeface="Arial"/>
                <a:sym typeface="Arial"/>
              </a:rPr>
              <a:t>(strategy) </a:t>
            </a:r>
            <a:r>
              <a:rPr lang="en" sz="1800" b="0" i="0" u="none" strike="noStrike" cap="none">
                <a:solidFill>
                  <a:srgbClr val="000000"/>
                </a:solidFill>
                <a:latin typeface="Arial"/>
                <a:ea typeface="Arial"/>
                <a:cs typeface="Arial"/>
                <a:sym typeface="Arial"/>
              </a:rPr>
              <a:t>in lessons improve the P1 children’s ability to </a:t>
            </a:r>
            <a:r>
              <a:rPr lang="en" sz="1800" b="0" i="0" u="sng" strike="noStrike" cap="none">
                <a:solidFill>
                  <a:srgbClr val="000000"/>
                </a:solidFill>
                <a:latin typeface="Arial"/>
                <a:ea typeface="Arial"/>
                <a:cs typeface="Arial"/>
                <a:sym typeface="Arial"/>
              </a:rPr>
              <a:t>interact effectively and appropriately with their peers</a:t>
            </a:r>
            <a:r>
              <a:rPr lang="en" sz="1800" b="0" i="0" u="none" strike="noStrike" cap="none">
                <a:solidFill>
                  <a:srgbClr val="000000"/>
                </a:solidFill>
                <a:latin typeface="Arial"/>
                <a:ea typeface="Arial"/>
                <a:cs typeface="Arial"/>
                <a:sym typeface="Arial"/>
              </a:rPr>
              <a:t> </a:t>
            </a:r>
            <a:r>
              <a:rPr lang="en" sz="1800" b="1" i="0" u="none" strike="noStrike" cap="none">
                <a:solidFill>
                  <a:srgbClr val="682F91"/>
                </a:solidFill>
                <a:latin typeface="Arial"/>
                <a:ea typeface="Arial"/>
                <a:cs typeface="Arial"/>
                <a:sym typeface="Arial"/>
              </a:rPr>
              <a:t>(goal)</a:t>
            </a:r>
            <a:r>
              <a:rPr lang="en" sz="1800" b="0" i="0" u="none" strike="noStrike" cap="none">
                <a:solidFill>
                  <a:srgbClr val="000000"/>
                </a:solidFill>
                <a:latin typeface="Arial"/>
                <a:ea typeface="Arial"/>
                <a:cs typeface="Arial"/>
                <a:sym typeface="Arial"/>
              </a:rPr>
              <a:t>?</a:t>
            </a:r>
            <a:endParaRPr sz="1800" b="0" i="0" u="none" strike="noStrike" cap="none">
              <a:solidFill>
                <a:srgbClr val="000000"/>
              </a:solidFill>
              <a:latin typeface="Arial"/>
              <a:ea typeface="Arial"/>
              <a:cs typeface="Arial"/>
              <a:sym typeface="Arial"/>
            </a:endParaRPr>
          </a:p>
        </p:txBody>
      </p:sp>
      <p:sp>
        <p:nvSpPr>
          <p:cNvPr id="959" name="Google Shape;959;p37" descr="$PPTXTitle"/>
          <p:cNvSpPr txBox="1">
            <a:spLocks noGrp="1"/>
          </p:cNvSpPr>
          <p:nvPr>
            <p:ph type="title"/>
          </p:nvPr>
        </p:nvSpPr>
        <p:spPr>
          <a:xfrm>
            <a:off x="301753" y="334133"/>
            <a:ext cx="4915279" cy="522740"/>
          </a:xfrm>
          <a:prstGeom prst="rect">
            <a:avLst/>
          </a:prstGeom>
          <a:solidFill>
            <a:srgbClr val="00CC99">
              <a:alpha val="49803"/>
            </a:srgbClr>
          </a:solidFill>
          <a:ln>
            <a:noFill/>
          </a:ln>
        </p:spPr>
        <p:txBody>
          <a:bodyPr spcFirstLastPara="1" wrap="square" lIns="0" tIns="75700" rIns="0" bIns="0" anchor="ctr" anchorCtr="0">
            <a:spAutoFit/>
          </a:bodyPr>
          <a:lstStyle/>
          <a:p>
            <a:pPr marL="68104" lvl="0" indent="0" algn="l" rtl="0">
              <a:lnSpc>
                <a:spcPct val="100000"/>
              </a:lnSpc>
              <a:spcBef>
                <a:spcPts val="596"/>
              </a:spcBef>
              <a:spcAft>
                <a:spcPts val="0"/>
              </a:spcAft>
              <a:buSzPts val="1800"/>
              <a:buNone/>
            </a:pPr>
            <a:r>
              <a:rPr lang="en" sz="2400">
                <a:solidFill>
                  <a:srgbClr val="000000"/>
                </a:solidFill>
              </a:rPr>
              <a:t>Crafting a Research Question</a:t>
            </a:r>
            <a:endParaRPr sz="2400"/>
          </a:p>
        </p:txBody>
      </p:sp>
      <p:grpSp>
        <p:nvGrpSpPr>
          <p:cNvPr id="960" name="Google Shape;960;p37"/>
          <p:cNvGrpSpPr/>
          <p:nvPr/>
        </p:nvGrpSpPr>
        <p:grpSpPr>
          <a:xfrm>
            <a:off x="354822" y="499349"/>
            <a:ext cx="6428106" cy="2834167"/>
            <a:chOff x="473095" y="665798"/>
            <a:chExt cx="8570809" cy="3778889"/>
          </a:xfrm>
        </p:grpSpPr>
        <p:sp>
          <p:nvSpPr>
            <p:cNvPr id="961" name="Google Shape;961;p37"/>
            <p:cNvSpPr/>
            <p:nvPr/>
          </p:nvSpPr>
          <p:spPr>
            <a:xfrm>
              <a:off x="7941544" y="665798"/>
              <a:ext cx="1102360" cy="749300"/>
            </a:xfrm>
            <a:custGeom>
              <a:avLst/>
              <a:gdLst/>
              <a:ahLst/>
              <a:cxnLst/>
              <a:rect l="l" t="t" r="r" b="b"/>
              <a:pathLst>
                <a:path w="1102359" h="749300" extrusionOk="0">
                  <a:moveTo>
                    <a:pt x="891355" y="592209"/>
                  </a:moveTo>
                  <a:lnTo>
                    <a:pt x="368691" y="592209"/>
                  </a:lnTo>
                  <a:lnTo>
                    <a:pt x="368691" y="596449"/>
                  </a:lnTo>
                  <a:lnTo>
                    <a:pt x="367278" y="602103"/>
                  </a:lnTo>
                  <a:lnTo>
                    <a:pt x="374511" y="652306"/>
                  </a:lnTo>
                  <a:lnTo>
                    <a:pt x="394627" y="691090"/>
                  </a:lnTo>
                  <a:lnTo>
                    <a:pt x="425252" y="721732"/>
                  </a:lnTo>
                  <a:lnTo>
                    <a:pt x="464014" y="741859"/>
                  </a:lnTo>
                  <a:lnTo>
                    <a:pt x="508540" y="749095"/>
                  </a:lnTo>
                  <a:lnTo>
                    <a:pt x="550760" y="742639"/>
                  </a:lnTo>
                  <a:lnTo>
                    <a:pt x="587962" y="724581"/>
                  </a:lnTo>
                  <a:lnTo>
                    <a:pt x="618181" y="696890"/>
                  </a:lnTo>
                  <a:lnTo>
                    <a:pt x="639449" y="661533"/>
                  </a:lnTo>
                  <a:lnTo>
                    <a:pt x="649801" y="620477"/>
                  </a:lnTo>
                  <a:lnTo>
                    <a:pt x="876693" y="620477"/>
                  </a:lnTo>
                  <a:lnTo>
                    <a:pt x="891355" y="592209"/>
                  </a:lnTo>
                  <a:close/>
                </a:path>
                <a:path w="1102359" h="749300" extrusionOk="0">
                  <a:moveTo>
                    <a:pt x="876666" y="620477"/>
                  </a:moveTo>
                  <a:lnTo>
                    <a:pt x="649801" y="620477"/>
                  </a:lnTo>
                  <a:lnTo>
                    <a:pt x="671630" y="644438"/>
                  </a:lnTo>
                  <a:lnTo>
                    <a:pt x="698359" y="662702"/>
                  </a:lnTo>
                  <a:lnTo>
                    <a:pt x="729061" y="674340"/>
                  </a:lnTo>
                  <a:lnTo>
                    <a:pt x="762810" y="678426"/>
                  </a:lnTo>
                  <a:lnTo>
                    <a:pt x="807335" y="671189"/>
                  </a:lnTo>
                  <a:lnTo>
                    <a:pt x="846097" y="651063"/>
                  </a:lnTo>
                  <a:lnTo>
                    <a:pt x="876666" y="620477"/>
                  </a:lnTo>
                  <a:close/>
                </a:path>
                <a:path w="1102359" h="749300" extrusionOk="0">
                  <a:moveTo>
                    <a:pt x="141261" y="212008"/>
                  </a:moveTo>
                  <a:lnTo>
                    <a:pt x="96735" y="219244"/>
                  </a:lnTo>
                  <a:lnTo>
                    <a:pt x="57973" y="239371"/>
                  </a:lnTo>
                  <a:lnTo>
                    <a:pt x="27348" y="270013"/>
                  </a:lnTo>
                  <a:lnTo>
                    <a:pt x="7232" y="308796"/>
                  </a:lnTo>
                  <a:lnTo>
                    <a:pt x="0" y="353346"/>
                  </a:lnTo>
                  <a:lnTo>
                    <a:pt x="7232" y="397896"/>
                  </a:lnTo>
                  <a:lnTo>
                    <a:pt x="27348" y="436680"/>
                  </a:lnTo>
                  <a:lnTo>
                    <a:pt x="57973" y="467322"/>
                  </a:lnTo>
                  <a:lnTo>
                    <a:pt x="96735" y="487449"/>
                  </a:lnTo>
                  <a:lnTo>
                    <a:pt x="141261" y="494685"/>
                  </a:lnTo>
                  <a:lnTo>
                    <a:pt x="142673" y="494685"/>
                  </a:lnTo>
                  <a:lnTo>
                    <a:pt x="157373" y="544971"/>
                  </a:lnTo>
                  <a:lnTo>
                    <a:pt x="188230" y="585319"/>
                  </a:lnTo>
                  <a:lnTo>
                    <a:pt x="231271" y="612151"/>
                  </a:lnTo>
                  <a:lnTo>
                    <a:pt x="282522" y="621890"/>
                  </a:lnTo>
                  <a:lnTo>
                    <a:pt x="306315" y="619836"/>
                  </a:lnTo>
                  <a:lnTo>
                    <a:pt x="328785" y="613940"/>
                  </a:lnTo>
                  <a:lnTo>
                    <a:pt x="349665" y="604598"/>
                  </a:lnTo>
                  <a:lnTo>
                    <a:pt x="368691" y="592209"/>
                  </a:lnTo>
                  <a:lnTo>
                    <a:pt x="891355" y="592209"/>
                  </a:lnTo>
                  <a:lnTo>
                    <a:pt x="896838" y="581637"/>
                  </a:lnTo>
                  <a:lnTo>
                    <a:pt x="904071" y="537087"/>
                  </a:lnTo>
                  <a:lnTo>
                    <a:pt x="904071" y="524367"/>
                  </a:lnTo>
                  <a:lnTo>
                    <a:pt x="1015662" y="524367"/>
                  </a:lnTo>
                  <a:lnTo>
                    <a:pt x="1043863" y="509724"/>
                  </a:lnTo>
                  <a:lnTo>
                    <a:pt x="1074488" y="479082"/>
                  </a:lnTo>
                  <a:lnTo>
                    <a:pt x="1094603" y="440298"/>
                  </a:lnTo>
                  <a:lnTo>
                    <a:pt x="1101836" y="395748"/>
                  </a:lnTo>
                  <a:lnTo>
                    <a:pt x="1094603" y="351198"/>
                  </a:lnTo>
                  <a:lnTo>
                    <a:pt x="1074488" y="312415"/>
                  </a:lnTo>
                  <a:lnTo>
                    <a:pt x="1043862" y="281773"/>
                  </a:lnTo>
                  <a:lnTo>
                    <a:pt x="1005100" y="261646"/>
                  </a:lnTo>
                  <a:lnTo>
                    <a:pt x="928085" y="258650"/>
                  </a:lnTo>
                  <a:lnTo>
                    <a:pt x="929939" y="250986"/>
                  </a:lnTo>
                  <a:lnTo>
                    <a:pt x="931263" y="242926"/>
                  </a:lnTo>
                  <a:lnTo>
                    <a:pt x="932058" y="234600"/>
                  </a:lnTo>
                  <a:lnTo>
                    <a:pt x="932323" y="226142"/>
                  </a:lnTo>
                  <a:lnTo>
                    <a:pt x="930716" y="216248"/>
                  </a:lnTo>
                  <a:lnTo>
                    <a:pt x="173751" y="216248"/>
                  </a:lnTo>
                  <a:lnTo>
                    <a:pt x="165496" y="214393"/>
                  </a:lnTo>
                  <a:lnTo>
                    <a:pt x="157506" y="213068"/>
                  </a:lnTo>
                  <a:lnTo>
                    <a:pt x="149515" y="212273"/>
                  </a:lnTo>
                  <a:lnTo>
                    <a:pt x="141261" y="212008"/>
                  </a:lnTo>
                  <a:close/>
                </a:path>
                <a:path w="1102359" h="749300" extrusionOk="0">
                  <a:moveTo>
                    <a:pt x="1015662" y="524367"/>
                  </a:moveTo>
                  <a:lnTo>
                    <a:pt x="904071" y="524367"/>
                  </a:lnTo>
                  <a:lnTo>
                    <a:pt x="917270" y="529335"/>
                  </a:lnTo>
                  <a:lnTo>
                    <a:pt x="931263" y="533377"/>
                  </a:lnTo>
                  <a:lnTo>
                    <a:pt x="945787" y="536093"/>
                  </a:lnTo>
                  <a:lnTo>
                    <a:pt x="960575" y="537087"/>
                  </a:lnTo>
                  <a:lnTo>
                    <a:pt x="1005100" y="529850"/>
                  </a:lnTo>
                  <a:lnTo>
                    <a:pt x="1015662" y="524367"/>
                  </a:lnTo>
                  <a:close/>
                </a:path>
                <a:path w="1102359" h="749300" extrusionOk="0">
                  <a:moveTo>
                    <a:pt x="960575" y="254409"/>
                  </a:moveTo>
                  <a:lnTo>
                    <a:pt x="952320" y="254674"/>
                  </a:lnTo>
                  <a:lnTo>
                    <a:pt x="944330" y="255469"/>
                  </a:lnTo>
                  <a:lnTo>
                    <a:pt x="936340" y="256795"/>
                  </a:lnTo>
                  <a:lnTo>
                    <a:pt x="928085" y="258650"/>
                  </a:lnTo>
                  <a:lnTo>
                    <a:pt x="986664" y="258650"/>
                  </a:lnTo>
                  <a:lnTo>
                    <a:pt x="960575" y="254409"/>
                  </a:lnTo>
                  <a:close/>
                </a:path>
                <a:path w="1102359" h="749300" extrusionOk="0">
                  <a:moveTo>
                    <a:pt x="310774" y="42401"/>
                  </a:moveTo>
                  <a:lnTo>
                    <a:pt x="266248" y="49638"/>
                  </a:lnTo>
                  <a:lnTo>
                    <a:pt x="227486" y="69764"/>
                  </a:lnTo>
                  <a:lnTo>
                    <a:pt x="196861" y="100406"/>
                  </a:lnTo>
                  <a:lnTo>
                    <a:pt x="176745" y="139190"/>
                  </a:lnTo>
                  <a:lnTo>
                    <a:pt x="169513" y="183740"/>
                  </a:lnTo>
                  <a:lnTo>
                    <a:pt x="169778" y="191999"/>
                  </a:lnTo>
                  <a:lnTo>
                    <a:pt x="170572" y="199994"/>
                  </a:lnTo>
                  <a:lnTo>
                    <a:pt x="171897" y="207988"/>
                  </a:lnTo>
                  <a:lnTo>
                    <a:pt x="173751" y="216248"/>
                  </a:lnTo>
                  <a:lnTo>
                    <a:pt x="930716" y="216248"/>
                  </a:lnTo>
                  <a:lnTo>
                    <a:pt x="925090" y="181592"/>
                  </a:lnTo>
                  <a:lnTo>
                    <a:pt x="904974" y="142808"/>
                  </a:lnTo>
                  <a:lnTo>
                    <a:pt x="876666" y="114484"/>
                  </a:lnTo>
                  <a:lnTo>
                    <a:pt x="703480" y="114484"/>
                  </a:lnTo>
                  <a:lnTo>
                    <a:pt x="700361" y="106004"/>
                  </a:lnTo>
                  <a:lnTo>
                    <a:pt x="428020" y="106004"/>
                  </a:lnTo>
                  <a:lnTo>
                    <a:pt x="405926" y="79966"/>
                  </a:lnTo>
                  <a:lnTo>
                    <a:pt x="378402" y="59892"/>
                  </a:lnTo>
                  <a:lnTo>
                    <a:pt x="346376" y="46973"/>
                  </a:lnTo>
                  <a:lnTo>
                    <a:pt x="310774" y="42401"/>
                  </a:lnTo>
                  <a:close/>
                </a:path>
                <a:path w="1102359" h="749300" extrusionOk="0">
                  <a:moveTo>
                    <a:pt x="791061" y="84803"/>
                  </a:moveTo>
                  <a:lnTo>
                    <a:pt x="767047" y="86857"/>
                  </a:lnTo>
                  <a:lnTo>
                    <a:pt x="744092" y="92753"/>
                  </a:lnTo>
                  <a:lnTo>
                    <a:pt x="722726" y="102095"/>
                  </a:lnTo>
                  <a:lnTo>
                    <a:pt x="703480" y="114484"/>
                  </a:lnTo>
                  <a:lnTo>
                    <a:pt x="876666" y="114484"/>
                  </a:lnTo>
                  <a:lnTo>
                    <a:pt x="874349" y="112166"/>
                  </a:lnTo>
                  <a:lnTo>
                    <a:pt x="835587" y="92039"/>
                  </a:lnTo>
                  <a:lnTo>
                    <a:pt x="791061" y="84803"/>
                  </a:lnTo>
                  <a:close/>
                </a:path>
                <a:path w="1102359" h="749300" extrusionOk="0">
                  <a:moveTo>
                    <a:pt x="565044" y="0"/>
                  </a:moveTo>
                  <a:lnTo>
                    <a:pt x="518604" y="8016"/>
                  </a:lnTo>
                  <a:lnTo>
                    <a:pt x="478521" y="30211"/>
                  </a:lnTo>
                  <a:lnTo>
                    <a:pt x="447444" y="63801"/>
                  </a:lnTo>
                  <a:lnTo>
                    <a:pt x="428020" y="106004"/>
                  </a:lnTo>
                  <a:lnTo>
                    <a:pt x="700361" y="106004"/>
                  </a:lnTo>
                  <a:lnTo>
                    <a:pt x="686815" y="69167"/>
                  </a:lnTo>
                  <a:lnTo>
                    <a:pt x="655981" y="32861"/>
                  </a:lnTo>
                  <a:lnTo>
                    <a:pt x="614286" y="8745"/>
                  </a:lnTo>
                  <a:lnTo>
                    <a:pt x="56504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62" name="Google Shape;962;p37"/>
            <p:cNvPicPr preferRelativeResize="0"/>
            <p:nvPr/>
          </p:nvPicPr>
          <p:blipFill rotWithShape="1">
            <a:blip r:embed="rId3">
              <a:alphaModFix/>
            </a:blip>
            <a:srcRect/>
            <a:stretch/>
          </p:blipFill>
          <p:spPr>
            <a:xfrm>
              <a:off x="8139309" y="1386626"/>
              <a:ext cx="169513" cy="169606"/>
            </a:xfrm>
            <a:prstGeom prst="rect">
              <a:avLst/>
            </a:prstGeom>
            <a:noFill/>
            <a:ln>
              <a:noFill/>
            </a:ln>
          </p:spPr>
        </p:pic>
        <p:pic>
          <p:nvPicPr>
            <p:cNvPr id="963" name="Google Shape;963;p37"/>
            <p:cNvPicPr preferRelativeResize="0"/>
            <p:nvPr/>
          </p:nvPicPr>
          <p:blipFill rotWithShape="1">
            <a:blip r:embed="rId4">
              <a:alphaModFix/>
            </a:blip>
            <a:srcRect/>
            <a:stretch/>
          </p:blipFill>
          <p:spPr>
            <a:xfrm>
              <a:off x="7990986" y="1556233"/>
              <a:ext cx="127134" cy="127204"/>
            </a:xfrm>
            <a:prstGeom prst="rect">
              <a:avLst/>
            </a:prstGeom>
            <a:noFill/>
            <a:ln>
              <a:noFill/>
            </a:ln>
          </p:spPr>
        </p:pic>
        <p:sp>
          <p:nvSpPr>
            <p:cNvPr id="964" name="Google Shape;964;p37"/>
            <p:cNvSpPr/>
            <p:nvPr/>
          </p:nvSpPr>
          <p:spPr>
            <a:xfrm>
              <a:off x="473095" y="3941767"/>
              <a:ext cx="502284" cy="502920"/>
            </a:xfrm>
            <a:custGeom>
              <a:avLst/>
              <a:gdLst/>
              <a:ahLst/>
              <a:cxnLst/>
              <a:rect l="l" t="t" r="r" b="b"/>
              <a:pathLst>
                <a:path w="502284" h="502920" extrusionOk="0">
                  <a:moveTo>
                    <a:pt x="251100" y="0"/>
                  </a:moveTo>
                  <a:lnTo>
                    <a:pt x="205942" y="4044"/>
                  </a:lnTo>
                  <a:lnTo>
                    <a:pt x="163448" y="15708"/>
                  </a:lnTo>
                  <a:lnTo>
                    <a:pt x="124326" y="34282"/>
                  </a:lnTo>
                  <a:lnTo>
                    <a:pt x="89283" y="59059"/>
                  </a:lnTo>
                  <a:lnTo>
                    <a:pt x="59027" y="89332"/>
                  </a:lnTo>
                  <a:lnTo>
                    <a:pt x="34263" y="124394"/>
                  </a:lnTo>
                  <a:lnTo>
                    <a:pt x="15699" y="163538"/>
                  </a:lnTo>
                  <a:lnTo>
                    <a:pt x="4097" y="205856"/>
                  </a:lnTo>
                  <a:lnTo>
                    <a:pt x="0" y="251238"/>
                  </a:lnTo>
                  <a:lnTo>
                    <a:pt x="4042" y="296422"/>
                  </a:lnTo>
                  <a:lnTo>
                    <a:pt x="15699" y="338939"/>
                  </a:lnTo>
                  <a:lnTo>
                    <a:pt x="34263" y="378082"/>
                  </a:lnTo>
                  <a:lnTo>
                    <a:pt x="59027" y="413144"/>
                  </a:lnTo>
                  <a:lnTo>
                    <a:pt x="89283" y="443417"/>
                  </a:lnTo>
                  <a:lnTo>
                    <a:pt x="124326" y="468195"/>
                  </a:lnTo>
                  <a:lnTo>
                    <a:pt x="163448" y="486769"/>
                  </a:lnTo>
                  <a:lnTo>
                    <a:pt x="205942" y="498432"/>
                  </a:lnTo>
                  <a:lnTo>
                    <a:pt x="251100" y="502477"/>
                  </a:lnTo>
                  <a:lnTo>
                    <a:pt x="296259" y="498432"/>
                  </a:lnTo>
                  <a:lnTo>
                    <a:pt x="338752" y="486769"/>
                  </a:lnTo>
                  <a:lnTo>
                    <a:pt x="377874" y="468195"/>
                  </a:lnTo>
                  <a:lnTo>
                    <a:pt x="412917" y="443418"/>
                  </a:lnTo>
                  <a:lnTo>
                    <a:pt x="419969" y="436362"/>
                  </a:lnTo>
                  <a:lnTo>
                    <a:pt x="251100" y="436362"/>
                  </a:lnTo>
                  <a:lnTo>
                    <a:pt x="238132" y="433800"/>
                  </a:lnTo>
                  <a:lnTo>
                    <a:pt x="227642" y="426775"/>
                  </a:lnTo>
                  <a:lnTo>
                    <a:pt x="220621" y="416279"/>
                  </a:lnTo>
                  <a:lnTo>
                    <a:pt x="218061" y="403304"/>
                  </a:lnTo>
                  <a:lnTo>
                    <a:pt x="220621" y="390329"/>
                  </a:lnTo>
                  <a:lnTo>
                    <a:pt x="227642" y="379833"/>
                  </a:lnTo>
                  <a:lnTo>
                    <a:pt x="238132" y="372808"/>
                  </a:lnTo>
                  <a:lnTo>
                    <a:pt x="251100" y="370246"/>
                  </a:lnTo>
                  <a:lnTo>
                    <a:pt x="471654" y="370246"/>
                  </a:lnTo>
                  <a:lnTo>
                    <a:pt x="484196" y="343800"/>
                  </a:lnTo>
                  <a:lnTo>
                    <a:pt x="231276" y="343800"/>
                  </a:lnTo>
                  <a:lnTo>
                    <a:pt x="231276" y="244627"/>
                  </a:lnTo>
                  <a:lnTo>
                    <a:pt x="251100" y="244627"/>
                  </a:lnTo>
                  <a:lnTo>
                    <a:pt x="281135" y="239968"/>
                  </a:lnTo>
                  <a:lnTo>
                    <a:pt x="304046" y="226693"/>
                  </a:lnTo>
                  <a:lnTo>
                    <a:pt x="318656" y="205856"/>
                  </a:lnTo>
                  <a:lnTo>
                    <a:pt x="323787" y="178511"/>
                  </a:lnTo>
                  <a:lnTo>
                    <a:pt x="138766" y="178511"/>
                  </a:lnTo>
                  <a:lnTo>
                    <a:pt x="146840" y="132499"/>
                  </a:lnTo>
                  <a:lnTo>
                    <a:pt x="169658" y="97024"/>
                  </a:lnTo>
                  <a:lnTo>
                    <a:pt x="205113" y="74193"/>
                  </a:lnTo>
                  <a:lnTo>
                    <a:pt x="251100" y="66115"/>
                  </a:lnTo>
                  <a:lnTo>
                    <a:pt x="419969" y="66115"/>
                  </a:lnTo>
                  <a:lnTo>
                    <a:pt x="412917" y="59059"/>
                  </a:lnTo>
                  <a:lnTo>
                    <a:pt x="377874" y="34282"/>
                  </a:lnTo>
                  <a:lnTo>
                    <a:pt x="338752" y="15708"/>
                  </a:lnTo>
                  <a:lnTo>
                    <a:pt x="296259" y="4044"/>
                  </a:lnTo>
                  <a:lnTo>
                    <a:pt x="251100" y="0"/>
                  </a:lnTo>
                  <a:close/>
                </a:path>
                <a:path w="502284" h="502920" extrusionOk="0">
                  <a:moveTo>
                    <a:pt x="471654" y="370246"/>
                  </a:moveTo>
                  <a:lnTo>
                    <a:pt x="251100" y="370246"/>
                  </a:lnTo>
                  <a:lnTo>
                    <a:pt x="264068" y="372808"/>
                  </a:lnTo>
                  <a:lnTo>
                    <a:pt x="274558" y="379833"/>
                  </a:lnTo>
                  <a:lnTo>
                    <a:pt x="281579" y="390329"/>
                  </a:lnTo>
                  <a:lnTo>
                    <a:pt x="284140" y="403304"/>
                  </a:lnTo>
                  <a:lnTo>
                    <a:pt x="281579" y="416279"/>
                  </a:lnTo>
                  <a:lnTo>
                    <a:pt x="274558" y="426775"/>
                  </a:lnTo>
                  <a:lnTo>
                    <a:pt x="264068" y="433800"/>
                  </a:lnTo>
                  <a:lnTo>
                    <a:pt x="251100" y="436362"/>
                  </a:lnTo>
                  <a:lnTo>
                    <a:pt x="419969" y="436362"/>
                  </a:lnTo>
                  <a:lnTo>
                    <a:pt x="443174" y="413144"/>
                  </a:lnTo>
                  <a:lnTo>
                    <a:pt x="467937" y="378082"/>
                  </a:lnTo>
                  <a:lnTo>
                    <a:pt x="471654" y="370246"/>
                  </a:lnTo>
                  <a:close/>
                </a:path>
                <a:path w="502284" h="502920" extrusionOk="0">
                  <a:moveTo>
                    <a:pt x="419969" y="66115"/>
                  </a:moveTo>
                  <a:lnTo>
                    <a:pt x="251100" y="66115"/>
                  </a:lnTo>
                  <a:lnTo>
                    <a:pt x="295136" y="74844"/>
                  </a:lnTo>
                  <a:lnTo>
                    <a:pt x="330808" y="98759"/>
                  </a:lnTo>
                  <a:lnTo>
                    <a:pt x="354710" y="134452"/>
                  </a:lnTo>
                  <a:lnTo>
                    <a:pt x="363435" y="178511"/>
                  </a:lnTo>
                  <a:lnTo>
                    <a:pt x="356785" y="217426"/>
                  </a:lnTo>
                  <a:lnTo>
                    <a:pt x="337994" y="248842"/>
                  </a:lnTo>
                  <a:lnTo>
                    <a:pt x="308795" y="271207"/>
                  </a:lnTo>
                  <a:lnTo>
                    <a:pt x="270924" y="282974"/>
                  </a:lnTo>
                  <a:lnTo>
                    <a:pt x="270924" y="343800"/>
                  </a:lnTo>
                  <a:lnTo>
                    <a:pt x="484196" y="343800"/>
                  </a:lnTo>
                  <a:lnTo>
                    <a:pt x="486501" y="338939"/>
                  </a:lnTo>
                  <a:lnTo>
                    <a:pt x="498158" y="296422"/>
                  </a:lnTo>
                  <a:lnTo>
                    <a:pt x="502201" y="251238"/>
                  </a:lnTo>
                  <a:lnTo>
                    <a:pt x="498158" y="206055"/>
                  </a:lnTo>
                  <a:lnTo>
                    <a:pt x="486501" y="163538"/>
                  </a:lnTo>
                  <a:lnTo>
                    <a:pt x="467937" y="124395"/>
                  </a:lnTo>
                  <a:lnTo>
                    <a:pt x="443174" y="89333"/>
                  </a:lnTo>
                  <a:lnTo>
                    <a:pt x="419969" y="66115"/>
                  </a:lnTo>
                  <a:close/>
                </a:path>
                <a:path w="502284" h="502920" extrusionOk="0">
                  <a:moveTo>
                    <a:pt x="251100" y="105784"/>
                  </a:moveTo>
                  <a:lnTo>
                    <a:pt x="220508" y="110733"/>
                  </a:lnTo>
                  <a:lnTo>
                    <a:pt x="197659" y="125040"/>
                  </a:lnTo>
                  <a:lnTo>
                    <a:pt x="183359" y="147902"/>
                  </a:lnTo>
                  <a:lnTo>
                    <a:pt x="178413" y="178511"/>
                  </a:lnTo>
                  <a:lnTo>
                    <a:pt x="323787" y="178511"/>
                  </a:lnTo>
                  <a:lnTo>
                    <a:pt x="318284" y="149575"/>
                  </a:lnTo>
                  <a:lnTo>
                    <a:pt x="303055" y="126528"/>
                  </a:lnTo>
                  <a:lnTo>
                    <a:pt x="280020" y="111290"/>
                  </a:lnTo>
                  <a:lnTo>
                    <a:pt x="251100" y="105784"/>
                  </a:lnTo>
                  <a:close/>
                </a:path>
              </a:pathLst>
            </a:custGeom>
            <a:solidFill>
              <a:srgbClr val="B497C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Shape 968"/>
        <p:cNvGrpSpPr/>
        <p:nvPr/>
      </p:nvGrpSpPr>
      <p:grpSpPr>
        <a:xfrm>
          <a:off x="0" y="0"/>
          <a:ext cx="0" cy="0"/>
          <a:chOff x="0" y="0"/>
          <a:chExt cx="0" cy="0"/>
        </a:xfrm>
      </p:grpSpPr>
      <p:sp>
        <p:nvSpPr>
          <p:cNvPr id="969" name="Google Shape;969;p38" descr="$PPTXTitle"/>
          <p:cNvSpPr txBox="1">
            <a:spLocks noGrp="1"/>
          </p:cNvSpPr>
          <p:nvPr>
            <p:ph type="title"/>
          </p:nvPr>
        </p:nvSpPr>
        <p:spPr>
          <a:xfrm>
            <a:off x="561212" y="334133"/>
            <a:ext cx="6958965" cy="522740"/>
          </a:xfrm>
          <a:prstGeom prst="rect">
            <a:avLst/>
          </a:prstGeom>
          <a:solidFill>
            <a:srgbClr val="00CC99">
              <a:alpha val="49803"/>
            </a:srgbClr>
          </a:solidFill>
          <a:ln>
            <a:noFill/>
          </a:ln>
        </p:spPr>
        <p:txBody>
          <a:bodyPr spcFirstLastPara="1" wrap="square" lIns="0" tIns="75700" rIns="0" bIns="0" anchor="ctr" anchorCtr="0">
            <a:spAutoFit/>
          </a:bodyPr>
          <a:lstStyle/>
          <a:p>
            <a:pPr marL="68104" lvl="0" indent="0" algn="l" rtl="0">
              <a:lnSpc>
                <a:spcPct val="100000"/>
              </a:lnSpc>
              <a:spcBef>
                <a:spcPts val="596"/>
              </a:spcBef>
              <a:spcAft>
                <a:spcPts val="0"/>
              </a:spcAft>
              <a:buSzPts val="1800"/>
              <a:buNone/>
            </a:pPr>
            <a:r>
              <a:rPr lang="en" sz="2400">
                <a:solidFill>
                  <a:srgbClr val="000000"/>
                </a:solidFill>
              </a:rPr>
              <a:t>The Importance of a Good Research Question</a:t>
            </a:r>
            <a:endParaRPr sz="2400"/>
          </a:p>
        </p:txBody>
      </p:sp>
      <p:sp>
        <p:nvSpPr>
          <p:cNvPr id="970" name="Google Shape;970;p38"/>
          <p:cNvSpPr/>
          <p:nvPr/>
        </p:nvSpPr>
        <p:spPr>
          <a:xfrm>
            <a:off x="444628" y="2760345"/>
            <a:ext cx="7894796" cy="711041"/>
          </a:xfrm>
          <a:custGeom>
            <a:avLst/>
            <a:gdLst/>
            <a:ahLst/>
            <a:cxnLst/>
            <a:rect l="l" t="t" r="r" b="b"/>
            <a:pathLst>
              <a:path w="10526395" h="948054" extrusionOk="0">
                <a:moveTo>
                  <a:pt x="10526268" y="0"/>
                </a:moveTo>
                <a:lnTo>
                  <a:pt x="0" y="0"/>
                </a:lnTo>
                <a:lnTo>
                  <a:pt x="0" y="947927"/>
                </a:lnTo>
                <a:lnTo>
                  <a:pt x="10526268" y="947927"/>
                </a:lnTo>
                <a:lnTo>
                  <a:pt x="10526268" y="0"/>
                </a:lnTo>
                <a:close/>
              </a:path>
            </a:pathLst>
          </a:custGeom>
          <a:solidFill>
            <a:srgbClr val="B497C7">
              <a:alpha val="5254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71" name="Google Shape;971;p38"/>
          <p:cNvSpPr txBox="1"/>
          <p:nvPr/>
        </p:nvSpPr>
        <p:spPr>
          <a:xfrm>
            <a:off x="523684" y="2749010"/>
            <a:ext cx="7723823" cy="686406"/>
          </a:xfrm>
          <a:prstGeom prst="rect">
            <a:avLst/>
          </a:prstGeom>
          <a:noFill/>
          <a:ln>
            <a:noFill/>
          </a:ln>
        </p:spPr>
        <p:txBody>
          <a:bodyPr spcFirstLastPara="1" wrap="square" lIns="0" tIns="67625" rIns="0" bIns="0" anchor="t" anchorCtr="0">
            <a:spAutoFit/>
          </a:bodyPr>
          <a:lstStyle/>
          <a:p>
            <a:pPr marL="53816"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RQ: </a:t>
            </a:r>
            <a:r>
              <a:rPr lang="en" sz="1800" b="0" i="0" u="none" strike="noStrike" cap="none">
                <a:solidFill>
                  <a:srgbClr val="000000"/>
                </a:solidFill>
                <a:latin typeface="Arial"/>
                <a:ea typeface="Arial"/>
                <a:cs typeface="Arial"/>
                <a:sym typeface="Arial"/>
              </a:rPr>
              <a:t>To what extent does incorporating </a:t>
            </a:r>
            <a:r>
              <a:rPr lang="en" sz="1800" b="0" i="0" u="sng" strike="noStrike" cap="none">
                <a:solidFill>
                  <a:srgbClr val="000000"/>
                </a:solidFill>
                <a:latin typeface="Arial"/>
                <a:ea typeface="Arial"/>
                <a:cs typeface="Arial"/>
                <a:sym typeface="Arial"/>
              </a:rPr>
              <a:t>social stories</a:t>
            </a:r>
            <a:r>
              <a:rPr lang="en" sz="1800" b="0" i="0" u="none" strike="noStrike" cap="none">
                <a:solidFill>
                  <a:srgbClr val="000000"/>
                </a:solidFill>
                <a:latin typeface="Arial"/>
                <a:ea typeface="Arial"/>
                <a:cs typeface="Arial"/>
                <a:sym typeface="Arial"/>
              </a:rPr>
              <a:t> in lessons improve the</a:t>
            </a:r>
            <a:endParaRPr sz="1800" b="0" i="0" u="none" strike="noStrike" cap="none">
              <a:solidFill>
                <a:srgbClr val="000000"/>
              </a:solidFill>
              <a:latin typeface="Arial"/>
              <a:ea typeface="Arial"/>
              <a:cs typeface="Arial"/>
              <a:sym typeface="Arial"/>
            </a:endParaRPr>
          </a:p>
          <a:p>
            <a:pPr marL="9525" marR="0" lvl="0" indent="0" algn="l" rtl="0">
              <a:lnSpc>
                <a:spcPct val="100000"/>
              </a:lnSpc>
              <a:spcBef>
                <a:spcPts val="458"/>
              </a:spcBef>
              <a:spcAft>
                <a:spcPts val="0"/>
              </a:spcAft>
              <a:buNone/>
            </a:pPr>
            <a:r>
              <a:rPr lang="en" sz="1800" b="0" i="0" u="sng" strike="noStrike" cap="none">
                <a:solidFill>
                  <a:srgbClr val="000000"/>
                </a:solidFill>
                <a:latin typeface="Arial"/>
                <a:ea typeface="Arial"/>
                <a:cs typeface="Arial"/>
                <a:sym typeface="Arial"/>
              </a:rPr>
              <a:t> K2 children’s</a:t>
            </a:r>
            <a:r>
              <a:rPr lang="en" sz="1800" b="0" i="0" u="none" strike="noStrike" cap="none">
                <a:solidFill>
                  <a:srgbClr val="000000"/>
                </a:solidFill>
                <a:latin typeface="Arial"/>
                <a:ea typeface="Arial"/>
                <a:cs typeface="Arial"/>
                <a:sym typeface="Arial"/>
              </a:rPr>
              <a:t> ability to interact </a:t>
            </a:r>
            <a:r>
              <a:rPr lang="en" sz="1800" b="0" i="0" u="sng" strike="noStrike" cap="none">
                <a:solidFill>
                  <a:srgbClr val="000000"/>
                </a:solidFill>
                <a:latin typeface="Arial"/>
                <a:ea typeface="Arial"/>
                <a:cs typeface="Arial"/>
                <a:sym typeface="Arial"/>
              </a:rPr>
              <a:t>effectively and appropriately</a:t>
            </a:r>
            <a:r>
              <a:rPr lang="en" sz="1800" b="0" i="0" u="none" strike="noStrike" cap="none">
                <a:solidFill>
                  <a:srgbClr val="000000"/>
                </a:solidFill>
                <a:latin typeface="Arial"/>
                <a:ea typeface="Arial"/>
                <a:cs typeface="Arial"/>
                <a:sym typeface="Arial"/>
              </a:rPr>
              <a:t> with their peers?</a:t>
            </a:r>
            <a:endParaRPr sz="1800" b="0" i="0" u="none" strike="noStrike" cap="none">
              <a:solidFill>
                <a:srgbClr val="000000"/>
              </a:solidFill>
              <a:latin typeface="Arial"/>
              <a:ea typeface="Arial"/>
              <a:cs typeface="Arial"/>
              <a:sym typeface="Arial"/>
            </a:endParaRPr>
          </a:p>
        </p:txBody>
      </p:sp>
      <p:sp>
        <p:nvSpPr>
          <p:cNvPr id="972" name="Google Shape;972;p38"/>
          <p:cNvSpPr txBox="1"/>
          <p:nvPr/>
        </p:nvSpPr>
        <p:spPr>
          <a:xfrm>
            <a:off x="621183" y="1122711"/>
            <a:ext cx="7873841" cy="563616"/>
          </a:xfrm>
          <a:prstGeom prst="rect">
            <a:avLst/>
          </a:prstGeom>
          <a:noFill/>
          <a:ln>
            <a:noFill/>
          </a:ln>
        </p:spPr>
        <p:txBody>
          <a:bodyPr spcFirstLastPara="1" wrap="square" lIns="0" tIns="9525" rIns="0" bIns="0" anchor="t" anchorCtr="0">
            <a:spAutoFit/>
          </a:bodyPr>
          <a:lstStyle/>
          <a:p>
            <a:pPr marL="315754" marR="3810" lvl="0" indent="-306705"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A good research question helps the team to define what exactly what they are trying to find out, and influence the steps taken to conduct the research.</a:t>
            </a:r>
            <a:endParaRPr sz="1800" b="0" i="0" u="none" strike="noStrike" cap="none">
              <a:solidFill>
                <a:srgbClr val="000000"/>
              </a:solidFill>
              <a:latin typeface="Arial"/>
              <a:ea typeface="Arial"/>
              <a:cs typeface="Arial"/>
              <a:sym typeface="Arial"/>
            </a:endParaRPr>
          </a:p>
        </p:txBody>
      </p:sp>
      <p:sp>
        <p:nvSpPr>
          <p:cNvPr id="973" name="Google Shape;973;p38"/>
          <p:cNvSpPr/>
          <p:nvPr/>
        </p:nvSpPr>
        <p:spPr>
          <a:xfrm>
            <a:off x="4799361" y="2274189"/>
            <a:ext cx="62389" cy="559594"/>
          </a:xfrm>
          <a:custGeom>
            <a:avLst/>
            <a:gdLst/>
            <a:ahLst/>
            <a:cxnLst/>
            <a:rect l="l" t="t" r="r" b="b"/>
            <a:pathLst>
              <a:path w="83185" h="746125" extrusionOk="0">
                <a:moveTo>
                  <a:pt x="83058" y="0"/>
                </a:moveTo>
                <a:lnTo>
                  <a:pt x="0" y="746125"/>
                </a:lnTo>
              </a:path>
            </a:pathLst>
          </a:custGeom>
          <a:noFill/>
          <a:ln w="66675" cap="flat" cmpd="sng">
            <a:solidFill>
              <a:srgbClr val="3366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74" name="Google Shape;974;p38"/>
          <p:cNvSpPr txBox="1"/>
          <p:nvPr/>
        </p:nvSpPr>
        <p:spPr>
          <a:xfrm>
            <a:off x="4972050" y="1882521"/>
            <a:ext cx="4030504" cy="667489"/>
          </a:xfrm>
          <a:prstGeom prst="rect">
            <a:avLst/>
          </a:prstGeom>
          <a:noFill/>
          <a:ln w="66675" cap="flat" cmpd="sng">
            <a:solidFill>
              <a:srgbClr val="3366FF"/>
            </a:solidFill>
            <a:prstDash val="solid"/>
            <a:round/>
            <a:headEnd type="none" w="sm" len="sm"/>
            <a:tailEnd type="none" w="sm" len="sm"/>
          </a:ln>
        </p:spPr>
        <p:txBody>
          <a:bodyPr spcFirstLastPara="1" wrap="square" lIns="0" tIns="43800" rIns="0" bIns="0" anchor="t" anchorCtr="0">
            <a:spAutoFit/>
          </a:bodyPr>
          <a:lstStyle/>
          <a:p>
            <a:pPr marL="774858" marR="250031" lvl="0" indent="0" algn="ctr" rtl="0">
              <a:lnSpc>
                <a:spcPct val="100000"/>
              </a:lnSpc>
              <a:spcBef>
                <a:spcPts val="0"/>
              </a:spcBef>
              <a:spcAft>
                <a:spcPts val="0"/>
              </a:spcAft>
              <a:buNone/>
            </a:pPr>
            <a:r>
              <a:rPr lang="en" sz="1350" b="0" i="0" u="none" strike="noStrike" cap="none">
                <a:solidFill>
                  <a:srgbClr val="1F487C"/>
                </a:solidFill>
                <a:latin typeface="Arial"/>
                <a:ea typeface="Arial"/>
                <a:cs typeface="Arial"/>
                <a:sym typeface="Arial"/>
              </a:rPr>
              <a:t>Are there any other strategies that are used in lesson during the research, and would influence/affect the results?</a:t>
            </a:r>
            <a:endParaRPr sz="1350" b="0" i="0" u="none" strike="noStrike" cap="none">
              <a:solidFill>
                <a:srgbClr val="000000"/>
              </a:solidFill>
              <a:latin typeface="Arial"/>
              <a:ea typeface="Arial"/>
              <a:cs typeface="Arial"/>
              <a:sym typeface="Arial"/>
            </a:endParaRPr>
          </a:p>
        </p:txBody>
      </p:sp>
      <p:grpSp>
        <p:nvGrpSpPr>
          <p:cNvPr id="975" name="Google Shape;975;p38"/>
          <p:cNvGrpSpPr/>
          <p:nvPr/>
        </p:nvGrpSpPr>
        <p:grpSpPr>
          <a:xfrm>
            <a:off x="645985" y="1936251"/>
            <a:ext cx="4863380" cy="1837363"/>
            <a:chOff x="861313" y="2581668"/>
            <a:chExt cx="6484506" cy="2449817"/>
          </a:xfrm>
        </p:grpSpPr>
        <p:pic>
          <p:nvPicPr>
            <p:cNvPr id="976" name="Google Shape;976;p38"/>
            <p:cNvPicPr preferRelativeResize="0"/>
            <p:nvPr/>
          </p:nvPicPr>
          <p:blipFill rotWithShape="1">
            <a:blip r:embed="rId3">
              <a:alphaModFix/>
            </a:blip>
            <a:srcRect/>
            <a:stretch/>
          </p:blipFill>
          <p:spPr>
            <a:xfrm>
              <a:off x="6782456" y="2847364"/>
              <a:ext cx="163580" cy="173287"/>
            </a:xfrm>
            <a:prstGeom prst="rect">
              <a:avLst/>
            </a:prstGeom>
            <a:noFill/>
            <a:ln>
              <a:noFill/>
            </a:ln>
          </p:spPr>
        </p:pic>
        <p:sp>
          <p:nvSpPr>
            <p:cNvPr id="977" name="Google Shape;977;p38"/>
            <p:cNvSpPr/>
            <p:nvPr/>
          </p:nvSpPr>
          <p:spPr>
            <a:xfrm>
              <a:off x="6918773" y="3178535"/>
              <a:ext cx="327660" cy="173355"/>
            </a:xfrm>
            <a:custGeom>
              <a:avLst/>
              <a:gdLst/>
              <a:ahLst/>
              <a:cxnLst/>
              <a:rect l="l" t="t" r="r" b="b"/>
              <a:pathLst>
                <a:path w="327659" h="173354" extrusionOk="0">
                  <a:moveTo>
                    <a:pt x="163580" y="0"/>
                  </a:moveTo>
                  <a:lnTo>
                    <a:pt x="112781" y="6559"/>
                  </a:lnTo>
                  <a:lnTo>
                    <a:pt x="75119" y="18794"/>
                  </a:lnTo>
                  <a:lnTo>
                    <a:pt x="35013" y="39071"/>
                  </a:lnTo>
                  <a:lnTo>
                    <a:pt x="4353" y="67290"/>
                  </a:lnTo>
                  <a:lnTo>
                    <a:pt x="0" y="86643"/>
                  </a:lnTo>
                  <a:lnTo>
                    <a:pt x="0" y="173286"/>
                  </a:lnTo>
                  <a:lnTo>
                    <a:pt x="327160" y="173287"/>
                  </a:lnTo>
                  <a:lnTo>
                    <a:pt x="327160" y="86643"/>
                  </a:lnTo>
                  <a:lnTo>
                    <a:pt x="310802" y="51986"/>
                  </a:lnTo>
                  <a:lnTo>
                    <a:pt x="272914" y="27115"/>
                  </a:lnTo>
                  <a:lnTo>
                    <a:pt x="214313" y="6913"/>
                  </a:lnTo>
                  <a:lnTo>
                    <a:pt x="163580" y="0"/>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78" name="Google Shape;978;p38"/>
            <p:cNvPicPr preferRelativeResize="0"/>
            <p:nvPr/>
          </p:nvPicPr>
          <p:blipFill rotWithShape="1">
            <a:blip r:embed="rId4">
              <a:alphaModFix/>
            </a:blip>
            <a:srcRect/>
            <a:stretch/>
          </p:blipFill>
          <p:spPr>
            <a:xfrm>
              <a:off x="7000563" y="2982143"/>
              <a:ext cx="163580" cy="173287"/>
            </a:xfrm>
            <a:prstGeom prst="rect">
              <a:avLst/>
            </a:prstGeom>
            <a:noFill/>
            <a:ln>
              <a:noFill/>
            </a:ln>
          </p:spPr>
        </p:pic>
        <p:sp>
          <p:nvSpPr>
            <p:cNvPr id="979" name="Google Shape;979;p38"/>
            <p:cNvSpPr/>
            <p:nvPr/>
          </p:nvSpPr>
          <p:spPr>
            <a:xfrm>
              <a:off x="6700659" y="2581668"/>
              <a:ext cx="645160" cy="635635"/>
            </a:xfrm>
            <a:custGeom>
              <a:avLst/>
              <a:gdLst/>
              <a:ahLst/>
              <a:cxnLst/>
              <a:rect l="l" t="t" r="r" b="b"/>
              <a:pathLst>
                <a:path w="645159" h="635635" extrusionOk="0">
                  <a:moveTo>
                    <a:pt x="296265" y="573773"/>
                  </a:moveTo>
                  <a:lnTo>
                    <a:pt x="282486" y="555345"/>
                  </a:lnTo>
                  <a:lnTo>
                    <a:pt x="272288" y="534708"/>
                  </a:lnTo>
                  <a:lnTo>
                    <a:pt x="265899" y="512419"/>
                  </a:lnTo>
                  <a:lnTo>
                    <a:pt x="263550" y="489051"/>
                  </a:lnTo>
                  <a:lnTo>
                    <a:pt x="263550" y="485203"/>
                  </a:lnTo>
                  <a:lnTo>
                    <a:pt x="247396" y="478777"/>
                  </a:lnTo>
                  <a:lnTo>
                    <a:pt x="214312" y="469011"/>
                  </a:lnTo>
                  <a:lnTo>
                    <a:pt x="197561" y="465531"/>
                  </a:lnTo>
                  <a:lnTo>
                    <a:pt x="180632" y="463219"/>
                  </a:lnTo>
                  <a:lnTo>
                    <a:pt x="163576" y="462089"/>
                  </a:lnTo>
                  <a:lnTo>
                    <a:pt x="146481" y="462864"/>
                  </a:lnTo>
                  <a:lnTo>
                    <a:pt x="96329" y="473646"/>
                  </a:lnTo>
                  <a:lnTo>
                    <a:pt x="54902" y="490664"/>
                  </a:lnTo>
                  <a:lnTo>
                    <a:pt x="16357" y="514083"/>
                  </a:lnTo>
                  <a:lnTo>
                    <a:pt x="0" y="548741"/>
                  </a:lnTo>
                  <a:lnTo>
                    <a:pt x="0" y="635381"/>
                  </a:lnTo>
                  <a:lnTo>
                    <a:pt x="196291" y="635381"/>
                  </a:lnTo>
                  <a:lnTo>
                    <a:pt x="200799" y="628688"/>
                  </a:lnTo>
                  <a:lnTo>
                    <a:pt x="206336" y="622820"/>
                  </a:lnTo>
                  <a:lnTo>
                    <a:pt x="212648" y="618058"/>
                  </a:lnTo>
                  <a:lnTo>
                    <a:pt x="232283" y="604405"/>
                  </a:lnTo>
                  <a:lnTo>
                    <a:pt x="252818" y="592442"/>
                  </a:lnTo>
                  <a:lnTo>
                    <a:pt x="274180" y="582218"/>
                  </a:lnTo>
                  <a:lnTo>
                    <a:pt x="296265" y="573773"/>
                  </a:lnTo>
                  <a:close/>
                </a:path>
                <a:path w="645159" h="635635" extrusionOk="0">
                  <a:moveTo>
                    <a:pt x="644702" y="20294"/>
                  </a:moveTo>
                  <a:lnTo>
                    <a:pt x="643216" y="12433"/>
                  </a:lnTo>
                  <a:lnTo>
                    <a:pt x="639140" y="5994"/>
                  </a:lnTo>
                  <a:lnTo>
                    <a:pt x="633107" y="1638"/>
                  </a:lnTo>
                  <a:lnTo>
                    <a:pt x="625690" y="0"/>
                  </a:lnTo>
                  <a:lnTo>
                    <a:pt x="515454" y="0"/>
                  </a:lnTo>
                  <a:lnTo>
                    <a:pt x="515454" y="101269"/>
                  </a:lnTo>
                  <a:lnTo>
                    <a:pt x="515454" y="102806"/>
                  </a:lnTo>
                  <a:lnTo>
                    <a:pt x="512127" y="125082"/>
                  </a:lnTo>
                  <a:lnTo>
                    <a:pt x="501751" y="143954"/>
                  </a:lnTo>
                  <a:lnTo>
                    <a:pt x="485736" y="157721"/>
                  </a:lnTo>
                  <a:lnTo>
                    <a:pt x="472655" y="162179"/>
                  </a:lnTo>
                  <a:lnTo>
                    <a:pt x="472655" y="231051"/>
                  </a:lnTo>
                  <a:lnTo>
                    <a:pt x="471220" y="239356"/>
                  </a:lnTo>
                  <a:lnTo>
                    <a:pt x="467029" y="246202"/>
                  </a:lnTo>
                  <a:lnTo>
                    <a:pt x="460730" y="250875"/>
                  </a:lnTo>
                  <a:lnTo>
                    <a:pt x="452932" y="252704"/>
                  </a:lnTo>
                  <a:lnTo>
                    <a:pt x="452475" y="252704"/>
                  </a:lnTo>
                  <a:lnTo>
                    <a:pt x="444627" y="251028"/>
                  </a:lnTo>
                  <a:lnTo>
                    <a:pt x="438213" y="246443"/>
                  </a:lnTo>
                  <a:lnTo>
                    <a:pt x="433895" y="239649"/>
                  </a:lnTo>
                  <a:lnTo>
                    <a:pt x="432308" y="231330"/>
                  </a:lnTo>
                  <a:lnTo>
                    <a:pt x="433895" y="223012"/>
                  </a:lnTo>
                  <a:lnTo>
                    <a:pt x="438213" y="216217"/>
                  </a:lnTo>
                  <a:lnTo>
                    <a:pt x="444627" y="211645"/>
                  </a:lnTo>
                  <a:lnTo>
                    <a:pt x="452475" y="209956"/>
                  </a:lnTo>
                  <a:lnTo>
                    <a:pt x="460311" y="211645"/>
                  </a:lnTo>
                  <a:lnTo>
                    <a:pt x="466712" y="216217"/>
                  </a:lnTo>
                  <a:lnTo>
                    <a:pt x="470992" y="222821"/>
                  </a:lnTo>
                  <a:lnTo>
                    <a:pt x="472655" y="231051"/>
                  </a:lnTo>
                  <a:lnTo>
                    <a:pt x="472655" y="162179"/>
                  </a:lnTo>
                  <a:lnTo>
                    <a:pt x="465480" y="164617"/>
                  </a:lnTo>
                  <a:lnTo>
                    <a:pt x="465480" y="194945"/>
                  </a:lnTo>
                  <a:lnTo>
                    <a:pt x="439572" y="194945"/>
                  </a:lnTo>
                  <a:lnTo>
                    <a:pt x="439572" y="138239"/>
                  </a:lnTo>
                  <a:lnTo>
                    <a:pt x="452475" y="138239"/>
                  </a:lnTo>
                  <a:lnTo>
                    <a:pt x="467779" y="135724"/>
                  </a:lnTo>
                  <a:lnTo>
                    <a:pt x="479475" y="128574"/>
                  </a:lnTo>
                  <a:lnTo>
                    <a:pt x="486930" y="117411"/>
                  </a:lnTo>
                  <a:lnTo>
                    <a:pt x="489127" y="105219"/>
                  </a:lnTo>
                  <a:lnTo>
                    <a:pt x="489559" y="102806"/>
                  </a:lnTo>
                  <a:lnTo>
                    <a:pt x="486956" y="87769"/>
                  </a:lnTo>
                  <a:lnTo>
                    <a:pt x="479374" y="75387"/>
                  </a:lnTo>
                  <a:lnTo>
                    <a:pt x="467956" y="66916"/>
                  </a:lnTo>
                  <a:lnTo>
                    <a:pt x="453859" y="63627"/>
                  </a:lnTo>
                  <a:lnTo>
                    <a:pt x="452475" y="63627"/>
                  </a:lnTo>
                  <a:lnTo>
                    <a:pt x="415493" y="96151"/>
                  </a:lnTo>
                  <a:lnTo>
                    <a:pt x="415302" y="98374"/>
                  </a:lnTo>
                  <a:lnTo>
                    <a:pt x="415353" y="101269"/>
                  </a:lnTo>
                  <a:lnTo>
                    <a:pt x="415493" y="102806"/>
                  </a:lnTo>
                  <a:lnTo>
                    <a:pt x="415493" y="105219"/>
                  </a:lnTo>
                  <a:lnTo>
                    <a:pt x="389597" y="105219"/>
                  </a:lnTo>
                  <a:lnTo>
                    <a:pt x="389597" y="102806"/>
                  </a:lnTo>
                  <a:lnTo>
                    <a:pt x="404482" y="57200"/>
                  </a:lnTo>
                  <a:lnTo>
                    <a:pt x="445465" y="36093"/>
                  </a:lnTo>
                  <a:lnTo>
                    <a:pt x="447802" y="35941"/>
                  </a:lnTo>
                  <a:lnTo>
                    <a:pt x="450138" y="35941"/>
                  </a:lnTo>
                  <a:lnTo>
                    <a:pt x="496709" y="54876"/>
                  </a:lnTo>
                  <a:lnTo>
                    <a:pt x="515454" y="101269"/>
                  </a:lnTo>
                  <a:lnTo>
                    <a:pt x="515454" y="0"/>
                  </a:lnTo>
                  <a:lnTo>
                    <a:pt x="282448" y="0"/>
                  </a:lnTo>
                  <a:lnTo>
                    <a:pt x="275056" y="1638"/>
                  </a:lnTo>
                  <a:lnTo>
                    <a:pt x="269036" y="5994"/>
                  </a:lnTo>
                  <a:lnTo>
                    <a:pt x="264998" y="12433"/>
                  </a:lnTo>
                  <a:lnTo>
                    <a:pt x="263550" y="20294"/>
                  </a:lnTo>
                  <a:lnTo>
                    <a:pt x="263601" y="268490"/>
                  </a:lnTo>
                  <a:lnTo>
                    <a:pt x="264896" y="276110"/>
                  </a:lnTo>
                  <a:lnTo>
                    <a:pt x="268871" y="282613"/>
                  </a:lnTo>
                  <a:lnTo>
                    <a:pt x="274980" y="287159"/>
                  </a:lnTo>
                  <a:lnTo>
                    <a:pt x="275247" y="287159"/>
                  </a:lnTo>
                  <a:lnTo>
                    <a:pt x="282257" y="288810"/>
                  </a:lnTo>
                  <a:lnTo>
                    <a:pt x="336981" y="288810"/>
                  </a:lnTo>
                  <a:lnTo>
                    <a:pt x="336981" y="370065"/>
                  </a:lnTo>
                  <a:lnTo>
                    <a:pt x="412318" y="288810"/>
                  </a:lnTo>
                  <a:lnTo>
                    <a:pt x="625690" y="288810"/>
                  </a:lnTo>
                  <a:lnTo>
                    <a:pt x="633107" y="287159"/>
                  </a:lnTo>
                  <a:lnTo>
                    <a:pt x="639140" y="282790"/>
                  </a:lnTo>
                  <a:lnTo>
                    <a:pt x="643216" y="276352"/>
                  </a:lnTo>
                  <a:lnTo>
                    <a:pt x="644702" y="268490"/>
                  </a:lnTo>
                  <a:lnTo>
                    <a:pt x="644702" y="252704"/>
                  </a:lnTo>
                  <a:lnTo>
                    <a:pt x="644702" y="209956"/>
                  </a:lnTo>
                  <a:lnTo>
                    <a:pt x="644702" y="194945"/>
                  </a:lnTo>
                  <a:lnTo>
                    <a:pt x="644702" y="35941"/>
                  </a:lnTo>
                  <a:lnTo>
                    <a:pt x="644702" y="20294"/>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980" name="Google Shape;980;p38"/>
            <p:cNvSpPr/>
            <p:nvPr/>
          </p:nvSpPr>
          <p:spPr>
            <a:xfrm>
              <a:off x="861313" y="4578095"/>
              <a:ext cx="6351270" cy="453390"/>
            </a:xfrm>
            <a:custGeom>
              <a:avLst/>
              <a:gdLst/>
              <a:ahLst/>
              <a:cxnLst/>
              <a:rect l="l" t="t" r="r" b="b"/>
              <a:pathLst>
                <a:path w="6351270" h="453389" extrusionOk="0">
                  <a:moveTo>
                    <a:pt x="0" y="452881"/>
                  </a:moveTo>
                  <a:lnTo>
                    <a:pt x="559308" y="23621"/>
                  </a:lnTo>
                </a:path>
                <a:path w="6351270" h="453389" extrusionOk="0">
                  <a:moveTo>
                    <a:pt x="5755513" y="430021"/>
                  </a:moveTo>
                  <a:lnTo>
                    <a:pt x="6351270" y="0"/>
                  </a:lnTo>
                </a:path>
              </a:pathLst>
            </a:custGeom>
            <a:noFill/>
            <a:ln w="66675" cap="flat" cmpd="sng">
              <a:solidFill>
                <a:srgbClr val="3366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981" name="Google Shape;981;p38"/>
          <p:cNvSpPr txBox="1"/>
          <p:nvPr/>
        </p:nvSpPr>
        <p:spPr>
          <a:xfrm>
            <a:off x="372618" y="3814191"/>
            <a:ext cx="4031456" cy="875720"/>
          </a:xfrm>
          <a:prstGeom prst="rect">
            <a:avLst/>
          </a:prstGeom>
          <a:noFill/>
          <a:ln w="66675" cap="flat" cmpd="sng">
            <a:solidFill>
              <a:srgbClr val="3366FF"/>
            </a:solidFill>
            <a:prstDash val="solid"/>
            <a:round/>
            <a:headEnd type="none" w="sm" len="sm"/>
            <a:tailEnd type="none" w="sm" len="sm"/>
          </a:ln>
        </p:spPr>
        <p:txBody>
          <a:bodyPr spcFirstLastPara="1" wrap="square" lIns="0" tIns="44275" rIns="0" bIns="0" anchor="t" anchorCtr="0">
            <a:spAutoFit/>
          </a:bodyPr>
          <a:lstStyle/>
          <a:p>
            <a:pPr marL="883444" marR="361474" lvl="0" indent="0" algn="ctr" rtl="0">
              <a:lnSpc>
                <a:spcPct val="100000"/>
              </a:lnSpc>
              <a:spcBef>
                <a:spcPts val="0"/>
              </a:spcBef>
              <a:spcAft>
                <a:spcPts val="0"/>
              </a:spcAft>
              <a:buNone/>
            </a:pPr>
            <a:r>
              <a:rPr lang="en" sz="1350" b="0" i="0" u="none" strike="noStrike" cap="none">
                <a:solidFill>
                  <a:srgbClr val="1F487C"/>
                </a:solidFill>
                <a:latin typeface="Arial"/>
                <a:ea typeface="Arial"/>
                <a:cs typeface="Arial"/>
                <a:sym typeface="Arial"/>
              </a:rPr>
              <a:t>Should the strategies be applied to a wider group e.g. lower primary children? Any prerequisites for the group?</a:t>
            </a:r>
            <a:endParaRPr sz="1350" b="0" i="0" u="none" strike="noStrike" cap="none">
              <a:solidFill>
                <a:srgbClr val="000000"/>
              </a:solidFill>
              <a:latin typeface="Arial"/>
              <a:ea typeface="Arial"/>
              <a:cs typeface="Arial"/>
              <a:sym typeface="Arial"/>
            </a:endParaRPr>
          </a:p>
        </p:txBody>
      </p:sp>
      <p:grpSp>
        <p:nvGrpSpPr>
          <p:cNvPr id="982" name="Google Shape;982;p38"/>
          <p:cNvGrpSpPr/>
          <p:nvPr/>
        </p:nvGrpSpPr>
        <p:grpSpPr>
          <a:xfrm>
            <a:off x="427206" y="3867921"/>
            <a:ext cx="483870" cy="577666"/>
            <a:chOff x="569607" y="5157228"/>
            <a:chExt cx="645160" cy="770222"/>
          </a:xfrm>
        </p:grpSpPr>
        <p:pic>
          <p:nvPicPr>
            <p:cNvPr id="983" name="Google Shape;983;p38"/>
            <p:cNvPicPr preferRelativeResize="0"/>
            <p:nvPr/>
          </p:nvPicPr>
          <p:blipFill rotWithShape="1">
            <a:blip r:embed="rId3">
              <a:alphaModFix/>
            </a:blip>
            <a:srcRect/>
            <a:stretch/>
          </p:blipFill>
          <p:spPr>
            <a:xfrm>
              <a:off x="651404" y="5422924"/>
              <a:ext cx="163580" cy="173287"/>
            </a:xfrm>
            <a:prstGeom prst="rect">
              <a:avLst/>
            </a:prstGeom>
            <a:noFill/>
            <a:ln>
              <a:noFill/>
            </a:ln>
          </p:spPr>
        </p:pic>
        <p:sp>
          <p:nvSpPr>
            <p:cNvPr id="984" name="Google Shape;984;p38"/>
            <p:cNvSpPr/>
            <p:nvPr/>
          </p:nvSpPr>
          <p:spPr>
            <a:xfrm>
              <a:off x="787721" y="5754095"/>
              <a:ext cx="327660" cy="173355"/>
            </a:xfrm>
            <a:custGeom>
              <a:avLst/>
              <a:gdLst/>
              <a:ahLst/>
              <a:cxnLst/>
              <a:rect l="l" t="t" r="r" b="b"/>
              <a:pathLst>
                <a:path w="327659" h="173354" extrusionOk="0">
                  <a:moveTo>
                    <a:pt x="163580" y="0"/>
                  </a:moveTo>
                  <a:lnTo>
                    <a:pt x="112782" y="6559"/>
                  </a:lnTo>
                  <a:lnTo>
                    <a:pt x="75119" y="18794"/>
                  </a:lnTo>
                  <a:lnTo>
                    <a:pt x="35013" y="39071"/>
                  </a:lnTo>
                  <a:lnTo>
                    <a:pt x="4353" y="67290"/>
                  </a:lnTo>
                  <a:lnTo>
                    <a:pt x="0" y="86643"/>
                  </a:lnTo>
                  <a:lnTo>
                    <a:pt x="0" y="173287"/>
                  </a:lnTo>
                  <a:lnTo>
                    <a:pt x="327160" y="173287"/>
                  </a:lnTo>
                  <a:lnTo>
                    <a:pt x="327160" y="86643"/>
                  </a:lnTo>
                  <a:lnTo>
                    <a:pt x="310802" y="51986"/>
                  </a:lnTo>
                  <a:lnTo>
                    <a:pt x="272915" y="27115"/>
                  </a:lnTo>
                  <a:lnTo>
                    <a:pt x="214313" y="6913"/>
                  </a:lnTo>
                  <a:lnTo>
                    <a:pt x="163580" y="0"/>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85" name="Google Shape;985;p38"/>
            <p:cNvPicPr preferRelativeResize="0"/>
            <p:nvPr/>
          </p:nvPicPr>
          <p:blipFill rotWithShape="1">
            <a:blip r:embed="rId3">
              <a:alphaModFix/>
            </a:blip>
            <a:srcRect/>
            <a:stretch/>
          </p:blipFill>
          <p:spPr>
            <a:xfrm>
              <a:off x="869511" y="5557703"/>
              <a:ext cx="163580" cy="173287"/>
            </a:xfrm>
            <a:prstGeom prst="rect">
              <a:avLst/>
            </a:prstGeom>
            <a:noFill/>
            <a:ln>
              <a:noFill/>
            </a:ln>
          </p:spPr>
        </p:pic>
        <p:sp>
          <p:nvSpPr>
            <p:cNvPr id="986" name="Google Shape;986;p38"/>
            <p:cNvSpPr/>
            <p:nvPr/>
          </p:nvSpPr>
          <p:spPr>
            <a:xfrm>
              <a:off x="569607" y="5157228"/>
              <a:ext cx="645160" cy="635635"/>
            </a:xfrm>
            <a:custGeom>
              <a:avLst/>
              <a:gdLst/>
              <a:ahLst/>
              <a:cxnLst/>
              <a:rect l="l" t="t" r="r" b="b"/>
              <a:pathLst>
                <a:path w="645160" h="635635" extrusionOk="0">
                  <a:moveTo>
                    <a:pt x="296265" y="573773"/>
                  </a:moveTo>
                  <a:lnTo>
                    <a:pt x="282486" y="555345"/>
                  </a:lnTo>
                  <a:lnTo>
                    <a:pt x="272288" y="534708"/>
                  </a:lnTo>
                  <a:lnTo>
                    <a:pt x="265899" y="512419"/>
                  </a:lnTo>
                  <a:lnTo>
                    <a:pt x="263550" y="489051"/>
                  </a:lnTo>
                  <a:lnTo>
                    <a:pt x="263550" y="485203"/>
                  </a:lnTo>
                  <a:lnTo>
                    <a:pt x="247396" y="478777"/>
                  </a:lnTo>
                  <a:lnTo>
                    <a:pt x="214312" y="469011"/>
                  </a:lnTo>
                  <a:lnTo>
                    <a:pt x="197561" y="465531"/>
                  </a:lnTo>
                  <a:lnTo>
                    <a:pt x="180632" y="463219"/>
                  </a:lnTo>
                  <a:lnTo>
                    <a:pt x="163576" y="462089"/>
                  </a:lnTo>
                  <a:lnTo>
                    <a:pt x="146481" y="462864"/>
                  </a:lnTo>
                  <a:lnTo>
                    <a:pt x="96329" y="473646"/>
                  </a:lnTo>
                  <a:lnTo>
                    <a:pt x="54902" y="490664"/>
                  </a:lnTo>
                  <a:lnTo>
                    <a:pt x="16357" y="514083"/>
                  </a:lnTo>
                  <a:lnTo>
                    <a:pt x="0" y="548741"/>
                  </a:lnTo>
                  <a:lnTo>
                    <a:pt x="0" y="635381"/>
                  </a:lnTo>
                  <a:lnTo>
                    <a:pt x="196291" y="635381"/>
                  </a:lnTo>
                  <a:lnTo>
                    <a:pt x="200799" y="628688"/>
                  </a:lnTo>
                  <a:lnTo>
                    <a:pt x="206336" y="622820"/>
                  </a:lnTo>
                  <a:lnTo>
                    <a:pt x="212648" y="618058"/>
                  </a:lnTo>
                  <a:lnTo>
                    <a:pt x="232283" y="604405"/>
                  </a:lnTo>
                  <a:lnTo>
                    <a:pt x="252818" y="592442"/>
                  </a:lnTo>
                  <a:lnTo>
                    <a:pt x="274180" y="582218"/>
                  </a:lnTo>
                  <a:lnTo>
                    <a:pt x="296265" y="573773"/>
                  </a:lnTo>
                  <a:close/>
                </a:path>
                <a:path w="645160" h="635635" extrusionOk="0">
                  <a:moveTo>
                    <a:pt x="644702" y="20294"/>
                  </a:moveTo>
                  <a:lnTo>
                    <a:pt x="643216" y="12433"/>
                  </a:lnTo>
                  <a:lnTo>
                    <a:pt x="639140" y="5994"/>
                  </a:lnTo>
                  <a:lnTo>
                    <a:pt x="633107" y="1638"/>
                  </a:lnTo>
                  <a:lnTo>
                    <a:pt x="625690" y="0"/>
                  </a:lnTo>
                  <a:lnTo>
                    <a:pt x="515454" y="0"/>
                  </a:lnTo>
                  <a:lnTo>
                    <a:pt x="515454" y="101269"/>
                  </a:lnTo>
                  <a:lnTo>
                    <a:pt x="515454" y="102806"/>
                  </a:lnTo>
                  <a:lnTo>
                    <a:pt x="512127" y="125082"/>
                  </a:lnTo>
                  <a:lnTo>
                    <a:pt x="501751" y="143954"/>
                  </a:lnTo>
                  <a:lnTo>
                    <a:pt x="485736" y="157721"/>
                  </a:lnTo>
                  <a:lnTo>
                    <a:pt x="472655" y="162179"/>
                  </a:lnTo>
                  <a:lnTo>
                    <a:pt x="472655" y="231051"/>
                  </a:lnTo>
                  <a:lnTo>
                    <a:pt x="471220" y="239356"/>
                  </a:lnTo>
                  <a:lnTo>
                    <a:pt x="467029" y="246202"/>
                  </a:lnTo>
                  <a:lnTo>
                    <a:pt x="460730" y="250875"/>
                  </a:lnTo>
                  <a:lnTo>
                    <a:pt x="452932" y="252704"/>
                  </a:lnTo>
                  <a:lnTo>
                    <a:pt x="452488" y="252704"/>
                  </a:lnTo>
                  <a:lnTo>
                    <a:pt x="444627" y="251028"/>
                  </a:lnTo>
                  <a:lnTo>
                    <a:pt x="438213" y="246443"/>
                  </a:lnTo>
                  <a:lnTo>
                    <a:pt x="433895" y="239649"/>
                  </a:lnTo>
                  <a:lnTo>
                    <a:pt x="432308" y="231330"/>
                  </a:lnTo>
                  <a:lnTo>
                    <a:pt x="433895" y="223012"/>
                  </a:lnTo>
                  <a:lnTo>
                    <a:pt x="438213" y="216217"/>
                  </a:lnTo>
                  <a:lnTo>
                    <a:pt x="444627" y="211645"/>
                  </a:lnTo>
                  <a:lnTo>
                    <a:pt x="452488" y="209956"/>
                  </a:lnTo>
                  <a:lnTo>
                    <a:pt x="460311" y="211645"/>
                  </a:lnTo>
                  <a:lnTo>
                    <a:pt x="466712" y="216217"/>
                  </a:lnTo>
                  <a:lnTo>
                    <a:pt x="470992" y="222821"/>
                  </a:lnTo>
                  <a:lnTo>
                    <a:pt x="472655" y="231051"/>
                  </a:lnTo>
                  <a:lnTo>
                    <a:pt x="472655" y="162179"/>
                  </a:lnTo>
                  <a:lnTo>
                    <a:pt x="465480" y="164617"/>
                  </a:lnTo>
                  <a:lnTo>
                    <a:pt x="465480" y="194945"/>
                  </a:lnTo>
                  <a:lnTo>
                    <a:pt x="439572" y="194945"/>
                  </a:lnTo>
                  <a:lnTo>
                    <a:pt x="439572" y="138239"/>
                  </a:lnTo>
                  <a:lnTo>
                    <a:pt x="452488" y="138239"/>
                  </a:lnTo>
                  <a:lnTo>
                    <a:pt x="467779" y="135724"/>
                  </a:lnTo>
                  <a:lnTo>
                    <a:pt x="479475" y="128574"/>
                  </a:lnTo>
                  <a:lnTo>
                    <a:pt x="486930" y="117398"/>
                  </a:lnTo>
                  <a:lnTo>
                    <a:pt x="489127" y="105219"/>
                  </a:lnTo>
                  <a:lnTo>
                    <a:pt x="489559" y="102806"/>
                  </a:lnTo>
                  <a:lnTo>
                    <a:pt x="486956" y="87769"/>
                  </a:lnTo>
                  <a:lnTo>
                    <a:pt x="479374" y="75387"/>
                  </a:lnTo>
                  <a:lnTo>
                    <a:pt x="467956" y="66916"/>
                  </a:lnTo>
                  <a:lnTo>
                    <a:pt x="453859" y="63627"/>
                  </a:lnTo>
                  <a:lnTo>
                    <a:pt x="452488" y="63627"/>
                  </a:lnTo>
                  <a:lnTo>
                    <a:pt x="415493" y="96151"/>
                  </a:lnTo>
                  <a:lnTo>
                    <a:pt x="415302" y="98374"/>
                  </a:lnTo>
                  <a:lnTo>
                    <a:pt x="415353" y="101269"/>
                  </a:lnTo>
                  <a:lnTo>
                    <a:pt x="415493" y="102806"/>
                  </a:lnTo>
                  <a:lnTo>
                    <a:pt x="415493" y="105219"/>
                  </a:lnTo>
                  <a:lnTo>
                    <a:pt x="389597" y="105219"/>
                  </a:lnTo>
                  <a:lnTo>
                    <a:pt x="389597" y="102806"/>
                  </a:lnTo>
                  <a:lnTo>
                    <a:pt x="404482" y="57200"/>
                  </a:lnTo>
                  <a:lnTo>
                    <a:pt x="445465" y="36093"/>
                  </a:lnTo>
                  <a:lnTo>
                    <a:pt x="447802" y="35941"/>
                  </a:lnTo>
                  <a:lnTo>
                    <a:pt x="450138" y="35941"/>
                  </a:lnTo>
                  <a:lnTo>
                    <a:pt x="496709" y="54876"/>
                  </a:lnTo>
                  <a:lnTo>
                    <a:pt x="515454" y="101269"/>
                  </a:lnTo>
                  <a:lnTo>
                    <a:pt x="515454" y="0"/>
                  </a:lnTo>
                  <a:lnTo>
                    <a:pt x="282448" y="0"/>
                  </a:lnTo>
                  <a:lnTo>
                    <a:pt x="275056" y="1638"/>
                  </a:lnTo>
                  <a:lnTo>
                    <a:pt x="269036" y="5994"/>
                  </a:lnTo>
                  <a:lnTo>
                    <a:pt x="264998" y="12433"/>
                  </a:lnTo>
                  <a:lnTo>
                    <a:pt x="263550" y="20294"/>
                  </a:lnTo>
                  <a:lnTo>
                    <a:pt x="263601" y="268490"/>
                  </a:lnTo>
                  <a:lnTo>
                    <a:pt x="264909" y="276110"/>
                  </a:lnTo>
                  <a:lnTo>
                    <a:pt x="268871" y="282613"/>
                  </a:lnTo>
                  <a:lnTo>
                    <a:pt x="274980" y="287159"/>
                  </a:lnTo>
                  <a:lnTo>
                    <a:pt x="275247" y="287159"/>
                  </a:lnTo>
                  <a:lnTo>
                    <a:pt x="282257" y="288810"/>
                  </a:lnTo>
                  <a:lnTo>
                    <a:pt x="336981" y="288810"/>
                  </a:lnTo>
                  <a:lnTo>
                    <a:pt x="336981" y="370065"/>
                  </a:lnTo>
                  <a:lnTo>
                    <a:pt x="412318" y="288810"/>
                  </a:lnTo>
                  <a:lnTo>
                    <a:pt x="625690" y="288810"/>
                  </a:lnTo>
                  <a:lnTo>
                    <a:pt x="633107" y="287159"/>
                  </a:lnTo>
                  <a:lnTo>
                    <a:pt x="639140" y="282790"/>
                  </a:lnTo>
                  <a:lnTo>
                    <a:pt x="643216" y="276352"/>
                  </a:lnTo>
                  <a:lnTo>
                    <a:pt x="644702" y="268490"/>
                  </a:lnTo>
                  <a:lnTo>
                    <a:pt x="644702" y="252704"/>
                  </a:lnTo>
                  <a:lnTo>
                    <a:pt x="644702" y="209956"/>
                  </a:lnTo>
                  <a:lnTo>
                    <a:pt x="644702" y="194945"/>
                  </a:lnTo>
                  <a:lnTo>
                    <a:pt x="644702" y="35941"/>
                  </a:lnTo>
                  <a:lnTo>
                    <a:pt x="644702" y="20294"/>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987" name="Google Shape;987;p38"/>
          <p:cNvSpPr txBox="1"/>
          <p:nvPr/>
        </p:nvSpPr>
        <p:spPr>
          <a:xfrm>
            <a:off x="4671442" y="3797046"/>
            <a:ext cx="4294346" cy="668933"/>
          </a:xfrm>
          <a:prstGeom prst="rect">
            <a:avLst/>
          </a:prstGeom>
          <a:noFill/>
          <a:ln w="66675" cap="flat" cmpd="sng">
            <a:solidFill>
              <a:srgbClr val="3366FF"/>
            </a:solidFill>
            <a:prstDash val="solid"/>
            <a:round/>
            <a:headEnd type="none" w="sm" len="sm"/>
            <a:tailEnd type="none" w="sm" len="sm"/>
          </a:ln>
        </p:spPr>
        <p:txBody>
          <a:bodyPr spcFirstLastPara="1" wrap="square" lIns="0" tIns="45225" rIns="0" bIns="0" anchor="t" anchorCtr="0">
            <a:spAutoFit/>
          </a:bodyPr>
          <a:lstStyle/>
          <a:p>
            <a:pPr marL="913448" marR="356235" lvl="0" indent="0" algn="ctr" rtl="0">
              <a:lnSpc>
                <a:spcPct val="100000"/>
              </a:lnSpc>
              <a:spcBef>
                <a:spcPts val="0"/>
              </a:spcBef>
              <a:spcAft>
                <a:spcPts val="0"/>
              </a:spcAft>
              <a:buNone/>
            </a:pPr>
            <a:r>
              <a:rPr lang="en" sz="1350" b="0" i="0" u="none" strike="noStrike" cap="none">
                <a:solidFill>
                  <a:srgbClr val="1F487C"/>
                </a:solidFill>
                <a:latin typeface="Arial"/>
                <a:ea typeface="Arial"/>
                <a:cs typeface="Arial"/>
                <a:sym typeface="Arial"/>
              </a:rPr>
              <a:t>What are the indicators to show that the interaction is effective and appropriate?</a:t>
            </a:r>
            <a:endParaRPr sz="1350" b="0" i="0" u="none" strike="noStrike" cap="none">
              <a:solidFill>
                <a:srgbClr val="000000"/>
              </a:solidFill>
              <a:latin typeface="Arial"/>
              <a:ea typeface="Arial"/>
              <a:cs typeface="Arial"/>
              <a:sym typeface="Arial"/>
            </a:endParaRPr>
          </a:p>
          <a:p>
            <a:pPr marL="552450" marR="0" lvl="0" indent="0" algn="ctr" rtl="0">
              <a:lnSpc>
                <a:spcPct val="100000"/>
              </a:lnSpc>
              <a:spcBef>
                <a:spcPts val="0"/>
              </a:spcBef>
              <a:spcAft>
                <a:spcPts val="0"/>
              </a:spcAft>
              <a:buNone/>
            </a:pPr>
            <a:r>
              <a:rPr lang="en" sz="1350" b="0" i="0" u="none" strike="noStrike" cap="none">
                <a:solidFill>
                  <a:srgbClr val="1F487C"/>
                </a:solidFill>
                <a:latin typeface="Arial"/>
                <a:ea typeface="Arial"/>
                <a:cs typeface="Arial"/>
                <a:sym typeface="Arial"/>
              </a:rPr>
              <a:t>Number of conflicts? Use of polite phrases?</a:t>
            </a:r>
            <a:endParaRPr sz="1350" b="0" i="0" u="none" strike="noStrike" cap="none">
              <a:solidFill>
                <a:srgbClr val="000000"/>
              </a:solidFill>
              <a:latin typeface="Arial"/>
              <a:ea typeface="Arial"/>
              <a:cs typeface="Arial"/>
              <a:sym typeface="Arial"/>
            </a:endParaRPr>
          </a:p>
        </p:txBody>
      </p:sp>
      <p:grpSp>
        <p:nvGrpSpPr>
          <p:cNvPr id="988" name="Google Shape;988;p38"/>
          <p:cNvGrpSpPr/>
          <p:nvPr/>
        </p:nvGrpSpPr>
        <p:grpSpPr>
          <a:xfrm>
            <a:off x="4728505" y="3851919"/>
            <a:ext cx="515303" cy="577666"/>
            <a:chOff x="6304674" y="5135892"/>
            <a:chExt cx="687070" cy="770222"/>
          </a:xfrm>
        </p:grpSpPr>
        <p:pic>
          <p:nvPicPr>
            <p:cNvPr id="989" name="Google Shape;989;p38"/>
            <p:cNvPicPr preferRelativeResize="0"/>
            <p:nvPr/>
          </p:nvPicPr>
          <p:blipFill rotWithShape="1">
            <a:blip r:embed="rId5">
              <a:alphaModFix/>
            </a:blip>
            <a:srcRect/>
            <a:stretch/>
          </p:blipFill>
          <p:spPr>
            <a:xfrm>
              <a:off x="6391835" y="5401588"/>
              <a:ext cx="174310" cy="173287"/>
            </a:xfrm>
            <a:prstGeom prst="rect">
              <a:avLst/>
            </a:prstGeom>
            <a:noFill/>
            <a:ln>
              <a:noFill/>
            </a:ln>
          </p:spPr>
        </p:pic>
        <p:sp>
          <p:nvSpPr>
            <p:cNvPr id="990" name="Google Shape;990;p38"/>
            <p:cNvSpPr/>
            <p:nvPr/>
          </p:nvSpPr>
          <p:spPr>
            <a:xfrm>
              <a:off x="6537094" y="5732759"/>
              <a:ext cx="348615" cy="173355"/>
            </a:xfrm>
            <a:custGeom>
              <a:avLst/>
              <a:gdLst/>
              <a:ahLst/>
              <a:cxnLst/>
              <a:rect l="l" t="t" r="r" b="b"/>
              <a:pathLst>
                <a:path w="348615" h="173354" extrusionOk="0">
                  <a:moveTo>
                    <a:pt x="174310" y="0"/>
                  </a:moveTo>
                  <a:lnTo>
                    <a:pt x="120180" y="6559"/>
                  </a:lnTo>
                  <a:lnTo>
                    <a:pt x="80046" y="18794"/>
                  </a:lnTo>
                  <a:lnTo>
                    <a:pt x="37310" y="39071"/>
                  </a:lnTo>
                  <a:lnTo>
                    <a:pt x="4639" y="67290"/>
                  </a:lnTo>
                  <a:lnTo>
                    <a:pt x="0" y="86643"/>
                  </a:lnTo>
                  <a:lnTo>
                    <a:pt x="0" y="173287"/>
                  </a:lnTo>
                  <a:lnTo>
                    <a:pt x="348621" y="173287"/>
                  </a:lnTo>
                  <a:lnTo>
                    <a:pt x="348621" y="86643"/>
                  </a:lnTo>
                  <a:lnTo>
                    <a:pt x="331189" y="51986"/>
                  </a:lnTo>
                  <a:lnTo>
                    <a:pt x="290817" y="27115"/>
                  </a:lnTo>
                  <a:lnTo>
                    <a:pt x="228371" y="6913"/>
                  </a:lnTo>
                  <a:lnTo>
                    <a:pt x="174310" y="0"/>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991" name="Google Shape;991;p38"/>
            <p:cNvPicPr preferRelativeResize="0"/>
            <p:nvPr/>
          </p:nvPicPr>
          <p:blipFill rotWithShape="1">
            <a:blip r:embed="rId5">
              <a:alphaModFix/>
            </a:blip>
            <a:srcRect/>
            <a:stretch/>
          </p:blipFill>
          <p:spPr>
            <a:xfrm>
              <a:off x="6624249" y="5536367"/>
              <a:ext cx="174310" cy="173287"/>
            </a:xfrm>
            <a:prstGeom prst="rect">
              <a:avLst/>
            </a:prstGeom>
            <a:noFill/>
            <a:ln>
              <a:noFill/>
            </a:ln>
          </p:spPr>
        </p:pic>
        <p:sp>
          <p:nvSpPr>
            <p:cNvPr id="992" name="Google Shape;992;p38"/>
            <p:cNvSpPr/>
            <p:nvPr/>
          </p:nvSpPr>
          <p:spPr>
            <a:xfrm>
              <a:off x="6304674" y="5135892"/>
              <a:ext cx="687070" cy="635635"/>
            </a:xfrm>
            <a:custGeom>
              <a:avLst/>
              <a:gdLst/>
              <a:ahLst/>
              <a:cxnLst/>
              <a:rect l="l" t="t" r="r" b="b"/>
              <a:pathLst>
                <a:path w="687070" h="635635" extrusionOk="0">
                  <a:moveTo>
                    <a:pt x="315696" y="573773"/>
                  </a:moveTo>
                  <a:lnTo>
                    <a:pt x="301015" y="555345"/>
                  </a:lnTo>
                  <a:lnTo>
                    <a:pt x="290144" y="534708"/>
                  </a:lnTo>
                  <a:lnTo>
                    <a:pt x="283349" y="512419"/>
                  </a:lnTo>
                  <a:lnTo>
                    <a:pt x="280835" y="489051"/>
                  </a:lnTo>
                  <a:lnTo>
                    <a:pt x="280835" y="485203"/>
                  </a:lnTo>
                  <a:lnTo>
                    <a:pt x="263626" y="478777"/>
                  </a:lnTo>
                  <a:lnTo>
                    <a:pt x="228371" y="469011"/>
                  </a:lnTo>
                  <a:lnTo>
                    <a:pt x="210527" y="465531"/>
                  </a:lnTo>
                  <a:lnTo>
                    <a:pt x="192481" y="463219"/>
                  </a:lnTo>
                  <a:lnTo>
                    <a:pt x="174307" y="462089"/>
                  </a:lnTo>
                  <a:lnTo>
                    <a:pt x="156095" y="462864"/>
                  </a:lnTo>
                  <a:lnTo>
                    <a:pt x="102654" y="473646"/>
                  </a:lnTo>
                  <a:lnTo>
                    <a:pt x="58508" y="490664"/>
                  </a:lnTo>
                  <a:lnTo>
                    <a:pt x="17437" y="514083"/>
                  </a:lnTo>
                  <a:lnTo>
                    <a:pt x="0" y="548741"/>
                  </a:lnTo>
                  <a:lnTo>
                    <a:pt x="0" y="635381"/>
                  </a:lnTo>
                  <a:lnTo>
                    <a:pt x="209169" y="635381"/>
                  </a:lnTo>
                  <a:lnTo>
                    <a:pt x="213969" y="628688"/>
                  </a:lnTo>
                  <a:lnTo>
                    <a:pt x="219862" y="622820"/>
                  </a:lnTo>
                  <a:lnTo>
                    <a:pt x="226606" y="618058"/>
                  </a:lnTo>
                  <a:lnTo>
                    <a:pt x="247523" y="604405"/>
                  </a:lnTo>
                  <a:lnTo>
                    <a:pt x="269405" y="592442"/>
                  </a:lnTo>
                  <a:lnTo>
                    <a:pt x="292163" y="582218"/>
                  </a:lnTo>
                  <a:lnTo>
                    <a:pt x="315696" y="573773"/>
                  </a:lnTo>
                  <a:close/>
                </a:path>
                <a:path w="687070" h="635635" extrusionOk="0">
                  <a:moveTo>
                    <a:pt x="686993" y="20294"/>
                  </a:moveTo>
                  <a:lnTo>
                    <a:pt x="685406" y="12433"/>
                  </a:lnTo>
                  <a:lnTo>
                    <a:pt x="681062" y="5994"/>
                  </a:lnTo>
                  <a:lnTo>
                    <a:pt x="674636" y="1638"/>
                  </a:lnTo>
                  <a:lnTo>
                    <a:pt x="666737" y="0"/>
                  </a:lnTo>
                  <a:lnTo>
                    <a:pt x="549275" y="0"/>
                  </a:lnTo>
                  <a:lnTo>
                    <a:pt x="549275" y="101269"/>
                  </a:lnTo>
                  <a:lnTo>
                    <a:pt x="549275" y="102806"/>
                  </a:lnTo>
                  <a:lnTo>
                    <a:pt x="545731" y="125082"/>
                  </a:lnTo>
                  <a:lnTo>
                    <a:pt x="534670" y="143954"/>
                  </a:lnTo>
                  <a:lnTo>
                    <a:pt x="517601" y="157721"/>
                  </a:lnTo>
                  <a:lnTo>
                    <a:pt x="503656" y="162179"/>
                  </a:lnTo>
                  <a:lnTo>
                    <a:pt x="503656" y="231051"/>
                  </a:lnTo>
                  <a:lnTo>
                    <a:pt x="502132" y="239356"/>
                  </a:lnTo>
                  <a:lnTo>
                    <a:pt x="497662" y="246202"/>
                  </a:lnTo>
                  <a:lnTo>
                    <a:pt x="490943" y="250875"/>
                  </a:lnTo>
                  <a:lnTo>
                    <a:pt x="482650" y="252704"/>
                  </a:lnTo>
                  <a:lnTo>
                    <a:pt x="482168" y="252704"/>
                  </a:lnTo>
                  <a:lnTo>
                    <a:pt x="473798" y="251028"/>
                  </a:lnTo>
                  <a:lnTo>
                    <a:pt x="466966" y="246443"/>
                  </a:lnTo>
                  <a:lnTo>
                    <a:pt x="462356" y="239649"/>
                  </a:lnTo>
                  <a:lnTo>
                    <a:pt x="460667" y="231330"/>
                  </a:lnTo>
                  <a:lnTo>
                    <a:pt x="462356" y="223012"/>
                  </a:lnTo>
                  <a:lnTo>
                    <a:pt x="466966" y="216217"/>
                  </a:lnTo>
                  <a:lnTo>
                    <a:pt x="473798" y="211645"/>
                  </a:lnTo>
                  <a:lnTo>
                    <a:pt x="482168" y="209956"/>
                  </a:lnTo>
                  <a:lnTo>
                    <a:pt x="490499" y="211645"/>
                  </a:lnTo>
                  <a:lnTo>
                    <a:pt x="497332" y="216217"/>
                  </a:lnTo>
                  <a:lnTo>
                    <a:pt x="501891" y="222821"/>
                  </a:lnTo>
                  <a:lnTo>
                    <a:pt x="503656" y="231051"/>
                  </a:lnTo>
                  <a:lnTo>
                    <a:pt x="503656" y="162179"/>
                  </a:lnTo>
                  <a:lnTo>
                    <a:pt x="496011" y="164617"/>
                  </a:lnTo>
                  <a:lnTo>
                    <a:pt x="496011" y="194945"/>
                  </a:lnTo>
                  <a:lnTo>
                    <a:pt x="468414" y="194945"/>
                  </a:lnTo>
                  <a:lnTo>
                    <a:pt x="468414" y="138239"/>
                  </a:lnTo>
                  <a:lnTo>
                    <a:pt x="482168" y="138239"/>
                  </a:lnTo>
                  <a:lnTo>
                    <a:pt x="498462" y="135724"/>
                  </a:lnTo>
                  <a:lnTo>
                    <a:pt x="510921" y="128574"/>
                  </a:lnTo>
                  <a:lnTo>
                    <a:pt x="518871" y="117398"/>
                  </a:lnTo>
                  <a:lnTo>
                    <a:pt x="521208" y="105219"/>
                  </a:lnTo>
                  <a:lnTo>
                    <a:pt x="521677" y="102806"/>
                  </a:lnTo>
                  <a:lnTo>
                    <a:pt x="518896" y="87769"/>
                  </a:lnTo>
                  <a:lnTo>
                    <a:pt x="510819" y="75387"/>
                  </a:lnTo>
                  <a:lnTo>
                    <a:pt x="498652" y="66916"/>
                  </a:lnTo>
                  <a:lnTo>
                    <a:pt x="483628" y="63627"/>
                  </a:lnTo>
                  <a:lnTo>
                    <a:pt x="482168" y="63627"/>
                  </a:lnTo>
                  <a:lnTo>
                    <a:pt x="446887" y="82461"/>
                  </a:lnTo>
                  <a:lnTo>
                    <a:pt x="442544" y="98374"/>
                  </a:lnTo>
                  <a:lnTo>
                    <a:pt x="442607" y="101269"/>
                  </a:lnTo>
                  <a:lnTo>
                    <a:pt x="442747" y="102806"/>
                  </a:lnTo>
                  <a:lnTo>
                    <a:pt x="442747" y="105219"/>
                  </a:lnTo>
                  <a:lnTo>
                    <a:pt x="415150" y="105219"/>
                  </a:lnTo>
                  <a:lnTo>
                    <a:pt x="415150" y="102806"/>
                  </a:lnTo>
                  <a:lnTo>
                    <a:pt x="431012" y="57200"/>
                  </a:lnTo>
                  <a:lnTo>
                    <a:pt x="474675" y="36093"/>
                  </a:lnTo>
                  <a:lnTo>
                    <a:pt x="477177" y="35941"/>
                  </a:lnTo>
                  <a:lnTo>
                    <a:pt x="479666" y="35941"/>
                  </a:lnTo>
                  <a:lnTo>
                    <a:pt x="529297" y="54876"/>
                  </a:lnTo>
                  <a:lnTo>
                    <a:pt x="549275" y="101269"/>
                  </a:lnTo>
                  <a:lnTo>
                    <a:pt x="549275" y="0"/>
                  </a:lnTo>
                  <a:lnTo>
                    <a:pt x="300977" y="0"/>
                  </a:lnTo>
                  <a:lnTo>
                    <a:pt x="293103" y="1638"/>
                  </a:lnTo>
                  <a:lnTo>
                    <a:pt x="286689" y="5994"/>
                  </a:lnTo>
                  <a:lnTo>
                    <a:pt x="282384" y="12433"/>
                  </a:lnTo>
                  <a:lnTo>
                    <a:pt x="280835" y="20294"/>
                  </a:lnTo>
                  <a:lnTo>
                    <a:pt x="280885" y="268490"/>
                  </a:lnTo>
                  <a:lnTo>
                    <a:pt x="282282" y="276110"/>
                  </a:lnTo>
                  <a:lnTo>
                    <a:pt x="286512" y="282613"/>
                  </a:lnTo>
                  <a:lnTo>
                    <a:pt x="293014" y="287159"/>
                  </a:lnTo>
                  <a:lnTo>
                    <a:pt x="293293" y="287159"/>
                  </a:lnTo>
                  <a:lnTo>
                    <a:pt x="300774" y="288810"/>
                  </a:lnTo>
                  <a:lnTo>
                    <a:pt x="359079" y="288810"/>
                  </a:lnTo>
                  <a:lnTo>
                    <a:pt x="359079" y="370065"/>
                  </a:lnTo>
                  <a:lnTo>
                    <a:pt x="439356" y="288810"/>
                  </a:lnTo>
                  <a:lnTo>
                    <a:pt x="666737" y="288810"/>
                  </a:lnTo>
                  <a:lnTo>
                    <a:pt x="674636" y="287159"/>
                  </a:lnTo>
                  <a:lnTo>
                    <a:pt x="681062" y="282790"/>
                  </a:lnTo>
                  <a:lnTo>
                    <a:pt x="685406" y="276352"/>
                  </a:lnTo>
                  <a:lnTo>
                    <a:pt x="686993" y="268490"/>
                  </a:lnTo>
                  <a:lnTo>
                    <a:pt x="686993" y="252704"/>
                  </a:lnTo>
                  <a:lnTo>
                    <a:pt x="686993" y="209956"/>
                  </a:lnTo>
                  <a:lnTo>
                    <a:pt x="686993" y="194945"/>
                  </a:lnTo>
                  <a:lnTo>
                    <a:pt x="686993" y="35941"/>
                  </a:lnTo>
                  <a:lnTo>
                    <a:pt x="686993" y="20294"/>
                  </a:lnTo>
                  <a:close/>
                </a:path>
              </a:pathLst>
            </a:custGeom>
            <a:solidFill>
              <a:srgbClr val="4F81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996"/>
        <p:cNvGrpSpPr/>
        <p:nvPr/>
      </p:nvGrpSpPr>
      <p:grpSpPr>
        <a:xfrm>
          <a:off x="0" y="0"/>
          <a:ext cx="0" cy="0"/>
          <a:chOff x="0" y="0"/>
          <a:chExt cx="0" cy="0"/>
        </a:xfrm>
      </p:grpSpPr>
      <p:sp>
        <p:nvSpPr>
          <p:cNvPr id="997" name="Google Shape;997;p39"/>
          <p:cNvSpPr txBox="1"/>
          <p:nvPr/>
        </p:nvSpPr>
        <p:spPr>
          <a:xfrm>
            <a:off x="364616" y="1033559"/>
            <a:ext cx="4816717"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Format to consider — P.E.O</a:t>
            </a:r>
            <a:endParaRPr sz="1800" b="0" i="0" u="none" strike="noStrike" cap="none">
              <a:solidFill>
                <a:srgbClr val="000000"/>
              </a:solidFill>
              <a:latin typeface="Arial"/>
              <a:ea typeface="Arial"/>
              <a:cs typeface="Arial"/>
              <a:sym typeface="Arial"/>
            </a:endParaRPr>
          </a:p>
        </p:txBody>
      </p:sp>
      <p:sp>
        <p:nvSpPr>
          <p:cNvPr id="998" name="Google Shape;998;p39" descr="$PPTXTitle"/>
          <p:cNvSpPr txBox="1">
            <a:spLocks noGrp="1"/>
          </p:cNvSpPr>
          <p:nvPr>
            <p:ph type="title"/>
          </p:nvPr>
        </p:nvSpPr>
        <p:spPr>
          <a:xfrm>
            <a:off x="364616" y="296654"/>
            <a:ext cx="4655820" cy="522259"/>
          </a:xfrm>
          <a:prstGeom prst="rect">
            <a:avLst/>
          </a:prstGeom>
          <a:solidFill>
            <a:srgbClr val="00CC99">
              <a:alpha val="49803"/>
            </a:srgbClr>
          </a:solidFill>
          <a:ln>
            <a:noFill/>
          </a:ln>
        </p:spPr>
        <p:txBody>
          <a:bodyPr spcFirstLastPara="1" wrap="square" lIns="0" tIns="75225" rIns="0" bIns="0" anchor="ctr" anchorCtr="0">
            <a:spAutoFit/>
          </a:bodyPr>
          <a:lstStyle/>
          <a:p>
            <a:pPr marL="68104" lvl="0" indent="0" algn="l" rtl="0">
              <a:lnSpc>
                <a:spcPct val="100000"/>
              </a:lnSpc>
              <a:spcBef>
                <a:spcPts val="593"/>
              </a:spcBef>
              <a:spcAft>
                <a:spcPts val="0"/>
              </a:spcAft>
              <a:buSzPts val="1800"/>
              <a:buNone/>
            </a:pPr>
            <a:r>
              <a:rPr lang="en" sz="2400">
                <a:solidFill>
                  <a:srgbClr val="000000"/>
                </a:solidFill>
              </a:rPr>
              <a:t>Crafting a Research Question</a:t>
            </a:r>
            <a:endParaRPr sz="2400"/>
          </a:p>
        </p:txBody>
      </p:sp>
      <p:graphicFrame>
        <p:nvGraphicFramePr>
          <p:cNvPr id="999" name="Google Shape;999;p39"/>
          <p:cNvGraphicFramePr/>
          <p:nvPr/>
        </p:nvGraphicFramePr>
        <p:xfrm>
          <a:off x="364616" y="1686224"/>
          <a:ext cx="8301950" cy="3349375"/>
        </p:xfrm>
        <a:graphic>
          <a:graphicData uri="http://schemas.openxmlformats.org/drawingml/2006/table">
            <a:tbl>
              <a:tblPr firstRow="1" bandRow="1">
                <a:noFill/>
                <a:tableStyleId>{CB8AEC7B-01D3-4CE5-9A12-E9A011EEEF8E}</a:tableStyleId>
              </a:tblPr>
              <a:tblGrid>
                <a:gridCol w="2120950">
                  <a:extLst>
                    <a:ext uri="{9D8B030D-6E8A-4147-A177-3AD203B41FA5}">
                      <a16:colId xmlns:a16="http://schemas.microsoft.com/office/drawing/2014/main" val="20000"/>
                    </a:ext>
                  </a:extLst>
                </a:gridCol>
                <a:gridCol w="6181000">
                  <a:extLst>
                    <a:ext uri="{9D8B030D-6E8A-4147-A177-3AD203B41FA5}">
                      <a16:colId xmlns:a16="http://schemas.microsoft.com/office/drawing/2014/main" val="20001"/>
                    </a:ext>
                  </a:extLst>
                </a:gridCol>
              </a:tblGrid>
              <a:tr h="1065075">
                <a:tc>
                  <a:txBody>
                    <a:bodyPr/>
                    <a:lstStyle/>
                    <a:p>
                      <a:pPr marL="91440" marR="0" lvl="0" indent="0" algn="l" rtl="0">
                        <a:lnSpc>
                          <a:spcPct val="119722"/>
                        </a:lnSpc>
                        <a:spcBef>
                          <a:spcPts val="0"/>
                        </a:spcBef>
                        <a:spcAft>
                          <a:spcPts val="0"/>
                        </a:spcAft>
                        <a:buNone/>
                      </a:pPr>
                      <a:r>
                        <a:rPr lang="en" sz="3600" b="1" u="none" strike="noStrike" cap="none">
                          <a:latin typeface="Arial"/>
                          <a:ea typeface="Arial"/>
                          <a:cs typeface="Arial"/>
                          <a:sym typeface="Arial"/>
                        </a:rPr>
                        <a:t>P</a:t>
                      </a:r>
                      <a:r>
                        <a:rPr lang="en" sz="2000" u="none" strike="noStrike" cap="none">
                          <a:latin typeface="Arial"/>
                          <a:ea typeface="Arial"/>
                          <a:cs typeface="Arial"/>
                          <a:sym typeface="Arial"/>
                        </a:rPr>
                        <a:t>opulation/</a:t>
                      </a:r>
                      <a:endParaRPr sz="2000" u="none" strike="noStrike" cap="none">
                        <a:latin typeface="Arial"/>
                        <a:ea typeface="Arial"/>
                        <a:cs typeface="Arial"/>
                        <a:sym typeface="Arial"/>
                      </a:endParaRPr>
                    </a:p>
                    <a:p>
                      <a:pPr marL="91440" marR="0" lvl="0" indent="0" algn="l" rtl="0">
                        <a:lnSpc>
                          <a:spcPct val="119500"/>
                        </a:lnSpc>
                        <a:spcBef>
                          <a:spcPts val="0"/>
                        </a:spcBef>
                        <a:spcAft>
                          <a:spcPts val="0"/>
                        </a:spcAft>
                        <a:buNone/>
                      </a:pPr>
                      <a:r>
                        <a:rPr lang="en" sz="2000" u="none" strike="noStrike" cap="none">
                          <a:latin typeface="Arial"/>
                          <a:ea typeface="Arial"/>
                          <a:cs typeface="Arial"/>
                          <a:sym typeface="Arial"/>
                        </a:rPr>
                        <a:t>People/ Problem</a:t>
                      </a:r>
                      <a:endParaRPr sz="2000" u="none" strike="noStrike" cap="none">
                        <a:latin typeface="Arial"/>
                        <a:ea typeface="Arial"/>
                        <a:cs typeface="Arial"/>
                        <a:sym typeface="Arial"/>
                      </a:endParaRPr>
                    </a:p>
                  </a:txBody>
                  <a:tcPr marL="0" marR="0" marT="33650" marB="0">
                    <a:lnT w="12700" cap="flat" cmpd="sng">
                      <a:solidFill>
                        <a:srgbClr val="C0504D"/>
                      </a:solidFill>
                      <a:prstDash val="solid"/>
                      <a:round/>
                      <a:headEnd type="none" w="sm" len="sm"/>
                      <a:tailEnd type="none" w="sm" len="sm"/>
                    </a:lnT>
                  </a:tcPr>
                </a:tc>
                <a:tc>
                  <a:txBody>
                    <a:bodyPr/>
                    <a:lstStyle/>
                    <a:p>
                      <a:pPr marL="165735" marR="0" lvl="0" indent="0" algn="l" rtl="0">
                        <a:lnSpc>
                          <a:spcPct val="148500"/>
                        </a:lnSpc>
                        <a:spcBef>
                          <a:spcPts val="0"/>
                        </a:spcBef>
                        <a:spcAft>
                          <a:spcPts val="0"/>
                        </a:spcAft>
                        <a:buNone/>
                      </a:pPr>
                      <a:r>
                        <a:rPr lang="en" sz="2000" u="none" strike="noStrike" cap="none">
                          <a:latin typeface="Arial"/>
                          <a:ea typeface="Arial"/>
                          <a:cs typeface="Arial"/>
                          <a:sym typeface="Arial"/>
                        </a:rPr>
                        <a:t>e.g. P1 students	</a:t>
                      </a:r>
                      <a:endParaRPr/>
                    </a:p>
                  </a:txBody>
                  <a:tcPr marL="0" marR="0" marT="0" marB="0"/>
                </a:tc>
                <a:extLst>
                  <a:ext uri="{0D108BD9-81ED-4DB2-BD59-A6C34878D82A}">
                    <a16:rowId xmlns:a16="http://schemas.microsoft.com/office/drawing/2014/main" val="10000"/>
                  </a:ext>
                </a:extLst>
              </a:tr>
              <a:tr h="809200">
                <a:tc>
                  <a:txBody>
                    <a:bodyPr/>
                    <a:lstStyle/>
                    <a:p>
                      <a:pPr marL="91440" marR="0" lvl="0" indent="0" algn="l" rtl="0">
                        <a:lnSpc>
                          <a:spcPct val="100000"/>
                        </a:lnSpc>
                        <a:spcBef>
                          <a:spcPts val="0"/>
                        </a:spcBef>
                        <a:spcAft>
                          <a:spcPts val="0"/>
                        </a:spcAft>
                        <a:buNone/>
                      </a:pPr>
                      <a:r>
                        <a:rPr lang="en" sz="3600" b="1" u="none" strike="noStrike" cap="none">
                          <a:latin typeface="Arial"/>
                          <a:ea typeface="Arial"/>
                          <a:cs typeface="Arial"/>
                          <a:sym typeface="Arial"/>
                        </a:rPr>
                        <a:t>E</a:t>
                      </a:r>
                      <a:r>
                        <a:rPr lang="en" sz="2000" u="none" strike="noStrike" cap="none">
                          <a:latin typeface="Arial"/>
                          <a:ea typeface="Arial"/>
                          <a:cs typeface="Arial"/>
                          <a:sym typeface="Arial"/>
                        </a:rPr>
                        <a:t>xposure</a:t>
                      </a:r>
                      <a:endParaRPr sz="2000" u="none" strike="noStrike" cap="none">
                        <a:latin typeface="Arial"/>
                        <a:ea typeface="Arial"/>
                        <a:cs typeface="Arial"/>
                        <a:sym typeface="Arial"/>
                      </a:endParaRPr>
                    </a:p>
                  </a:txBody>
                  <a:tcPr marL="0" marR="0" marT="33650" marB="0"/>
                </a:tc>
                <a:tc>
                  <a:txBody>
                    <a:bodyPr/>
                    <a:lstStyle/>
                    <a:p>
                      <a:pPr marL="165735" marR="0" lvl="0" indent="0" algn="l" rtl="0">
                        <a:lnSpc>
                          <a:spcPct val="148500"/>
                        </a:lnSpc>
                        <a:spcBef>
                          <a:spcPts val="0"/>
                        </a:spcBef>
                        <a:spcAft>
                          <a:spcPts val="0"/>
                        </a:spcAft>
                        <a:buNone/>
                      </a:pPr>
                      <a:r>
                        <a:rPr lang="en" sz="2000" u="none" strike="noStrike" cap="none">
                          <a:latin typeface="Arial"/>
                          <a:ea typeface="Arial"/>
                          <a:cs typeface="Arial"/>
                          <a:sym typeface="Arial"/>
                        </a:rPr>
                        <a:t>e.g. social stories	</a:t>
                      </a:r>
                      <a:endParaRPr/>
                    </a:p>
                  </a:txBody>
                  <a:tcPr marL="0" marR="0" marT="0" marB="0"/>
                </a:tc>
                <a:extLst>
                  <a:ext uri="{0D108BD9-81ED-4DB2-BD59-A6C34878D82A}">
                    <a16:rowId xmlns:a16="http://schemas.microsoft.com/office/drawing/2014/main" val="10001"/>
                  </a:ext>
                </a:extLst>
              </a:tr>
              <a:tr h="1475100">
                <a:tc>
                  <a:txBody>
                    <a:bodyPr/>
                    <a:lstStyle/>
                    <a:p>
                      <a:pPr marL="91440" marR="0" lvl="0" indent="0" algn="l" rtl="0">
                        <a:lnSpc>
                          <a:spcPct val="100000"/>
                        </a:lnSpc>
                        <a:spcBef>
                          <a:spcPts val="0"/>
                        </a:spcBef>
                        <a:spcAft>
                          <a:spcPts val="0"/>
                        </a:spcAft>
                        <a:buNone/>
                      </a:pPr>
                      <a:r>
                        <a:rPr lang="en" sz="3600" b="1" u="none" strike="noStrike" cap="none">
                          <a:latin typeface="Arial"/>
                          <a:ea typeface="Arial"/>
                          <a:cs typeface="Arial"/>
                          <a:sym typeface="Arial"/>
                        </a:rPr>
                        <a:t>O</a:t>
                      </a:r>
                      <a:r>
                        <a:rPr lang="en" sz="2000" u="none" strike="noStrike" cap="none">
                          <a:latin typeface="Arial"/>
                          <a:ea typeface="Arial"/>
                          <a:cs typeface="Arial"/>
                          <a:sym typeface="Arial"/>
                        </a:rPr>
                        <a:t>utcome</a:t>
                      </a:r>
                      <a:endParaRPr sz="2000" u="none" strike="noStrike" cap="none">
                        <a:latin typeface="Arial"/>
                        <a:ea typeface="Arial"/>
                        <a:cs typeface="Arial"/>
                        <a:sym typeface="Arial"/>
                      </a:endParaRPr>
                    </a:p>
                  </a:txBody>
                  <a:tcPr marL="0" marR="0" marT="34300" marB="0"/>
                </a:tc>
                <a:tc>
                  <a:txBody>
                    <a:bodyPr/>
                    <a:lstStyle/>
                    <a:p>
                      <a:pPr marL="165735" marR="0" lvl="0" indent="0" algn="l" rtl="0">
                        <a:lnSpc>
                          <a:spcPct val="143500"/>
                        </a:lnSpc>
                        <a:spcBef>
                          <a:spcPts val="0"/>
                        </a:spcBef>
                        <a:spcAft>
                          <a:spcPts val="0"/>
                        </a:spcAft>
                        <a:buNone/>
                      </a:pPr>
                      <a:r>
                        <a:rPr lang="en" sz="2000" u="none" strike="noStrike" cap="none">
                          <a:latin typeface="Arial"/>
                          <a:ea typeface="Arial"/>
                          <a:cs typeface="Arial"/>
                          <a:sym typeface="Arial"/>
                        </a:rPr>
                        <a:t>e.g. interact effectively and appropriately with</a:t>
                      </a:r>
                      <a:endParaRPr sz="2000" u="none" strike="noStrike" cap="none">
                        <a:latin typeface="Arial"/>
                        <a:ea typeface="Arial"/>
                        <a:cs typeface="Arial"/>
                        <a:sym typeface="Arial"/>
                      </a:endParaRPr>
                    </a:p>
                    <a:p>
                      <a:pPr marL="165735" marR="0" lvl="0" indent="0" algn="l" rtl="0">
                        <a:lnSpc>
                          <a:spcPct val="115000"/>
                        </a:lnSpc>
                        <a:spcBef>
                          <a:spcPts val="0"/>
                        </a:spcBef>
                        <a:spcAft>
                          <a:spcPts val="0"/>
                        </a:spcAft>
                        <a:buNone/>
                      </a:pPr>
                      <a:r>
                        <a:rPr lang="en" sz="3000" u="none" strike="noStrike" cap="none" baseline="30000">
                          <a:latin typeface="Arial"/>
                          <a:ea typeface="Arial"/>
                          <a:cs typeface="Arial"/>
                          <a:sym typeface="Arial"/>
                        </a:rPr>
                        <a:t>their peers	</a:t>
                      </a:r>
                      <a:endParaRPr sz="200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03"/>
        <p:cNvGrpSpPr/>
        <p:nvPr/>
      </p:nvGrpSpPr>
      <p:grpSpPr>
        <a:xfrm>
          <a:off x="0" y="0"/>
          <a:ext cx="0" cy="0"/>
          <a:chOff x="0" y="0"/>
          <a:chExt cx="0" cy="0"/>
        </a:xfrm>
      </p:grpSpPr>
      <p:sp>
        <p:nvSpPr>
          <p:cNvPr id="1004" name="Google Shape;1004;p40"/>
          <p:cNvSpPr/>
          <p:nvPr/>
        </p:nvSpPr>
        <p:spPr>
          <a:xfrm>
            <a:off x="238886" y="3351275"/>
            <a:ext cx="8770620" cy="741045"/>
          </a:xfrm>
          <a:custGeom>
            <a:avLst/>
            <a:gdLst/>
            <a:ahLst/>
            <a:cxnLst/>
            <a:rect l="l" t="t" r="r" b="b"/>
            <a:pathLst>
              <a:path w="11694160" h="988060" extrusionOk="0">
                <a:moveTo>
                  <a:pt x="11529060" y="0"/>
                </a:moveTo>
                <a:lnTo>
                  <a:pt x="164604" y="0"/>
                </a:lnTo>
                <a:lnTo>
                  <a:pt x="120846" y="5877"/>
                </a:lnTo>
                <a:lnTo>
                  <a:pt x="81526" y="22464"/>
                </a:lnTo>
                <a:lnTo>
                  <a:pt x="48212" y="48196"/>
                </a:lnTo>
                <a:lnTo>
                  <a:pt x="22473" y="81505"/>
                </a:lnTo>
                <a:lnTo>
                  <a:pt x="5879" y="120826"/>
                </a:lnTo>
                <a:lnTo>
                  <a:pt x="0" y="164591"/>
                </a:lnTo>
                <a:lnTo>
                  <a:pt x="0" y="822959"/>
                </a:lnTo>
                <a:lnTo>
                  <a:pt x="5879" y="866725"/>
                </a:lnTo>
                <a:lnTo>
                  <a:pt x="22473" y="906046"/>
                </a:lnTo>
                <a:lnTo>
                  <a:pt x="48212" y="939355"/>
                </a:lnTo>
                <a:lnTo>
                  <a:pt x="81526" y="965087"/>
                </a:lnTo>
                <a:lnTo>
                  <a:pt x="120846" y="981674"/>
                </a:lnTo>
                <a:lnTo>
                  <a:pt x="164604" y="987551"/>
                </a:lnTo>
                <a:lnTo>
                  <a:pt x="11529060" y="987551"/>
                </a:lnTo>
                <a:lnTo>
                  <a:pt x="11572825" y="981674"/>
                </a:lnTo>
                <a:lnTo>
                  <a:pt x="11612146" y="965087"/>
                </a:lnTo>
                <a:lnTo>
                  <a:pt x="11645455" y="939355"/>
                </a:lnTo>
                <a:lnTo>
                  <a:pt x="11671187" y="906046"/>
                </a:lnTo>
                <a:lnTo>
                  <a:pt x="11687774" y="866725"/>
                </a:lnTo>
                <a:lnTo>
                  <a:pt x="11693652" y="822959"/>
                </a:lnTo>
                <a:lnTo>
                  <a:pt x="11693652" y="164591"/>
                </a:lnTo>
                <a:lnTo>
                  <a:pt x="11687774" y="120826"/>
                </a:lnTo>
                <a:lnTo>
                  <a:pt x="11671187" y="81505"/>
                </a:lnTo>
                <a:lnTo>
                  <a:pt x="11645455" y="48196"/>
                </a:lnTo>
                <a:lnTo>
                  <a:pt x="11612146" y="22464"/>
                </a:lnTo>
                <a:lnTo>
                  <a:pt x="11572825" y="5877"/>
                </a:lnTo>
                <a:lnTo>
                  <a:pt x="11529060" y="0"/>
                </a:lnTo>
                <a:close/>
              </a:path>
            </a:pathLst>
          </a:custGeom>
          <a:solidFill>
            <a:srgbClr val="B497C7">
              <a:alpha val="4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05" name="Google Shape;1005;p40"/>
          <p:cNvSpPr txBox="1"/>
          <p:nvPr/>
        </p:nvSpPr>
        <p:spPr>
          <a:xfrm>
            <a:off x="1006602" y="2929090"/>
            <a:ext cx="7106603" cy="938558"/>
          </a:xfrm>
          <a:prstGeom prst="rect">
            <a:avLst/>
          </a:prstGeom>
          <a:noFill/>
          <a:ln>
            <a:noFill/>
          </a:ln>
        </p:spPr>
        <p:txBody>
          <a:bodyPr spcFirstLastPara="1" wrap="square" lIns="0" tIns="10000" rIns="0" bIns="0" anchor="t" anchorCtr="0">
            <a:spAutoFit/>
          </a:bodyPr>
          <a:lstStyle/>
          <a:p>
            <a:pPr marL="713423" marR="0" lvl="0" indent="0" algn="l" rtl="0">
              <a:lnSpc>
                <a:spcPct val="100000"/>
              </a:lnSpc>
              <a:spcBef>
                <a:spcPts val="0"/>
              </a:spcBef>
              <a:spcAft>
                <a:spcPts val="0"/>
              </a:spcAft>
              <a:buNone/>
            </a:pPr>
            <a:r>
              <a:rPr lang="en" sz="2400" b="1" i="0" u="none" strike="noStrike" cap="none">
                <a:solidFill>
                  <a:srgbClr val="000000"/>
                </a:solidFill>
                <a:latin typeface="Arial"/>
                <a:ea typeface="Arial"/>
                <a:cs typeface="Arial"/>
                <a:sym typeface="Arial"/>
              </a:rPr>
              <a:t>How can we improve on the following RQ?</a:t>
            </a:r>
            <a:endParaRPr sz="2400" b="0" i="0" u="none" strike="noStrike" cap="none">
              <a:solidFill>
                <a:srgbClr val="000000"/>
              </a:solidFill>
              <a:latin typeface="Arial"/>
              <a:ea typeface="Arial"/>
              <a:cs typeface="Arial"/>
              <a:sym typeface="Arial"/>
            </a:endParaRPr>
          </a:p>
          <a:p>
            <a:pPr marL="9525" marR="0" lvl="0" indent="0" algn="l" rtl="0">
              <a:lnSpc>
                <a:spcPct val="100000"/>
              </a:lnSpc>
              <a:spcBef>
                <a:spcPts val="2164"/>
              </a:spcBef>
              <a:spcAft>
                <a:spcPts val="0"/>
              </a:spcAft>
              <a:buNone/>
            </a:pPr>
            <a:r>
              <a:rPr lang="en" sz="1800" b="0" i="0" u="none" strike="noStrike" cap="none">
                <a:solidFill>
                  <a:srgbClr val="000000"/>
                </a:solidFill>
                <a:latin typeface="Arial"/>
                <a:ea typeface="Arial"/>
                <a:cs typeface="Arial"/>
                <a:sym typeface="Arial"/>
              </a:rPr>
              <a:t>Does pretend play, or outdoor pretend play, help children learn better?</a:t>
            </a:r>
            <a:endParaRPr sz="1800" b="0" i="0" u="none" strike="noStrike" cap="none">
              <a:solidFill>
                <a:srgbClr val="000000"/>
              </a:solidFill>
              <a:latin typeface="Arial"/>
              <a:ea typeface="Arial"/>
              <a:cs typeface="Arial"/>
              <a:sym typeface="Arial"/>
            </a:endParaRPr>
          </a:p>
        </p:txBody>
      </p:sp>
      <p:sp>
        <p:nvSpPr>
          <p:cNvPr id="1006" name="Google Shape;1006;p40" descr="$PPTXTitle"/>
          <p:cNvSpPr txBox="1">
            <a:spLocks noGrp="1"/>
          </p:cNvSpPr>
          <p:nvPr>
            <p:ph type="title"/>
          </p:nvPr>
        </p:nvSpPr>
        <p:spPr>
          <a:xfrm>
            <a:off x="238886" y="393568"/>
            <a:ext cx="4656773" cy="522740"/>
          </a:xfrm>
          <a:prstGeom prst="rect">
            <a:avLst/>
          </a:prstGeom>
          <a:solidFill>
            <a:srgbClr val="00CC99">
              <a:alpha val="49803"/>
            </a:srgbClr>
          </a:solidFill>
          <a:ln>
            <a:noFill/>
          </a:ln>
        </p:spPr>
        <p:txBody>
          <a:bodyPr spcFirstLastPara="1" wrap="square" lIns="0" tIns="75700" rIns="0" bIns="0" anchor="ctr" anchorCtr="0">
            <a:spAutoFit/>
          </a:bodyPr>
          <a:lstStyle/>
          <a:p>
            <a:pPr marL="68580" lvl="0" indent="0" algn="l" rtl="0">
              <a:lnSpc>
                <a:spcPct val="100000"/>
              </a:lnSpc>
              <a:spcBef>
                <a:spcPts val="596"/>
              </a:spcBef>
              <a:spcAft>
                <a:spcPts val="0"/>
              </a:spcAft>
              <a:buSzPts val="1800"/>
              <a:buNone/>
            </a:pPr>
            <a:r>
              <a:rPr lang="en" sz="2400">
                <a:solidFill>
                  <a:srgbClr val="000000"/>
                </a:solidFill>
              </a:rPr>
              <a:t>Crafting a Research Question</a:t>
            </a:r>
            <a:endParaRPr sz="2400"/>
          </a:p>
        </p:txBody>
      </p:sp>
      <p:sp>
        <p:nvSpPr>
          <p:cNvPr id="1007" name="Google Shape;1007;p40"/>
          <p:cNvSpPr/>
          <p:nvPr/>
        </p:nvSpPr>
        <p:spPr>
          <a:xfrm>
            <a:off x="238886" y="990981"/>
            <a:ext cx="8770620" cy="1770698"/>
          </a:xfrm>
          <a:custGeom>
            <a:avLst/>
            <a:gdLst/>
            <a:ahLst/>
            <a:cxnLst/>
            <a:rect l="l" t="t" r="r" b="b"/>
            <a:pathLst>
              <a:path w="11694160" h="2360929" extrusionOk="0">
                <a:moveTo>
                  <a:pt x="0" y="393445"/>
                </a:moveTo>
                <a:lnTo>
                  <a:pt x="3065" y="344092"/>
                </a:lnTo>
                <a:lnTo>
                  <a:pt x="12016" y="296568"/>
                </a:lnTo>
                <a:lnTo>
                  <a:pt x="26484" y="251242"/>
                </a:lnTo>
                <a:lnTo>
                  <a:pt x="46100" y="208483"/>
                </a:lnTo>
                <a:lnTo>
                  <a:pt x="70495" y="168660"/>
                </a:lnTo>
                <a:lnTo>
                  <a:pt x="99301" y="132141"/>
                </a:lnTo>
                <a:lnTo>
                  <a:pt x="132148" y="99295"/>
                </a:lnTo>
                <a:lnTo>
                  <a:pt x="168669" y="70491"/>
                </a:lnTo>
                <a:lnTo>
                  <a:pt x="208493" y="46097"/>
                </a:lnTo>
                <a:lnTo>
                  <a:pt x="251253" y="26483"/>
                </a:lnTo>
                <a:lnTo>
                  <a:pt x="296580" y="12016"/>
                </a:lnTo>
                <a:lnTo>
                  <a:pt x="344104" y="3065"/>
                </a:lnTo>
                <a:lnTo>
                  <a:pt x="393458" y="0"/>
                </a:lnTo>
                <a:lnTo>
                  <a:pt x="11300206" y="0"/>
                </a:lnTo>
                <a:lnTo>
                  <a:pt x="11349559" y="3065"/>
                </a:lnTo>
                <a:lnTo>
                  <a:pt x="11397083" y="12016"/>
                </a:lnTo>
                <a:lnTo>
                  <a:pt x="11442409" y="26483"/>
                </a:lnTo>
                <a:lnTo>
                  <a:pt x="11485168" y="46097"/>
                </a:lnTo>
                <a:lnTo>
                  <a:pt x="11524991" y="70491"/>
                </a:lnTo>
                <a:lnTo>
                  <a:pt x="11561510" y="99295"/>
                </a:lnTo>
                <a:lnTo>
                  <a:pt x="11594356" y="132141"/>
                </a:lnTo>
                <a:lnTo>
                  <a:pt x="11623160" y="168660"/>
                </a:lnTo>
                <a:lnTo>
                  <a:pt x="11647554" y="208483"/>
                </a:lnTo>
                <a:lnTo>
                  <a:pt x="11667168" y="251242"/>
                </a:lnTo>
                <a:lnTo>
                  <a:pt x="11681635" y="296568"/>
                </a:lnTo>
                <a:lnTo>
                  <a:pt x="11690586" y="344092"/>
                </a:lnTo>
                <a:lnTo>
                  <a:pt x="11693652" y="393445"/>
                </a:lnTo>
                <a:lnTo>
                  <a:pt x="11693652" y="1967229"/>
                </a:lnTo>
                <a:lnTo>
                  <a:pt x="11690586" y="2016583"/>
                </a:lnTo>
                <a:lnTo>
                  <a:pt x="11681635" y="2064107"/>
                </a:lnTo>
                <a:lnTo>
                  <a:pt x="11667168" y="2109433"/>
                </a:lnTo>
                <a:lnTo>
                  <a:pt x="11647554" y="2152192"/>
                </a:lnTo>
                <a:lnTo>
                  <a:pt x="11623160" y="2192015"/>
                </a:lnTo>
                <a:lnTo>
                  <a:pt x="11594356" y="2228534"/>
                </a:lnTo>
                <a:lnTo>
                  <a:pt x="11561510" y="2261380"/>
                </a:lnTo>
                <a:lnTo>
                  <a:pt x="11524991" y="2290184"/>
                </a:lnTo>
                <a:lnTo>
                  <a:pt x="11485168" y="2314578"/>
                </a:lnTo>
                <a:lnTo>
                  <a:pt x="11442409" y="2334192"/>
                </a:lnTo>
                <a:lnTo>
                  <a:pt x="11397083" y="2348659"/>
                </a:lnTo>
                <a:lnTo>
                  <a:pt x="11349559" y="2357610"/>
                </a:lnTo>
                <a:lnTo>
                  <a:pt x="11300206" y="2360675"/>
                </a:lnTo>
                <a:lnTo>
                  <a:pt x="393458" y="2360675"/>
                </a:lnTo>
                <a:lnTo>
                  <a:pt x="344104" y="2357610"/>
                </a:lnTo>
                <a:lnTo>
                  <a:pt x="296580" y="2348659"/>
                </a:lnTo>
                <a:lnTo>
                  <a:pt x="251253" y="2334192"/>
                </a:lnTo>
                <a:lnTo>
                  <a:pt x="208493" y="2314578"/>
                </a:lnTo>
                <a:lnTo>
                  <a:pt x="168669" y="2290184"/>
                </a:lnTo>
                <a:lnTo>
                  <a:pt x="132148" y="2261380"/>
                </a:lnTo>
                <a:lnTo>
                  <a:pt x="99301" y="2228534"/>
                </a:lnTo>
                <a:lnTo>
                  <a:pt x="70495" y="2192015"/>
                </a:lnTo>
                <a:lnTo>
                  <a:pt x="46100" y="2152192"/>
                </a:lnTo>
                <a:lnTo>
                  <a:pt x="26484" y="2109433"/>
                </a:lnTo>
                <a:lnTo>
                  <a:pt x="12016" y="2064107"/>
                </a:lnTo>
                <a:lnTo>
                  <a:pt x="3065" y="2016583"/>
                </a:lnTo>
                <a:lnTo>
                  <a:pt x="0" y="1967229"/>
                </a:lnTo>
                <a:lnTo>
                  <a:pt x="0" y="393445"/>
                </a:lnTo>
                <a:close/>
              </a:path>
            </a:pathLst>
          </a:custGeom>
          <a:noFill/>
          <a:ln w="57150" cap="flat" cmpd="sng">
            <a:solidFill>
              <a:srgbClr val="385D8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08" name="Google Shape;1008;p40"/>
          <p:cNvSpPr txBox="1"/>
          <p:nvPr/>
        </p:nvSpPr>
        <p:spPr>
          <a:xfrm>
            <a:off x="2867882" y="1071277"/>
            <a:ext cx="3700939" cy="240931"/>
          </a:xfrm>
          <a:prstGeom prst="rect">
            <a:avLst/>
          </a:prstGeom>
          <a:noFill/>
          <a:ln>
            <a:noFill/>
          </a:ln>
        </p:spPr>
        <p:txBody>
          <a:bodyPr spcFirstLastPara="1" wrap="square" lIns="0" tIns="10000" rIns="0" bIns="0" anchor="t" anchorCtr="0">
            <a:spAutoFit/>
          </a:bodyPr>
          <a:lstStyle/>
          <a:p>
            <a:pPr marL="9525" marR="0" lvl="0" indent="0" algn="l" rtl="0">
              <a:lnSpc>
                <a:spcPct val="100000"/>
              </a:lnSpc>
              <a:spcBef>
                <a:spcPts val="0"/>
              </a:spcBef>
              <a:spcAft>
                <a:spcPts val="0"/>
              </a:spcAft>
              <a:buNone/>
            </a:pPr>
            <a:r>
              <a:rPr lang="en" sz="1500" b="1" i="1" u="none" strike="noStrike" cap="none">
                <a:solidFill>
                  <a:srgbClr val="1F487C"/>
                </a:solidFill>
                <a:latin typeface="Arial"/>
                <a:ea typeface="Arial"/>
                <a:cs typeface="Arial"/>
                <a:sym typeface="Arial"/>
              </a:rPr>
              <a:t>Considerations when writing a good RQ:</a:t>
            </a:r>
            <a:endParaRPr sz="1500" b="0" i="0" u="none" strike="noStrike" cap="none">
              <a:solidFill>
                <a:srgbClr val="000000"/>
              </a:solidFill>
              <a:latin typeface="Arial"/>
              <a:ea typeface="Arial"/>
              <a:cs typeface="Arial"/>
              <a:sym typeface="Arial"/>
            </a:endParaRPr>
          </a:p>
        </p:txBody>
      </p:sp>
      <p:graphicFrame>
        <p:nvGraphicFramePr>
          <p:cNvPr id="1009" name="Google Shape;1009;p40"/>
          <p:cNvGraphicFramePr/>
          <p:nvPr/>
        </p:nvGraphicFramePr>
        <p:xfrm>
          <a:off x="329841" y="1387792"/>
          <a:ext cx="8588700" cy="1165375"/>
        </p:xfrm>
        <a:graphic>
          <a:graphicData uri="http://schemas.openxmlformats.org/drawingml/2006/table">
            <a:tbl>
              <a:tblPr firstRow="1" bandRow="1">
                <a:noFill/>
                <a:tableStyleId>{CB8AEC7B-01D3-4CE5-9A12-E9A011EEEF8E}</a:tableStyleId>
              </a:tblPr>
              <a:tblGrid>
                <a:gridCol w="4294350">
                  <a:extLst>
                    <a:ext uri="{9D8B030D-6E8A-4147-A177-3AD203B41FA5}">
                      <a16:colId xmlns:a16="http://schemas.microsoft.com/office/drawing/2014/main" val="20000"/>
                    </a:ext>
                  </a:extLst>
                </a:gridCol>
                <a:gridCol w="4294350">
                  <a:extLst>
                    <a:ext uri="{9D8B030D-6E8A-4147-A177-3AD203B41FA5}">
                      <a16:colId xmlns:a16="http://schemas.microsoft.com/office/drawing/2014/main" val="20001"/>
                    </a:ext>
                  </a:extLst>
                </a:gridCol>
              </a:tblGrid>
              <a:tr h="342900">
                <a:tc>
                  <a:txBody>
                    <a:bodyPr/>
                    <a:lstStyle/>
                    <a:p>
                      <a:pPr marL="91440" marR="0" lvl="0" indent="0" algn="l" rtl="0">
                        <a:lnSpc>
                          <a:spcPct val="100000"/>
                        </a:lnSpc>
                        <a:spcBef>
                          <a:spcPts val="0"/>
                        </a:spcBef>
                        <a:spcAft>
                          <a:spcPts val="0"/>
                        </a:spcAft>
                        <a:buNone/>
                      </a:pPr>
                      <a:r>
                        <a:rPr lang="en" sz="1500" b="1" u="none" strike="noStrike" cap="none">
                          <a:latin typeface="Arial"/>
                          <a:ea typeface="Arial"/>
                          <a:cs typeface="Arial"/>
                          <a:sym typeface="Arial"/>
                        </a:rPr>
                        <a:t>Focused </a:t>
                      </a:r>
                      <a:r>
                        <a:rPr lang="en" sz="1200" u="none" strike="noStrike" cap="none">
                          <a:latin typeface="Arial"/>
                          <a:ea typeface="Arial"/>
                          <a:cs typeface="Arial"/>
                          <a:sym typeface="Arial"/>
                        </a:rPr>
                        <a:t>on a single topic or several closely related ideas</a:t>
                      </a:r>
                      <a:endParaRPr sz="1200" u="none" strike="noStrike" cap="none">
                        <a:latin typeface="Arial"/>
                        <a:ea typeface="Arial"/>
                        <a:cs typeface="Arial"/>
                        <a:sym typeface="Arial"/>
                      </a:endParaRPr>
                    </a:p>
                  </a:txBody>
                  <a:tcPr marL="0" marR="0" marT="66675" marB="0">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None/>
                      </a:pPr>
                      <a:r>
                        <a:rPr lang="en" sz="1500" b="1" u="none" strike="noStrike" cap="none">
                          <a:latin typeface="Arial"/>
                          <a:ea typeface="Arial"/>
                          <a:cs typeface="Arial"/>
                          <a:sym typeface="Arial"/>
                        </a:rPr>
                        <a:t>Researchable </a:t>
                      </a:r>
                      <a:r>
                        <a:rPr lang="en" sz="1200" u="none" strike="noStrike" cap="none">
                          <a:latin typeface="Arial"/>
                          <a:ea typeface="Arial"/>
                          <a:cs typeface="Arial"/>
                          <a:sym typeface="Arial"/>
                        </a:rPr>
                        <a:t>using primary and/or secondary source</a:t>
                      </a:r>
                      <a:endParaRPr sz="1200" u="none" strike="noStrike" cap="none">
                        <a:latin typeface="Arial"/>
                        <a:ea typeface="Arial"/>
                        <a:cs typeface="Arial"/>
                        <a:sym typeface="Arial"/>
                      </a:endParaRPr>
                    </a:p>
                  </a:txBody>
                  <a:tcPr marL="0" marR="0" marT="29050" marB="0">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97175">
                <a:tc>
                  <a:txBody>
                    <a:bodyPr/>
                    <a:lstStyle/>
                    <a:p>
                      <a:pPr marL="91440" marR="0" lvl="0" indent="0" algn="l" rtl="0">
                        <a:lnSpc>
                          <a:spcPct val="100000"/>
                        </a:lnSpc>
                        <a:spcBef>
                          <a:spcPts val="0"/>
                        </a:spcBef>
                        <a:spcAft>
                          <a:spcPts val="0"/>
                        </a:spcAft>
                        <a:buNone/>
                      </a:pPr>
                      <a:r>
                        <a:rPr lang="en" sz="1500" b="1" u="none" strike="noStrike" cap="none">
                          <a:latin typeface="Arial"/>
                          <a:ea typeface="Arial"/>
                          <a:cs typeface="Arial"/>
                          <a:sym typeface="Arial"/>
                        </a:rPr>
                        <a:t>Specific</a:t>
                      </a:r>
                      <a:endParaRPr sz="1500" u="none" strike="noStrike" cap="none">
                        <a:latin typeface="Arial"/>
                        <a:ea typeface="Arial"/>
                        <a:cs typeface="Arial"/>
                        <a:sym typeface="Arial"/>
                      </a:endParaRPr>
                    </a:p>
                  </a:txBody>
                  <a:tcPr marL="0" marR="0" marT="29050" marB="0">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None/>
                      </a:pPr>
                      <a:r>
                        <a:rPr lang="en" sz="1500" b="1" u="none" strike="noStrike" cap="none">
                          <a:latin typeface="Arial"/>
                          <a:ea typeface="Arial"/>
                          <a:cs typeface="Arial"/>
                          <a:sym typeface="Arial"/>
                        </a:rPr>
                        <a:t>Not asking for opinions</a:t>
                      </a:r>
                      <a:endParaRPr sz="1500" u="none" strike="noStrike" cap="none">
                        <a:latin typeface="Arial"/>
                        <a:ea typeface="Arial"/>
                        <a:cs typeface="Arial"/>
                        <a:sym typeface="Arial"/>
                      </a:endParaRPr>
                    </a:p>
                  </a:txBody>
                  <a:tcPr marL="0" marR="0" marT="29050" marB="0">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5300">
                <a:tc>
                  <a:txBody>
                    <a:bodyPr/>
                    <a:lstStyle/>
                    <a:p>
                      <a:pPr marL="91440" marR="327025" lvl="0" indent="0" algn="l" rtl="0">
                        <a:lnSpc>
                          <a:spcPct val="100699"/>
                        </a:lnSpc>
                        <a:spcBef>
                          <a:spcPts val="0"/>
                        </a:spcBef>
                        <a:spcAft>
                          <a:spcPts val="0"/>
                        </a:spcAft>
                        <a:buNone/>
                      </a:pPr>
                      <a:r>
                        <a:rPr lang="en" sz="1500" b="1" u="none" strike="noStrike" cap="none">
                          <a:latin typeface="Arial"/>
                          <a:ea typeface="Arial"/>
                          <a:cs typeface="Arial"/>
                          <a:sym typeface="Arial"/>
                        </a:rPr>
                        <a:t>Allows complex answers </a:t>
                      </a:r>
                      <a:r>
                        <a:rPr lang="en" sz="1200" u="none" strike="noStrike" cap="none">
                          <a:latin typeface="Arial"/>
                          <a:ea typeface="Arial"/>
                          <a:cs typeface="Arial"/>
                          <a:sym typeface="Arial"/>
                        </a:rPr>
                        <a:t>and cannot be answered with “yes” or “no” or a single word or phase</a:t>
                      </a:r>
                      <a:endParaRPr sz="1200" u="none" strike="noStrike" cap="none">
                        <a:latin typeface="Arial"/>
                        <a:ea typeface="Arial"/>
                        <a:cs typeface="Arial"/>
                        <a:sym typeface="Arial"/>
                      </a:endParaRPr>
                    </a:p>
                  </a:txBody>
                  <a:tcPr marL="0" marR="0" marT="27625" marB="0">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2075" marR="561340" lvl="0" indent="0" algn="l" rtl="0">
                        <a:lnSpc>
                          <a:spcPct val="104200"/>
                        </a:lnSpc>
                        <a:spcBef>
                          <a:spcPts val="0"/>
                        </a:spcBef>
                        <a:spcAft>
                          <a:spcPts val="0"/>
                        </a:spcAft>
                        <a:buNone/>
                      </a:pPr>
                      <a:r>
                        <a:rPr lang="en" sz="1500" b="1" u="none" strike="noStrike" cap="none">
                          <a:latin typeface="Arial"/>
                          <a:ea typeface="Arial"/>
                          <a:cs typeface="Arial"/>
                          <a:sym typeface="Arial"/>
                        </a:rPr>
                        <a:t>Feasible </a:t>
                      </a:r>
                      <a:r>
                        <a:rPr lang="en" sz="1200" u="none" strike="noStrike" cap="none">
                          <a:latin typeface="Arial"/>
                          <a:ea typeface="Arial"/>
                          <a:cs typeface="Arial"/>
                          <a:sym typeface="Arial"/>
                        </a:rPr>
                        <a:t>to answer within the timeframe and practical constraint</a:t>
                      </a:r>
                      <a:endParaRPr sz="1200" u="none" strike="noStrike" cap="none">
                        <a:latin typeface="Arial"/>
                        <a:ea typeface="Arial"/>
                        <a:cs typeface="Arial"/>
                        <a:sym typeface="Arial"/>
                      </a:endParaRPr>
                    </a:p>
                  </a:txBody>
                  <a:tcPr marL="0" marR="0" marT="57625" marB="0">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1010" name="Google Shape;1010;p40"/>
          <p:cNvGrpSpPr/>
          <p:nvPr/>
        </p:nvGrpSpPr>
        <p:grpSpPr>
          <a:xfrm>
            <a:off x="1183443" y="2912945"/>
            <a:ext cx="583883" cy="600008"/>
            <a:chOff x="1577924" y="3883926"/>
            <a:chExt cx="778510" cy="800011"/>
          </a:xfrm>
        </p:grpSpPr>
        <p:sp>
          <p:nvSpPr>
            <p:cNvPr id="1011" name="Google Shape;1011;p40"/>
            <p:cNvSpPr/>
            <p:nvPr/>
          </p:nvSpPr>
          <p:spPr>
            <a:xfrm>
              <a:off x="1830489" y="3883926"/>
              <a:ext cx="274320" cy="392430"/>
            </a:xfrm>
            <a:custGeom>
              <a:avLst/>
              <a:gdLst/>
              <a:ahLst/>
              <a:cxnLst/>
              <a:rect l="l" t="t" r="r" b="b"/>
              <a:pathLst>
                <a:path w="274319" h="392429" extrusionOk="0">
                  <a:moveTo>
                    <a:pt x="171297" y="359943"/>
                  </a:moveTo>
                  <a:lnTo>
                    <a:pt x="102806" y="359943"/>
                  </a:lnTo>
                  <a:lnTo>
                    <a:pt x="106083" y="372592"/>
                  </a:lnTo>
                  <a:lnTo>
                    <a:pt x="113538" y="382803"/>
                  </a:lnTo>
                  <a:lnTo>
                    <a:pt x="124180" y="389623"/>
                  </a:lnTo>
                  <a:lnTo>
                    <a:pt x="136994" y="392112"/>
                  </a:lnTo>
                  <a:lnTo>
                    <a:pt x="149834" y="389623"/>
                  </a:lnTo>
                  <a:lnTo>
                    <a:pt x="160502" y="382803"/>
                  </a:lnTo>
                  <a:lnTo>
                    <a:pt x="167982" y="372592"/>
                  </a:lnTo>
                  <a:lnTo>
                    <a:pt x="171297" y="359943"/>
                  </a:lnTo>
                  <a:close/>
                </a:path>
                <a:path w="274319" h="392429" extrusionOk="0">
                  <a:moveTo>
                    <a:pt x="200355" y="314045"/>
                  </a:moveTo>
                  <a:lnTo>
                    <a:pt x="193154" y="306844"/>
                  </a:lnTo>
                  <a:lnTo>
                    <a:pt x="184277" y="306844"/>
                  </a:lnTo>
                  <a:lnTo>
                    <a:pt x="80949" y="306844"/>
                  </a:lnTo>
                  <a:lnTo>
                    <a:pt x="73748" y="314045"/>
                  </a:lnTo>
                  <a:lnTo>
                    <a:pt x="73748" y="331812"/>
                  </a:lnTo>
                  <a:lnTo>
                    <a:pt x="80949" y="339026"/>
                  </a:lnTo>
                  <a:lnTo>
                    <a:pt x="193154" y="339026"/>
                  </a:lnTo>
                  <a:lnTo>
                    <a:pt x="200355" y="331812"/>
                  </a:lnTo>
                  <a:lnTo>
                    <a:pt x="200355" y="314045"/>
                  </a:lnTo>
                  <a:close/>
                </a:path>
                <a:path w="274319" h="392429" extrusionOk="0">
                  <a:moveTo>
                    <a:pt x="274104" y="140817"/>
                  </a:moveTo>
                  <a:lnTo>
                    <a:pt x="274015" y="135559"/>
                  </a:lnTo>
                  <a:lnTo>
                    <a:pt x="266623" y="93141"/>
                  </a:lnTo>
                  <a:lnTo>
                    <a:pt x="246989" y="55892"/>
                  </a:lnTo>
                  <a:lnTo>
                    <a:pt x="242481" y="51422"/>
                  </a:lnTo>
                  <a:lnTo>
                    <a:pt x="242481" y="135559"/>
                  </a:lnTo>
                  <a:lnTo>
                    <a:pt x="242379" y="140817"/>
                  </a:lnTo>
                  <a:lnTo>
                    <a:pt x="231470" y="184226"/>
                  </a:lnTo>
                  <a:lnTo>
                    <a:pt x="217081" y="205384"/>
                  </a:lnTo>
                  <a:lnTo>
                    <a:pt x="208368" y="216585"/>
                  </a:lnTo>
                  <a:lnTo>
                    <a:pt x="200329" y="228257"/>
                  </a:lnTo>
                  <a:lnTo>
                    <a:pt x="192963" y="240372"/>
                  </a:lnTo>
                  <a:lnTo>
                    <a:pt x="186309" y="252895"/>
                  </a:lnTo>
                  <a:lnTo>
                    <a:pt x="87795" y="252895"/>
                  </a:lnTo>
                  <a:lnTo>
                    <a:pt x="65659" y="216585"/>
                  </a:lnTo>
                  <a:lnTo>
                    <a:pt x="51612" y="198856"/>
                  </a:lnTo>
                  <a:lnTo>
                    <a:pt x="46748" y="191693"/>
                  </a:lnTo>
                  <a:lnTo>
                    <a:pt x="32346" y="148882"/>
                  </a:lnTo>
                  <a:lnTo>
                    <a:pt x="31623" y="135559"/>
                  </a:lnTo>
                  <a:lnTo>
                    <a:pt x="40411" y="95008"/>
                  </a:lnTo>
                  <a:lnTo>
                    <a:pt x="63080" y="61950"/>
                  </a:lnTo>
                  <a:lnTo>
                    <a:pt x="96367" y="39636"/>
                  </a:lnTo>
                  <a:lnTo>
                    <a:pt x="136994" y="31305"/>
                  </a:lnTo>
                  <a:lnTo>
                    <a:pt x="177647" y="39636"/>
                  </a:lnTo>
                  <a:lnTo>
                    <a:pt x="210959" y="61950"/>
                  </a:lnTo>
                  <a:lnTo>
                    <a:pt x="233667" y="95008"/>
                  </a:lnTo>
                  <a:lnTo>
                    <a:pt x="242481" y="135559"/>
                  </a:lnTo>
                  <a:lnTo>
                    <a:pt x="242481" y="51422"/>
                  </a:lnTo>
                  <a:lnTo>
                    <a:pt x="222224" y="31305"/>
                  </a:lnTo>
                  <a:lnTo>
                    <a:pt x="217385" y="26504"/>
                  </a:lnTo>
                  <a:lnTo>
                    <a:pt x="179984" y="7150"/>
                  </a:lnTo>
                  <a:lnTo>
                    <a:pt x="136994" y="0"/>
                  </a:lnTo>
                  <a:lnTo>
                    <a:pt x="93916" y="7150"/>
                  </a:lnTo>
                  <a:lnTo>
                    <a:pt x="94068" y="7150"/>
                  </a:lnTo>
                  <a:lnTo>
                    <a:pt x="56692" y="26504"/>
                  </a:lnTo>
                  <a:lnTo>
                    <a:pt x="27241" y="55638"/>
                  </a:lnTo>
                  <a:lnTo>
                    <a:pt x="7569" y="92748"/>
                  </a:lnTo>
                  <a:lnTo>
                    <a:pt x="0" y="135559"/>
                  </a:lnTo>
                  <a:lnTo>
                    <a:pt x="38" y="140817"/>
                  </a:lnTo>
                  <a:lnTo>
                    <a:pt x="9537" y="188328"/>
                  </a:lnTo>
                  <a:lnTo>
                    <a:pt x="33337" y="227368"/>
                  </a:lnTo>
                  <a:lnTo>
                    <a:pt x="42506" y="239687"/>
                  </a:lnTo>
                  <a:lnTo>
                    <a:pt x="50939" y="252501"/>
                  </a:lnTo>
                  <a:lnTo>
                    <a:pt x="58610" y="265772"/>
                  </a:lnTo>
                  <a:lnTo>
                    <a:pt x="67297" y="283070"/>
                  </a:lnTo>
                  <a:lnTo>
                    <a:pt x="70942" y="285343"/>
                  </a:lnTo>
                  <a:lnTo>
                    <a:pt x="203276" y="285343"/>
                  </a:lnTo>
                  <a:lnTo>
                    <a:pt x="206921" y="283070"/>
                  </a:lnTo>
                  <a:lnTo>
                    <a:pt x="215607" y="265772"/>
                  </a:lnTo>
                  <a:lnTo>
                    <a:pt x="223050" y="252895"/>
                  </a:lnTo>
                  <a:lnTo>
                    <a:pt x="223278" y="252501"/>
                  </a:lnTo>
                  <a:lnTo>
                    <a:pt x="231711" y="239687"/>
                  </a:lnTo>
                  <a:lnTo>
                    <a:pt x="240868" y="227368"/>
                  </a:lnTo>
                  <a:lnTo>
                    <a:pt x="248056" y="218440"/>
                  </a:lnTo>
                  <a:lnTo>
                    <a:pt x="254431" y="208915"/>
                  </a:lnTo>
                  <a:lnTo>
                    <a:pt x="271310" y="164960"/>
                  </a:lnTo>
                  <a:lnTo>
                    <a:pt x="273202" y="152958"/>
                  </a:lnTo>
                  <a:lnTo>
                    <a:pt x="274104" y="14081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1012" name="Google Shape;1012;p40"/>
            <p:cNvPicPr preferRelativeResize="0"/>
            <p:nvPr/>
          </p:nvPicPr>
          <p:blipFill rotWithShape="1">
            <a:blip r:embed="rId3">
              <a:alphaModFix/>
            </a:blip>
            <a:srcRect/>
            <a:stretch/>
          </p:blipFill>
          <p:spPr>
            <a:xfrm>
              <a:off x="1915824" y="3943538"/>
              <a:ext cx="115559" cy="160885"/>
            </a:xfrm>
            <a:prstGeom prst="rect">
              <a:avLst/>
            </a:prstGeom>
            <a:noFill/>
            <a:ln>
              <a:noFill/>
            </a:ln>
          </p:spPr>
        </p:pic>
        <p:pic>
          <p:nvPicPr>
            <p:cNvPr id="1013" name="Google Shape;1013;p40"/>
            <p:cNvPicPr preferRelativeResize="0"/>
            <p:nvPr/>
          </p:nvPicPr>
          <p:blipFill rotWithShape="1">
            <a:blip r:embed="rId4">
              <a:alphaModFix/>
            </a:blip>
            <a:srcRect/>
            <a:stretch/>
          </p:blipFill>
          <p:spPr>
            <a:xfrm>
              <a:off x="2106208" y="4262628"/>
              <a:ext cx="166800" cy="166892"/>
            </a:xfrm>
            <a:prstGeom prst="rect">
              <a:avLst/>
            </a:prstGeom>
            <a:noFill/>
            <a:ln>
              <a:noFill/>
            </a:ln>
          </p:spPr>
        </p:pic>
        <p:pic>
          <p:nvPicPr>
            <p:cNvPr id="1014" name="Google Shape;1014;p40"/>
            <p:cNvPicPr preferRelativeResize="0"/>
            <p:nvPr/>
          </p:nvPicPr>
          <p:blipFill rotWithShape="1">
            <a:blip r:embed="rId4">
              <a:alphaModFix/>
            </a:blip>
            <a:srcRect/>
            <a:stretch/>
          </p:blipFill>
          <p:spPr>
            <a:xfrm>
              <a:off x="1661335" y="4262628"/>
              <a:ext cx="166800" cy="166892"/>
            </a:xfrm>
            <a:prstGeom prst="rect">
              <a:avLst/>
            </a:prstGeom>
            <a:noFill/>
            <a:ln>
              <a:noFill/>
            </a:ln>
          </p:spPr>
        </p:pic>
        <p:sp>
          <p:nvSpPr>
            <p:cNvPr id="1015" name="Google Shape;1015;p40"/>
            <p:cNvSpPr/>
            <p:nvPr/>
          </p:nvSpPr>
          <p:spPr>
            <a:xfrm>
              <a:off x="1577924" y="4452162"/>
              <a:ext cx="778510" cy="231775"/>
            </a:xfrm>
            <a:custGeom>
              <a:avLst/>
              <a:gdLst/>
              <a:ahLst/>
              <a:cxnLst/>
              <a:rect l="l" t="t" r="r" b="b"/>
              <a:pathLst>
                <a:path w="778510" h="231775" extrusionOk="0">
                  <a:moveTo>
                    <a:pt x="302298" y="42252"/>
                  </a:moveTo>
                  <a:lnTo>
                    <a:pt x="266903" y="20828"/>
                  </a:lnTo>
                  <a:lnTo>
                    <a:pt x="218973" y="6375"/>
                  </a:lnTo>
                  <a:lnTo>
                    <a:pt x="167233" y="0"/>
                  </a:lnTo>
                  <a:lnTo>
                    <a:pt x="149809" y="647"/>
                  </a:lnTo>
                  <a:lnTo>
                    <a:pt x="98628" y="10718"/>
                  </a:lnTo>
                  <a:lnTo>
                    <a:pt x="56172" y="26581"/>
                  </a:lnTo>
                  <a:lnTo>
                    <a:pt x="17157" y="49657"/>
                  </a:lnTo>
                  <a:lnTo>
                    <a:pt x="0" y="83121"/>
                  </a:lnTo>
                  <a:lnTo>
                    <a:pt x="0" y="167106"/>
                  </a:lnTo>
                  <a:lnTo>
                    <a:pt x="185356" y="167106"/>
                  </a:lnTo>
                  <a:lnTo>
                    <a:pt x="185356" y="148005"/>
                  </a:lnTo>
                  <a:lnTo>
                    <a:pt x="187388" y="130263"/>
                  </a:lnTo>
                  <a:lnTo>
                    <a:pt x="218046" y="84086"/>
                  </a:lnTo>
                  <a:lnTo>
                    <a:pt x="258521" y="59842"/>
                  </a:lnTo>
                  <a:lnTo>
                    <a:pt x="280047" y="50190"/>
                  </a:lnTo>
                  <a:lnTo>
                    <a:pt x="302298" y="42252"/>
                  </a:lnTo>
                  <a:close/>
                </a:path>
                <a:path w="778510" h="231775" extrusionOk="0">
                  <a:moveTo>
                    <a:pt x="556044" y="148005"/>
                  </a:moveTo>
                  <a:lnTo>
                    <a:pt x="520725" y="101612"/>
                  </a:lnTo>
                  <a:lnTo>
                    <a:pt x="479755" y="82054"/>
                  </a:lnTo>
                  <a:lnTo>
                    <a:pt x="440994" y="71348"/>
                  </a:lnTo>
                  <a:lnTo>
                    <a:pt x="389242" y="64998"/>
                  </a:lnTo>
                  <a:lnTo>
                    <a:pt x="371817" y="65620"/>
                  </a:lnTo>
                  <a:lnTo>
                    <a:pt x="320636" y="75717"/>
                  </a:lnTo>
                  <a:lnTo>
                    <a:pt x="278155" y="91528"/>
                  </a:lnTo>
                  <a:lnTo>
                    <a:pt x="239166" y="114655"/>
                  </a:lnTo>
                  <a:lnTo>
                    <a:pt x="222440" y="148005"/>
                  </a:lnTo>
                  <a:lnTo>
                    <a:pt x="222440" y="231457"/>
                  </a:lnTo>
                  <a:lnTo>
                    <a:pt x="556044" y="231457"/>
                  </a:lnTo>
                  <a:lnTo>
                    <a:pt x="556044" y="148005"/>
                  </a:lnTo>
                  <a:close/>
                </a:path>
                <a:path w="778510" h="231775" extrusionOk="0">
                  <a:moveTo>
                    <a:pt x="778446" y="83121"/>
                  </a:moveTo>
                  <a:lnTo>
                    <a:pt x="743051" y="36652"/>
                  </a:lnTo>
                  <a:lnTo>
                    <a:pt x="702144" y="17094"/>
                  </a:lnTo>
                  <a:lnTo>
                    <a:pt x="663422" y="6388"/>
                  </a:lnTo>
                  <a:lnTo>
                    <a:pt x="611682" y="0"/>
                  </a:lnTo>
                  <a:lnTo>
                    <a:pt x="594245" y="647"/>
                  </a:lnTo>
                  <a:lnTo>
                    <a:pt x="526605" y="15748"/>
                  </a:lnTo>
                  <a:lnTo>
                    <a:pt x="480034" y="37744"/>
                  </a:lnTo>
                  <a:lnTo>
                    <a:pt x="476173" y="42151"/>
                  </a:lnTo>
                  <a:lnTo>
                    <a:pt x="499160" y="49593"/>
                  </a:lnTo>
                  <a:lnTo>
                    <a:pt x="521220" y="59283"/>
                  </a:lnTo>
                  <a:lnTo>
                    <a:pt x="561936" y="85051"/>
                  </a:lnTo>
                  <a:lnTo>
                    <a:pt x="591413" y="129755"/>
                  </a:lnTo>
                  <a:lnTo>
                    <a:pt x="593344" y="148005"/>
                  </a:lnTo>
                  <a:lnTo>
                    <a:pt x="593344" y="167106"/>
                  </a:lnTo>
                  <a:lnTo>
                    <a:pt x="778446" y="167106"/>
                  </a:lnTo>
                  <a:lnTo>
                    <a:pt x="778446" y="83121"/>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1016" name="Google Shape;1016;p40"/>
            <p:cNvPicPr preferRelativeResize="0"/>
            <p:nvPr/>
          </p:nvPicPr>
          <p:blipFill rotWithShape="1">
            <a:blip r:embed="rId4">
              <a:alphaModFix/>
            </a:blip>
            <a:srcRect/>
            <a:stretch/>
          </p:blipFill>
          <p:spPr>
            <a:xfrm>
              <a:off x="1883771" y="4327519"/>
              <a:ext cx="166800" cy="166892"/>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20"/>
        <p:cNvGrpSpPr/>
        <p:nvPr/>
      </p:nvGrpSpPr>
      <p:grpSpPr>
        <a:xfrm>
          <a:off x="0" y="0"/>
          <a:ext cx="0" cy="0"/>
          <a:chOff x="0" y="0"/>
          <a:chExt cx="0" cy="0"/>
        </a:xfrm>
      </p:grpSpPr>
      <p:grpSp>
        <p:nvGrpSpPr>
          <p:cNvPr id="1021" name="Google Shape;1021;p41"/>
          <p:cNvGrpSpPr/>
          <p:nvPr/>
        </p:nvGrpSpPr>
        <p:grpSpPr>
          <a:xfrm>
            <a:off x="420623" y="693353"/>
            <a:ext cx="8475345" cy="984761"/>
            <a:chOff x="560831" y="924470"/>
            <a:chExt cx="11300460" cy="1313015"/>
          </a:xfrm>
        </p:grpSpPr>
        <p:sp>
          <p:nvSpPr>
            <p:cNvPr id="1022" name="Google Shape;1022;p41"/>
            <p:cNvSpPr/>
            <p:nvPr/>
          </p:nvSpPr>
          <p:spPr>
            <a:xfrm>
              <a:off x="560831" y="1629155"/>
              <a:ext cx="11300460" cy="608330"/>
            </a:xfrm>
            <a:custGeom>
              <a:avLst/>
              <a:gdLst/>
              <a:ahLst/>
              <a:cxnLst/>
              <a:rect l="l" t="t" r="r" b="b"/>
              <a:pathLst>
                <a:path w="11300460" h="608330" extrusionOk="0">
                  <a:moveTo>
                    <a:pt x="11199114" y="0"/>
                  </a:moveTo>
                  <a:lnTo>
                    <a:pt x="101346" y="0"/>
                  </a:lnTo>
                  <a:lnTo>
                    <a:pt x="61898" y="7959"/>
                  </a:lnTo>
                  <a:lnTo>
                    <a:pt x="29684" y="29670"/>
                  </a:lnTo>
                  <a:lnTo>
                    <a:pt x="7964" y="61882"/>
                  </a:lnTo>
                  <a:lnTo>
                    <a:pt x="0" y="101346"/>
                  </a:lnTo>
                  <a:lnTo>
                    <a:pt x="0" y="506730"/>
                  </a:lnTo>
                  <a:lnTo>
                    <a:pt x="7964" y="546193"/>
                  </a:lnTo>
                  <a:lnTo>
                    <a:pt x="29684" y="578405"/>
                  </a:lnTo>
                  <a:lnTo>
                    <a:pt x="61898" y="600116"/>
                  </a:lnTo>
                  <a:lnTo>
                    <a:pt x="101346" y="608076"/>
                  </a:lnTo>
                  <a:lnTo>
                    <a:pt x="11199114" y="608076"/>
                  </a:lnTo>
                  <a:lnTo>
                    <a:pt x="11238577" y="600116"/>
                  </a:lnTo>
                  <a:lnTo>
                    <a:pt x="11270789" y="578405"/>
                  </a:lnTo>
                  <a:lnTo>
                    <a:pt x="11292500" y="546193"/>
                  </a:lnTo>
                  <a:lnTo>
                    <a:pt x="11300460" y="506730"/>
                  </a:lnTo>
                  <a:lnTo>
                    <a:pt x="11300460" y="101346"/>
                  </a:lnTo>
                  <a:lnTo>
                    <a:pt x="11292500" y="61882"/>
                  </a:lnTo>
                  <a:lnTo>
                    <a:pt x="11270789" y="29670"/>
                  </a:lnTo>
                  <a:lnTo>
                    <a:pt x="11238577" y="7959"/>
                  </a:lnTo>
                  <a:lnTo>
                    <a:pt x="11199114" y="0"/>
                  </a:lnTo>
                  <a:close/>
                </a:path>
              </a:pathLst>
            </a:custGeom>
            <a:solidFill>
              <a:srgbClr val="B497C7">
                <a:alpha val="4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23" name="Google Shape;1023;p41"/>
            <p:cNvSpPr/>
            <p:nvPr/>
          </p:nvSpPr>
          <p:spPr>
            <a:xfrm>
              <a:off x="1704581" y="924470"/>
              <a:ext cx="274955" cy="393065"/>
            </a:xfrm>
            <a:custGeom>
              <a:avLst/>
              <a:gdLst/>
              <a:ahLst/>
              <a:cxnLst/>
              <a:rect l="l" t="t" r="r" b="b"/>
              <a:pathLst>
                <a:path w="274955" h="393065" extrusionOk="0">
                  <a:moveTo>
                    <a:pt x="171551" y="360476"/>
                  </a:moveTo>
                  <a:lnTo>
                    <a:pt x="102946" y="360476"/>
                  </a:lnTo>
                  <a:lnTo>
                    <a:pt x="106235" y="373138"/>
                  </a:lnTo>
                  <a:lnTo>
                    <a:pt x="113703" y="383362"/>
                  </a:lnTo>
                  <a:lnTo>
                    <a:pt x="124358" y="390194"/>
                  </a:lnTo>
                  <a:lnTo>
                    <a:pt x="137198" y="392696"/>
                  </a:lnTo>
                  <a:lnTo>
                    <a:pt x="150050" y="390207"/>
                  </a:lnTo>
                  <a:lnTo>
                    <a:pt x="160731" y="383374"/>
                  </a:lnTo>
                  <a:lnTo>
                    <a:pt x="168236" y="373151"/>
                  </a:lnTo>
                  <a:lnTo>
                    <a:pt x="171551" y="360476"/>
                  </a:lnTo>
                  <a:close/>
                </a:path>
                <a:path w="274955" h="393065" extrusionOk="0">
                  <a:moveTo>
                    <a:pt x="200647" y="314515"/>
                  </a:moveTo>
                  <a:lnTo>
                    <a:pt x="193433" y="307301"/>
                  </a:lnTo>
                  <a:lnTo>
                    <a:pt x="184543" y="307301"/>
                  </a:lnTo>
                  <a:lnTo>
                    <a:pt x="81064" y="307301"/>
                  </a:lnTo>
                  <a:lnTo>
                    <a:pt x="73863" y="314515"/>
                  </a:lnTo>
                  <a:lnTo>
                    <a:pt x="73863" y="332308"/>
                  </a:lnTo>
                  <a:lnTo>
                    <a:pt x="81064" y="339521"/>
                  </a:lnTo>
                  <a:lnTo>
                    <a:pt x="193433" y="339521"/>
                  </a:lnTo>
                  <a:lnTo>
                    <a:pt x="200647" y="332308"/>
                  </a:lnTo>
                  <a:lnTo>
                    <a:pt x="200647" y="314515"/>
                  </a:lnTo>
                  <a:close/>
                </a:path>
                <a:path w="274955" h="393065" extrusionOk="0">
                  <a:moveTo>
                    <a:pt x="274510" y="141020"/>
                  </a:moveTo>
                  <a:lnTo>
                    <a:pt x="274421" y="135750"/>
                  </a:lnTo>
                  <a:lnTo>
                    <a:pt x="267030" y="93281"/>
                  </a:lnTo>
                  <a:lnTo>
                    <a:pt x="247357" y="55968"/>
                  </a:lnTo>
                  <a:lnTo>
                    <a:pt x="242836" y="51485"/>
                  </a:lnTo>
                  <a:lnTo>
                    <a:pt x="242836" y="135750"/>
                  </a:lnTo>
                  <a:lnTo>
                    <a:pt x="242735" y="141020"/>
                  </a:lnTo>
                  <a:lnTo>
                    <a:pt x="231813" y="184505"/>
                  </a:lnTo>
                  <a:lnTo>
                    <a:pt x="217398" y="205689"/>
                  </a:lnTo>
                  <a:lnTo>
                    <a:pt x="208673" y="216903"/>
                  </a:lnTo>
                  <a:lnTo>
                    <a:pt x="200621" y="228587"/>
                  </a:lnTo>
                  <a:lnTo>
                    <a:pt x="193255" y="240728"/>
                  </a:lnTo>
                  <a:lnTo>
                    <a:pt x="186588" y="253263"/>
                  </a:lnTo>
                  <a:lnTo>
                    <a:pt x="87922" y="253263"/>
                  </a:lnTo>
                  <a:lnTo>
                    <a:pt x="65747" y="216903"/>
                  </a:lnTo>
                  <a:lnTo>
                    <a:pt x="51689" y="199148"/>
                  </a:lnTo>
                  <a:lnTo>
                    <a:pt x="46824" y="191973"/>
                  </a:lnTo>
                  <a:lnTo>
                    <a:pt x="32397" y="149098"/>
                  </a:lnTo>
                  <a:lnTo>
                    <a:pt x="31661" y="135750"/>
                  </a:lnTo>
                  <a:lnTo>
                    <a:pt x="40462" y="95135"/>
                  </a:lnTo>
                  <a:lnTo>
                    <a:pt x="63169" y="62039"/>
                  </a:lnTo>
                  <a:lnTo>
                    <a:pt x="96507" y="39687"/>
                  </a:lnTo>
                  <a:lnTo>
                    <a:pt x="137198" y="31343"/>
                  </a:lnTo>
                  <a:lnTo>
                    <a:pt x="177901" y="39687"/>
                  </a:lnTo>
                  <a:lnTo>
                    <a:pt x="211277" y="62039"/>
                  </a:lnTo>
                  <a:lnTo>
                    <a:pt x="234010" y="95135"/>
                  </a:lnTo>
                  <a:lnTo>
                    <a:pt x="242836" y="135750"/>
                  </a:lnTo>
                  <a:lnTo>
                    <a:pt x="242836" y="51485"/>
                  </a:lnTo>
                  <a:lnTo>
                    <a:pt x="222542" y="31343"/>
                  </a:lnTo>
                  <a:lnTo>
                    <a:pt x="217703" y="26530"/>
                  </a:lnTo>
                  <a:lnTo>
                    <a:pt x="180251" y="7150"/>
                  </a:lnTo>
                  <a:lnTo>
                    <a:pt x="137198" y="0"/>
                  </a:lnTo>
                  <a:lnTo>
                    <a:pt x="94056" y="7150"/>
                  </a:lnTo>
                  <a:lnTo>
                    <a:pt x="94195" y="7150"/>
                  </a:lnTo>
                  <a:lnTo>
                    <a:pt x="56769" y="26530"/>
                  </a:lnTo>
                  <a:lnTo>
                    <a:pt x="27279" y="55714"/>
                  </a:lnTo>
                  <a:lnTo>
                    <a:pt x="7581" y="92887"/>
                  </a:lnTo>
                  <a:lnTo>
                    <a:pt x="0" y="135750"/>
                  </a:lnTo>
                  <a:lnTo>
                    <a:pt x="25" y="141020"/>
                  </a:lnTo>
                  <a:lnTo>
                    <a:pt x="9550" y="188607"/>
                  </a:lnTo>
                  <a:lnTo>
                    <a:pt x="33388" y="227698"/>
                  </a:lnTo>
                  <a:lnTo>
                    <a:pt x="42570" y="240030"/>
                  </a:lnTo>
                  <a:lnTo>
                    <a:pt x="51015" y="252869"/>
                  </a:lnTo>
                  <a:lnTo>
                    <a:pt x="58699" y="266166"/>
                  </a:lnTo>
                  <a:lnTo>
                    <a:pt x="67386" y="283489"/>
                  </a:lnTo>
                  <a:lnTo>
                    <a:pt x="71043" y="285762"/>
                  </a:lnTo>
                  <a:lnTo>
                    <a:pt x="203568" y="285762"/>
                  </a:lnTo>
                  <a:lnTo>
                    <a:pt x="207225" y="283489"/>
                  </a:lnTo>
                  <a:lnTo>
                    <a:pt x="215925" y="266166"/>
                  </a:lnTo>
                  <a:lnTo>
                    <a:pt x="223380" y="253263"/>
                  </a:lnTo>
                  <a:lnTo>
                    <a:pt x="223608" y="252869"/>
                  </a:lnTo>
                  <a:lnTo>
                    <a:pt x="232054" y="240030"/>
                  </a:lnTo>
                  <a:lnTo>
                    <a:pt x="241223" y="227698"/>
                  </a:lnTo>
                  <a:lnTo>
                    <a:pt x="248424" y="218757"/>
                  </a:lnTo>
                  <a:lnTo>
                    <a:pt x="254800" y="209219"/>
                  </a:lnTo>
                  <a:lnTo>
                    <a:pt x="271703" y="165201"/>
                  </a:lnTo>
                  <a:lnTo>
                    <a:pt x="273608" y="153187"/>
                  </a:lnTo>
                  <a:lnTo>
                    <a:pt x="274510" y="14102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1024" name="Google Shape;1024;p41"/>
            <p:cNvPicPr preferRelativeResize="0"/>
            <p:nvPr/>
          </p:nvPicPr>
          <p:blipFill rotWithShape="1">
            <a:blip r:embed="rId3">
              <a:alphaModFix/>
            </a:blip>
            <a:srcRect/>
            <a:stretch/>
          </p:blipFill>
          <p:spPr>
            <a:xfrm>
              <a:off x="1790040" y="984167"/>
              <a:ext cx="115732" cy="161126"/>
            </a:xfrm>
            <a:prstGeom prst="rect">
              <a:avLst/>
            </a:prstGeom>
            <a:noFill/>
            <a:ln>
              <a:noFill/>
            </a:ln>
          </p:spPr>
        </p:pic>
        <p:pic>
          <p:nvPicPr>
            <p:cNvPr id="1025" name="Google Shape;1025;p41"/>
            <p:cNvPicPr preferRelativeResize="0"/>
            <p:nvPr/>
          </p:nvPicPr>
          <p:blipFill rotWithShape="1">
            <a:blip r:embed="rId4">
              <a:alphaModFix/>
            </a:blip>
            <a:srcRect/>
            <a:stretch/>
          </p:blipFill>
          <p:spPr>
            <a:xfrm>
              <a:off x="1980708" y="1303734"/>
              <a:ext cx="167049" cy="167141"/>
            </a:xfrm>
            <a:prstGeom prst="rect">
              <a:avLst/>
            </a:prstGeom>
            <a:noFill/>
            <a:ln>
              <a:noFill/>
            </a:ln>
          </p:spPr>
        </p:pic>
        <p:pic>
          <p:nvPicPr>
            <p:cNvPr id="1026" name="Google Shape;1026;p41"/>
            <p:cNvPicPr preferRelativeResize="0"/>
            <p:nvPr/>
          </p:nvPicPr>
          <p:blipFill rotWithShape="1">
            <a:blip r:embed="rId4">
              <a:alphaModFix/>
            </a:blip>
            <a:srcRect/>
            <a:stretch/>
          </p:blipFill>
          <p:spPr>
            <a:xfrm>
              <a:off x="1535171" y="1303734"/>
              <a:ext cx="167049" cy="167141"/>
            </a:xfrm>
            <a:prstGeom prst="rect">
              <a:avLst/>
            </a:prstGeom>
            <a:noFill/>
            <a:ln>
              <a:noFill/>
            </a:ln>
          </p:spPr>
        </p:pic>
        <p:sp>
          <p:nvSpPr>
            <p:cNvPr id="1027" name="Google Shape;1027;p41"/>
            <p:cNvSpPr/>
            <p:nvPr/>
          </p:nvSpPr>
          <p:spPr>
            <a:xfrm>
              <a:off x="1451635" y="1493545"/>
              <a:ext cx="779780" cy="232410"/>
            </a:xfrm>
            <a:custGeom>
              <a:avLst/>
              <a:gdLst/>
              <a:ahLst/>
              <a:cxnLst/>
              <a:rect l="l" t="t" r="r" b="b"/>
              <a:pathLst>
                <a:path w="779780" h="232410" extrusionOk="0">
                  <a:moveTo>
                    <a:pt x="302755" y="42329"/>
                  </a:moveTo>
                  <a:lnTo>
                    <a:pt x="267296" y="20866"/>
                  </a:lnTo>
                  <a:lnTo>
                    <a:pt x="219303" y="6388"/>
                  </a:lnTo>
                  <a:lnTo>
                    <a:pt x="167487" y="0"/>
                  </a:lnTo>
                  <a:lnTo>
                    <a:pt x="150025" y="660"/>
                  </a:lnTo>
                  <a:lnTo>
                    <a:pt x="98780" y="10744"/>
                  </a:lnTo>
                  <a:lnTo>
                    <a:pt x="56261" y="26631"/>
                  </a:lnTo>
                  <a:lnTo>
                    <a:pt x="17183" y="49733"/>
                  </a:lnTo>
                  <a:lnTo>
                    <a:pt x="0" y="83248"/>
                  </a:lnTo>
                  <a:lnTo>
                    <a:pt x="0" y="167360"/>
                  </a:lnTo>
                  <a:lnTo>
                    <a:pt x="185623" y="167360"/>
                  </a:lnTo>
                  <a:lnTo>
                    <a:pt x="185623" y="148234"/>
                  </a:lnTo>
                  <a:lnTo>
                    <a:pt x="187667" y="130467"/>
                  </a:lnTo>
                  <a:lnTo>
                    <a:pt x="218376" y="84213"/>
                  </a:lnTo>
                  <a:lnTo>
                    <a:pt x="258914" y="59931"/>
                  </a:lnTo>
                  <a:lnTo>
                    <a:pt x="280466" y="50266"/>
                  </a:lnTo>
                  <a:lnTo>
                    <a:pt x="302755" y="42329"/>
                  </a:lnTo>
                  <a:close/>
                </a:path>
                <a:path w="779780" h="232410" extrusionOk="0">
                  <a:moveTo>
                    <a:pt x="556869" y="148234"/>
                  </a:moveTo>
                  <a:lnTo>
                    <a:pt x="521500" y="101765"/>
                  </a:lnTo>
                  <a:lnTo>
                    <a:pt x="480466" y="82181"/>
                  </a:lnTo>
                  <a:lnTo>
                    <a:pt x="441655" y="71462"/>
                  </a:lnTo>
                  <a:lnTo>
                    <a:pt x="389826" y="65100"/>
                  </a:lnTo>
                  <a:lnTo>
                    <a:pt x="372364" y="65722"/>
                  </a:lnTo>
                  <a:lnTo>
                    <a:pt x="321119" y="75844"/>
                  </a:lnTo>
                  <a:lnTo>
                    <a:pt x="278561" y="91668"/>
                  </a:lnTo>
                  <a:lnTo>
                    <a:pt x="239522" y="114833"/>
                  </a:lnTo>
                  <a:lnTo>
                    <a:pt x="222770" y="148234"/>
                  </a:lnTo>
                  <a:lnTo>
                    <a:pt x="222770" y="231813"/>
                  </a:lnTo>
                  <a:lnTo>
                    <a:pt x="556869" y="231813"/>
                  </a:lnTo>
                  <a:lnTo>
                    <a:pt x="556869" y="148234"/>
                  </a:lnTo>
                  <a:close/>
                </a:path>
                <a:path w="779780" h="232410" extrusionOk="0">
                  <a:moveTo>
                    <a:pt x="779602" y="83248"/>
                  </a:moveTo>
                  <a:lnTo>
                    <a:pt x="744169" y="36715"/>
                  </a:lnTo>
                  <a:lnTo>
                    <a:pt x="703199" y="17132"/>
                  </a:lnTo>
                  <a:lnTo>
                    <a:pt x="664413" y="6400"/>
                  </a:lnTo>
                  <a:lnTo>
                    <a:pt x="612597" y="0"/>
                  </a:lnTo>
                  <a:lnTo>
                    <a:pt x="595134" y="647"/>
                  </a:lnTo>
                  <a:lnTo>
                    <a:pt x="527392" y="15786"/>
                  </a:lnTo>
                  <a:lnTo>
                    <a:pt x="480758" y="37807"/>
                  </a:lnTo>
                  <a:lnTo>
                    <a:pt x="476885" y="42214"/>
                  </a:lnTo>
                  <a:lnTo>
                    <a:pt x="499910" y="49669"/>
                  </a:lnTo>
                  <a:lnTo>
                    <a:pt x="521995" y="59372"/>
                  </a:lnTo>
                  <a:lnTo>
                    <a:pt x="562775" y="85178"/>
                  </a:lnTo>
                  <a:lnTo>
                    <a:pt x="592289" y="129959"/>
                  </a:lnTo>
                  <a:lnTo>
                    <a:pt x="594233" y="148234"/>
                  </a:lnTo>
                  <a:lnTo>
                    <a:pt x="594233" y="167360"/>
                  </a:lnTo>
                  <a:lnTo>
                    <a:pt x="779602" y="167360"/>
                  </a:lnTo>
                  <a:lnTo>
                    <a:pt x="779602" y="832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1028" name="Google Shape;1028;p41"/>
            <p:cNvPicPr preferRelativeResize="0"/>
            <p:nvPr/>
          </p:nvPicPr>
          <p:blipFill rotWithShape="1">
            <a:blip r:embed="rId4">
              <a:alphaModFix/>
            </a:blip>
            <a:srcRect/>
            <a:stretch/>
          </p:blipFill>
          <p:spPr>
            <a:xfrm>
              <a:off x="1757940" y="1368722"/>
              <a:ext cx="167049" cy="167141"/>
            </a:xfrm>
            <a:prstGeom prst="rect">
              <a:avLst/>
            </a:prstGeom>
            <a:noFill/>
            <a:ln>
              <a:noFill/>
            </a:ln>
          </p:spPr>
        </p:pic>
      </p:grpSp>
      <p:sp>
        <p:nvSpPr>
          <p:cNvPr id="1029" name="Google Shape;1029;p41" descr="$PPTXTitle"/>
          <p:cNvSpPr txBox="1">
            <a:spLocks noGrp="1"/>
          </p:cNvSpPr>
          <p:nvPr>
            <p:ph type="title"/>
          </p:nvPr>
        </p:nvSpPr>
        <p:spPr>
          <a:xfrm>
            <a:off x="238886" y="124725"/>
            <a:ext cx="4656773" cy="523220"/>
          </a:xfrm>
          <a:prstGeom prst="rect">
            <a:avLst/>
          </a:prstGeom>
          <a:solidFill>
            <a:srgbClr val="00CC99">
              <a:alpha val="49803"/>
            </a:srgbClr>
          </a:solidFill>
          <a:ln>
            <a:noFill/>
          </a:ln>
        </p:spPr>
        <p:txBody>
          <a:bodyPr spcFirstLastPara="1" wrap="square" lIns="0" tIns="76200" rIns="0" bIns="0" anchor="ctr" anchorCtr="0">
            <a:spAutoFit/>
          </a:bodyPr>
          <a:lstStyle/>
          <a:p>
            <a:pPr marL="68580" lvl="0" indent="0" algn="l" rtl="0">
              <a:lnSpc>
                <a:spcPct val="100000"/>
              </a:lnSpc>
              <a:spcBef>
                <a:spcPts val="600"/>
              </a:spcBef>
              <a:spcAft>
                <a:spcPts val="0"/>
              </a:spcAft>
              <a:buSzPts val="1800"/>
              <a:buNone/>
            </a:pPr>
            <a:r>
              <a:rPr lang="en" sz="2400">
                <a:solidFill>
                  <a:srgbClr val="000000"/>
                </a:solidFill>
              </a:rPr>
              <a:t>Crafting a Research Question</a:t>
            </a:r>
            <a:endParaRPr sz="2400"/>
          </a:p>
        </p:txBody>
      </p:sp>
      <p:sp>
        <p:nvSpPr>
          <p:cNvPr id="1030" name="Google Shape;1030;p41"/>
          <p:cNvSpPr/>
          <p:nvPr/>
        </p:nvSpPr>
        <p:spPr>
          <a:xfrm>
            <a:off x="358903" y="1821941"/>
            <a:ext cx="8597741" cy="1622108"/>
          </a:xfrm>
          <a:custGeom>
            <a:avLst/>
            <a:gdLst/>
            <a:ahLst/>
            <a:cxnLst/>
            <a:rect l="l" t="t" r="r" b="b"/>
            <a:pathLst>
              <a:path w="11463655" h="2162810" extrusionOk="0">
                <a:moveTo>
                  <a:pt x="11103102" y="0"/>
                </a:moveTo>
                <a:lnTo>
                  <a:pt x="360426" y="0"/>
                </a:lnTo>
                <a:lnTo>
                  <a:pt x="311517" y="3291"/>
                </a:lnTo>
                <a:lnTo>
                  <a:pt x="264609" y="12878"/>
                </a:lnTo>
                <a:lnTo>
                  <a:pt x="220131" y="28330"/>
                </a:lnTo>
                <a:lnTo>
                  <a:pt x="178511" y="49219"/>
                </a:lnTo>
                <a:lnTo>
                  <a:pt x="140179" y="75114"/>
                </a:lnTo>
                <a:lnTo>
                  <a:pt x="105565" y="105584"/>
                </a:lnTo>
                <a:lnTo>
                  <a:pt x="75098" y="140201"/>
                </a:lnTo>
                <a:lnTo>
                  <a:pt x="49208" y="178533"/>
                </a:lnTo>
                <a:lnTo>
                  <a:pt x="28323" y="220152"/>
                </a:lnTo>
                <a:lnTo>
                  <a:pt x="12874" y="264627"/>
                </a:lnTo>
                <a:lnTo>
                  <a:pt x="3290" y="311528"/>
                </a:lnTo>
                <a:lnTo>
                  <a:pt x="0" y="360426"/>
                </a:lnTo>
                <a:lnTo>
                  <a:pt x="0" y="1802130"/>
                </a:lnTo>
                <a:lnTo>
                  <a:pt x="3290" y="1851027"/>
                </a:lnTo>
                <a:lnTo>
                  <a:pt x="12874" y="1897928"/>
                </a:lnTo>
                <a:lnTo>
                  <a:pt x="28323" y="1942403"/>
                </a:lnTo>
                <a:lnTo>
                  <a:pt x="49208" y="1984022"/>
                </a:lnTo>
                <a:lnTo>
                  <a:pt x="75098" y="2022354"/>
                </a:lnTo>
                <a:lnTo>
                  <a:pt x="105565" y="2056971"/>
                </a:lnTo>
                <a:lnTo>
                  <a:pt x="140179" y="2087441"/>
                </a:lnTo>
                <a:lnTo>
                  <a:pt x="178511" y="2113336"/>
                </a:lnTo>
                <a:lnTo>
                  <a:pt x="220131" y="2134225"/>
                </a:lnTo>
                <a:lnTo>
                  <a:pt x="264609" y="2149677"/>
                </a:lnTo>
                <a:lnTo>
                  <a:pt x="311517" y="2159264"/>
                </a:lnTo>
                <a:lnTo>
                  <a:pt x="360426" y="2162556"/>
                </a:lnTo>
                <a:lnTo>
                  <a:pt x="11103102" y="2162556"/>
                </a:lnTo>
                <a:lnTo>
                  <a:pt x="11151999" y="2159264"/>
                </a:lnTo>
                <a:lnTo>
                  <a:pt x="11198900" y="2149677"/>
                </a:lnTo>
                <a:lnTo>
                  <a:pt x="11243375" y="2134225"/>
                </a:lnTo>
                <a:lnTo>
                  <a:pt x="11284994" y="2113336"/>
                </a:lnTo>
                <a:lnTo>
                  <a:pt x="11323326" y="2087441"/>
                </a:lnTo>
                <a:lnTo>
                  <a:pt x="11357943" y="2056971"/>
                </a:lnTo>
                <a:lnTo>
                  <a:pt x="11388413" y="2022354"/>
                </a:lnTo>
                <a:lnTo>
                  <a:pt x="11414308" y="1984022"/>
                </a:lnTo>
                <a:lnTo>
                  <a:pt x="11435197" y="1942403"/>
                </a:lnTo>
                <a:lnTo>
                  <a:pt x="11450649" y="1897928"/>
                </a:lnTo>
                <a:lnTo>
                  <a:pt x="11460236" y="1851027"/>
                </a:lnTo>
                <a:lnTo>
                  <a:pt x="11463528" y="1802130"/>
                </a:lnTo>
                <a:lnTo>
                  <a:pt x="11463528" y="360426"/>
                </a:lnTo>
                <a:lnTo>
                  <a:pt x="11460236" y="311528"/>
                </a:lnTo>
                <a:lnTo>
                  <a:pt x="11450649" y="264627"/>
                </a:lnTo>
                <a:lnTo>
                  <a:pt x="11435197" y="220152"/>
                </a:lnTo>
                <a:lnTo>
                  <a:pt x="11414308" y="178533"/>
                </a:lnTo>
                <a:lnTo>
                  <a:pt x="11388413" y="140201"/>
                </a:lnTo>
                <a:lnTo>
                  <a:pt x="11357943" y="105584"/>
                </a:lnTo>
                <a:lnTo>
                  <a:pt x="11323326" y="75114"/>
                </a:lnTo>
                <a:lnTo>
                  <a:pt x="11284994" y="49219"/>
                </a:lnTo>
                <a:lnTo>
                  <a:pt x="11243375" y="28330"/>
                </a:lnTo>
                <a:lnTo>
                  <a:pt x="11198900" y="12878"/>
                </a:lnTo>
                <a:lnTo>
                  <a:pt x="11151999" y="3291"/>
                </a:lnTo>
                <a:lnTo>
                  <a:pt x="11103102" y="0"/>
                </a:lnTo>
                <a:close/>
              </a:path>
            </a:pathLst>
          </a:custGeom>
          <a:solidFill>
            <a:schemeClr val="accent4">
              <a:alpha val="49803"/>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31" name="Google Shape;1031;p41"/>
          <p:cNvSpPr/>
          <p:nvPr/>
        </p:nvSpPr>
        <p:spPr>
          <a:xfrm>
            <a:off x="352043" y="3558159"/>
            <a:ext cx="8599170" cy="567214"/>
          </a:xfrm>
          <a:custGeom>
            <a:avLst/>
            <a:gdLst/>
            <a:ahLst/>
            <a:cxnLst/>
            <a:rect l="l" t="t" r="r" b="b"/>
            <a:pathLst>
              <a:path w="11465560" h="756285" extrusionOk="0">
                <a:moveTo>
                  <a:pt x="11339067" y="0"/>
                </a:moveTo>
                <a:lnTo>
                  <a:pt x="125984" y="0"/>
                </a:lnTo>
                <a:lnTo>
                  <a:pt x="76943" y="9898"/>
                </a:lnTo>
                <a:lnTo>
                  <a:pt x="36898" y="36893"/>
                </a:lnTo>
                <a:lnTo>
                  <a:pt x="9899" y="76938"/>
                </a:lnTo>
                <a:lnTo>
                  <a:pt x="0" y="125983"/>
                </a:lnTo>
                <a:lnTo>
                  <a:pt x="0" y="629919"/>
                </a:lnTo>
                <a:lnTo>
                  <a:pt x="9899" y="678965"/>
                </a:lnTo>
                <a:lnTo>
                  <a:pt x="36898" y="719010"/>
                </a:lnTo>
                <a:lnTo>
                  <a:pt x="76943" y="746005"/>
                </a:lnTo>
                <a:lnTo>
                  <a:pt x="125984" y="755904"/>
                </a:lnTo>
                <a:lnTo>
                  <a:pt x="11339067" y="755904"/>
                </a:lnTo>
                <a:lnTo>
                  <a:pt x="11388113" y="746005"/>
                </a:lnTo>
                <a:lnTo>
                  <a:pt x="11428158" y="719010"/>
                </a:lnTo>
                <a:lnTo>
                  <a:pt x="11455153" y="678965"/>
                </a:lnTo>
                <a:lnTo>
                  <a:pt x="11465052" y="629919"/>
                </a:lnTo>
                <a:lnTo>
                  <a:pt x="11465052" y="125983"/>
                </a:lnTo>
                <a:lnTo>
                  <a:pt x="11455153" y="76938"/>
                </a:lnTo>
                <a:lnTo>
                  <a:pt x="11428158" y="36893"/>
                </a:lnTo>
                <a:lnTo>
                  <a:pt x="11388113" y="9898"/>
                </a:lnTo>
                <a:lnTo>
                  <a:pt x="11339067" y="0"/>
                </a:lnTo>
                <a:close/>
              </a:path>
            </a:pathLst>
          </a:custGeom>
          <a:solidFill>
            <a:srgbClr val="92D050">
              <a:alpha val="4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32" name="Google Shape;1032;p41"/>
          <p:cNvSpPr txBox="1"/>
          <p:nvPr/>
        </p:nvSpPr>
        <p:spPr>
          <a:xfrm>
            <a:off x="439217" y="753333"/>
            <a:ext cx="8251984" cy="3369993"/>
          </a:xfrm>
          <a:prstGeom prst="rect">
            <a:avLst/>
          </a:prstGeom>
          <a:noFill/>
          <a:ln>
            <a:noFill/>
          </a:ln>
        </p:spPr>
        <p:txBody>
          <a:bodyPr spcFirstLastPara="1" wrap="square" lIns="0" tIns="10000" rIns="0" bIns="0" anchor="t" anchorCtr="0">
            <a:spAutoFit/>
          </a:bodyPr>
          <a:lstStyle/>
          <a:p>
            <a:pPr marL="429578" marR="0" lvl="0" indent="0" algn="ctr" rtl="0">
              <a:lnSpc>
                <a:spcPct val="100000"/>
              </a:lnSpc>
              <a:spcBef>
                <a:spcPts val="0"/>
              </a:spcBef>
              <a:spcAft>
                <a:spcPts val="0"/>
              </a:spcAft>
              <a:buNone/>
            </a:pPr>
            <a:r>
              <a:rPr lang="en" sz="2400" b="1" i="0" u="none" strike="noStrike" cap="none">
                <a:solidFill>
                  <a:srgbClr val="000000"/>
                </a:solidFill>
                <a:latin typeface="Arial"/>
                <a:ea typeface="Arial"/>
                <a:cs typeface="Arial"/>
                <a:sym typeface="Arial"/>
              </a:rPr>
              <a:t>How can we improve on the following RQ?</a:t>
            </a:r>
            <a:endParaRPr sz="2400" b="0" i="0" u="none" strike="noStrike" cap="none">
              <a:solidFill>
                <a:srgbClr val="000000"/>
              </a:solidFill>
              <a:latin typeface="Arial"/>
              <a:ea typeface="Arial"/>
              <a:cs typeface="Arial"/>
              <a:sym typeface="Arial"/>
            </a:endParaRPr>
          </a:p>
          <a:p>
            <a:pPr marL="610552" marR="0" lvl="0" indent="0" algn="l" rtl="0">
              <a:lnSpc>
                <a:spcPct val="100000"/>
              </a:lnSpc>
              <a:spcBef>
                <a:spcPts val="1403"/>
              </a:spcBef>
              <a:spcAft>
                <a:spcPts val="0"/>
              </a:spcAft>
              <a:buNone/>
            </a:pPr>
            <a:r>
              <a:rPr lang="en" sz="1800" b="0" i="0" u="none" strike="noStrike" cap="none">
                <a:solidFill>
                  <a:srgbClr val="000000"/>
                </a:solidFill>
                <a:latin typeface="Arial"/>
                <a:ea typeface="Arial"/>
                <a:cs typeface="Arial"/>
                <a:sym typeface="Arial"/>
              </a:rPr>
              <a:t>Does pretend play, or outdoor pretend play, help students learn better?</a:t>
            </a:r>
            <a:endParaRPr sz="1800" b="0" i="0" u="none" strike="noStrike" cap="none">
              <a:solidFill>
                <a:srgbClr val="000000"/>
              </a:solidFill>
              <a:latin typeface="Arial"/>
              <a:ea typeface="Arial"/>
              <a:cs typeface="Arial"/>
              <a:sym typeface="Arial"/>
            </a:endParaRPr>
          </a:p>
          <a:p>
            <a:pPr marL="324326" marR="0" lvl="0" indent="-257175" algn="l" rtl="0">
              <a:lnSpc>
                <a:spcPct val="100000"/>
              </a:lnSpc>
              <a:spcBef>
                <a:spcPts val="1984"/>
              </a:spcBef>
              <a:spcAft>
                <a:spcPts val="0"/>
              </a:spcAft>
              <a:buClr>
                <a:srgbClr val="000000"/>
              </a:buClr>
              <a:buSzPts val="1500"/>
              <a:buFont typeface="Arial"/>
              <a:buChar char="•"/>
            </a:pPr>
            <a:r>
              <a:rPr lang="en" sz="1500" b="1" i="0" u="none" strike="noStrike" cap="none">
                <a:solidFill>
                  <a:srgbClr val="000000"/>
                </a:solidFill>
                <a:latin typeface="Arial"/>
                <a:ea typeface="Arial"/>
                <a:cs typeface="Arial"/>
                <a:sym typeface="Arial"/>
              </a:rPr>
              <a:t>Not focused </a:t>
            </a:r>
            <a:r>
              <a:rPr lang="en" sz="1500" b="0" i="0" u="none" strike="noStrike" cap="none">
                <a:solidFill>
                  <a:srgbClr val="000000"/>
                </a:solidFill>
                <a:latin typeface="Arial"/>
                <a:ea typeface="Arial"/>
                <a:cs typeface="Arial"/>
                <a:sym typeface="Arial"/>
              </a:rPr>
              <a:t>— Are we looking at pretend play, outdoor pretend play or indoor pretend play?</a:t>
            </a:r>
            <a:endParaRPr sz="1500" b="0" i="0" u="none" strike="noStrike" cap="none">
              <a:solidFill>
                <a:srgbClr val="000000"/>
              </a:solidFill>
              <a:latin typeface="Arial"/>
              <a:ea typeface="Arial"/>
              <a:cs typeface="Arial"/>
              <a:sym typeface="Arial"/>
            </a:endParaRPr>
          </a:p>
          <a:p>
            <a:pPr marL="324326" marR="3810" lvl="0" indent="-257175" algn="l" rtl="0">
              <a:lnSpc>
                <a:spcPct val="100000"/>
              </a:lnSpc>
              <a:spcBef>
                <a:spcPts val="450"/>
              </a:spcBef>
              <a:spcAft>
                <a:spcPts val="0"/>
              </a:spcAft>
              <a:buClr>
                <a:srgbClr val="000000"/>
              </a:buClr>
              <a:buSzPts val="1500"/>
              <a:buFont typeface="Arial"/>
              <a:buChar char="•"/>
            </a:pPr>
            <a:r>
              <a:rPr lang="en" sz="1500" b="1" i="0" u="none" strike="noStrike" cap="none">
                <a:solidFill>
                  <a:srgbClr val="000000"/>
                </a:solidFill>
                <a:latin typeface="Arial"/>
                <a:ea typeface="Arial"/>
                <a:cs typeface="Arial"/>
                <a:sym typeface="Arial"/>
              </a:rPr>
              <a:t>Not specific </a:t>
            </a:r>
            <a:r>
              <a:rPr lang="en" sz="1500" b="0" i="0" u="none" strike="noStrike" cap="none">
                <a:solidFill>
                  <a:srgbClr val="000000"/>
                </a:solidFill>
                <a:latin typeface="Arial"/>
                <a:ea typeface="Arial"/>
                <a:cs typeface="Arial"/>
                <a:sym typeface="Arial"/>
              </a:rPr>
              <a:t>— how do we know if the students are ‘learning better’? Is there a specific aspect we are looking at e.g. motor skills, language development or social skills?</a:t>
            </a:r>
            <a:endParaRPr sz="1500" b="0" i="0" u="none" strike="noStrike" cap="none">
              <a:solidFill>
                <a:srgbClr val="000000"/>
              </a:solidFill>
              <a:latin typeface="Arial"/>
              <a:ea typeface="Arial"/>
              <a:cs typeface="Arial"/>
              <a:sym typeface="Arial"/>
            </a:endParaRPr>
          </a:p>
          <a:p>
            <a:pPr marL="324326" marR="0" lvl="0" indent="-257175" algn="l" rtl="0">
              <a:lnSpc>
                <a:spcPct val="100000"/>
              </a:lnSpc>
              <a:spcBef>
                <a:spcPts val="450"/>
              </a:spcBef>
              <a:spcAft>
                <a:spcPts val="0"/>
              </a:spcAft>
              <a:buClr>
                <a:srgbClr val="000000"/>
              </a:buClr>
              <a:buSzPts val="1500"/>
              <a:buFont typeface="Arial"/>
              <a:buChar char="•"/>
            </a:pPr>
            <a:r>
              <a:rPr lang="en" sz="1500" b="0" i="0" u="none" strike="noStrike" cap="none">
                <a:solidFill>
                  <a:srgbClr val="000000"/>
                </a:solidFill>
                <a:latin typeface="Arial"/>
                <a:ea typeface="Arial"/>
                <a:cs typeface="Arial"/>
                <a:sym typeface="Arial"/>
              </a:rPr>
              <a:t>Allows </a:t>
            </a:r>
            <a:r>
              <a:rPr lang="en" sz="1500" b="1" i="0" u="none" strike="noStrike" cap="none">
                <a:solidFill>
                  <a:srgbClr val="000000"/>
                </a:solidFill>
                <a:latin typeface="Arial"/>
                <a:ea typeface="Arial"/>
                <a:cs typeface="Arial"/>
                <a:sym typeface="Arial"/>
              </a:rPr>
              <a:t>only yes/no answer</a:t>
            </a:r>
            <a:r>
              <a:rPr lang="en" sz="1500" b="0" i="0" u="none" strike="noStrike" cap="none">
                <a:solidFill>
                  <a:srgbClr val="000000"/>
                </a:solidFill>
                <a:latin typeface="Arial"/>
                <a:ea typeface="Arial"/>
                <a:cs typeface="Arial"/>
                <a:sym typeface="Arial"/>
              </a:rPr>
              <a:t>, or for </a:t>
            </a:r>
            <a:r>
              <a:rPr lang="en" sz="1500" b="1" i="0" u="none" strike="noStrike" cap="none">
                <a:solidFill>
                  <a:srgbClr val="000000"/>
                </a:solidFill>
                <a:latin typeface="Arial"/>
                <a:ea typeface="Arial"/>
                <a:cs typeface="Arial"/>
                <a:sym typeface="Arial"/>
              </a:rPr>
              <a:t>opinion</a:t>
            </a:r>
            <a:endParaRPr sz="1500" b="0" i="0" u="none" strike="noStrike" cap="none">
              <a:solidFill>
                <a:srgbClr val="000000"/>
              </a:solidFill>
              <a:latin typeface="Arial"/>
              <a:ea typeface="Arial"/>
              <a:cs typeface="Arial"/>
              <a:sym typeface="Arial"/>
            </a:endParaRPr>
          </a:p>
          <a:p>
            <a:pPr marL="324326" marR="122396" lvl="0" indent="-257175" algn="l" rtl="0">
              <a:lnSpc>
                <a:spcPct val="100000"/>
              </a:lnSpc>
              <a:spcBef>
                <a:spcPts val="450"/>
              </a:spcBef>
              <a:spcAft>
                <a:spcPts val="0"/>
              </a:spcAft>
              <a:buClr>
                <a:srgbClr val="000000"/>
              </a:buClr>
              <a:buSzPts val="1500"/>
              <a:buFont typeface="Arial"/>
              <a:buChar char="•"/>
            </a:pPr>
            <a:r>
              <a:rPr lang="en" sz="1500" b="1" i="0" u="none" strike="noStrike" cap="none">
                <a:solidFill>
                  <a:srgbClr val="000000"/>
                </a:solidFill>
                <a:latin typeface="Arial"/>
                <a:ea typeface="Arial"/>
                <a:cs typeface="Arial"/>
                <a:sym typeface="Arial"/>
              </a:rPr>
              <a:t>Feasibility </a:t>
            </a:r>
            <a:r>
              <a:rPr lang="en" sz="1800" b="0" i="0" u="none" strike="noStrike" cap="none">
                <a:solidFill>
                  <a:srgbClr val="000000"/>
                </a:solidFill>
                <a:latin typeface="Arial"/>
                <a:ea typeface="Arial"/>
                <a:cs typeface="Arial"/>
                <a:sym typeface="Arial"/>
              </a:rPr>
              <a:t>— </a:t>
            </a:r>
            <a:r>
              <a:rPr lang="en" sz="1500" b="0" i="0" u="none" strike="noStrike" cap="none">
                <a:solidFill>
                  <a:srgbClr val="000000"/>
                </a:solidFill>
                <a:latin typeface="Arial"/>
                <a:ea typeface="Arial"/>
                <a:cs typeface="Arial"/>
                <a:sym typeface="Arial"/>
              </a:rPr>
              <a:t>is it practical and feasible to look at both outdoor and indoor pretend play? Do we have data with similar indicators for indoor pretend play?</a:t>
            </a:r>
            <a:endParaRPr sz="1500" b="0" i="0" u="none" strike="noStrike" cap="none">
              <a:solidFill>
                <a:srgbClr val="000000"/>
              </a:solidFill>
              <a:latin typeface="Arial"/>
              <a:ea typeface="Arial"/>
              <a:cs typeface="Arial"/>
              <a:sym typeface="Arial"/>
            </a:endParaRPr>
          </a:p>
          <a:p>
            <a:pPr marL="9525" marR="0" lvl="0" indent="0" algn="l" rtl="0">
              <a:lnSpc>
                <a:spcPct val="100000"/>
              </a:lnSpc>
              <a:spcBef>
                <a:spcPts val="1466"/>
              </a:spcBef>
              <a:spcAft>
                <a:spcPts val="0"/>
              </a:spcAft>
              <a:buNone/>
            </a:pPr>
            <a:r>
              <a:rPr lang="en" sz="1500" b="1" i="0" u="none" strike="noStrike" cap="none">
                <a:solidFill>
                  <a:srgbClr val="000000"/>
                </a:solidFill>
                <a:latin typeface="Arial"/>
                <a:ea typeface="Arial"/>
                <a:cs typeface="Arial"/>
                <a:sym typeface="Arial"/>
              </a:rPr>
              <a:t>Suggested RQ:</a:t>
            </a:r>
            <a:endParaRPr sz="1500" b="0" i="0" u="none" strike="noStrike" cap="none">
              <a:solidFill>
                <a:srgbClr val="000000"/>
              </a:solidFill>
              <a:latin typeface="Arial"/>
              <a:ea typeface="Arial"/>
              <a:cs typeface="Arial"/>
              <a:sym typeface="Arial"/>
            </a:endParaRPr>
          </a:p>
          <a:p>
            <a:pPr marL="9525" marR="0" lvl="0" indent="0" algn="l" rtl="0">
              <a:lnSpc>
                <a:spcPct val="100000"/>
              </a:lnSpc>
              <a:spcBef>
                <a:spcPts val="0"/>
              </a:spcBef>
              <a:spcAft>
                <a:spcPts val="0"/>
              </a:spcAft>
              <a:buNone/>
            </a:pPr>
            <a:r>
              <a:rPr lang="en" sz="1500" b="0" i="0" u="none" strike="noStrike" cap="none">
                <a:solidFill>
                  <a:srgbClr val="000000"/>
                </a:solidFill>
                <a:latin typeface="Arial"/>
                <a:ea typeface="Arial"/>
                <a:cs typeface="Arial"/>
                <a:sym typeface="Arial"/>
              </a:rPr>
              <a:t>To what extent does </a:t>
            </a:r>
            <a:r>
              <a:rPr lang="en" sz="1500" b="1" i="0" u="sng" strike="noStrike" cap="none">
                <a:solidFill>
                  <a:srgbClr val="000000"/>
                </a:solidFill>
                <a:latin typeface="Arial"/>
                <a:ea typeface="Arial"/>
                <a:cs typeface="Arial"/>
                <a:sym typeface="Arial"/>
              </a:rPr>
              <a:t>pretend play</a:t>
            </a:r>
            <a:r>
              <a:rPr lang="en" sz="1500" b="1" i="0" u="none" strike="noStrike" cap="none">
                <a:solidFill>
                  <a:srgbClr val="000000"/>
                </a:solidFill>
                <a:latin typeface="Arial"/>
                <a:ea typeface="Arial"/>
                <a:cs typeface="Arial"/>
                <a:sym typeface="Arial"/>
              </a:rPr>
              <a:t>(E) </a:t>
            </a:r>
            <a:r>
              <a:rPr lang="en" sz="1500" b="0" i="0" u="none" strike="noStrike" cap="none">
                <a:solidFill>
                  <a:srgbClr val="000000"/>
                </a:solidFill>
                <a:latin typeface="Arial"/>
                <a:ea typeface="Arial"/>
                <a:cs typeface="Arial"/>
                <a:sym typeface="Arial"/>
              </a:rPr>
              <a:t>develop </a:t>
            </a:r>
            <a:r>
              <a:rPr lang="en" sz="1500" b="1" i="0" u="sng" strike="noStrike" cap="none">
                <a:solidFill>
                  <a:srgbClr val="000000"/>
                </a:solidFill>
                <a:latin typeface="Arial"/>
                <a:ea typeface="Arial"/>
                <a:cs typeface="Arial"/>
                <a:sym typeface="Arial"/>
              </a:rPr>
              <a:t>P1 students'</a:t>
            </a:r>
            <a:r>
              <a:rPr lang="en" sz="1500" b="1" i="0" u="none" strike="noStrike" cap="none">
                <a:solidFill>
                  <a:srgbClr val="000000"/>
                </a:solidFill>
                <a:latin typeface="Arial"/>
                <a:ea typeface="Arial"/>
                <a:cs typeface="Arial"/>
                <a:sym typeface="Arial"/>
              </a:rPr>
              <a:t>(P) </a:t>
            </a:r>
            <a:r>
              <a:rPr lang="en" sz="1500" b="1" i="0" u="sng" strike="noStrike" cap="none">
                <a:solidFill>
                  <a:srgbClr val="000000"/>
                </a:solidFill>
                <a:latin typeface="Arial"/>
                <a:ea typeface="Arial"/>
                <a:cs typeface="Arial"/>
                <a:sym typeface="Arial"/>
              </a:rPr>
              <a:t>problem solving skills</a:t>
            </a:r>
            <a:r>
              <a:rPr lang="en" sz="1500" b="1" i="0" u="none" strike="noStrike" cap="none">
                <a:solidFill>
                  <a:srgbClr val="000000"/>
                </a:solidFill>
                <a:latin typeface="Arial"/>
                <a:ea typeface="Arial"/>
                <a:cs typeface="Arial"/>
                <a:sym typeface="Arial"/>
              </a:rPr>
              <a:t>(O)</a:t>
            </a:r>
            <a:r>
              <a:rPr lang="en" sz="1500" b="0" i="0" u="none" strike="noStrike" cap="none">
                <a:solidFill>
                  <a:srgbClr val="000000"/>
                </a:solidFill>
                <a:latin typeface="Arial"/>
                <a:ea typeface="Arial"/>
                <a:cs typeface="Arial"/>
                <a:sym typeface="Arial"/>
              </a:rPr>
              <a:t>?</a:t>
            </a:r>
            <a:endParaRPr sz="15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036"/>
        <p:cNvGrpSpPr/>
        <p:nvPr/>
      </p:nvGrpSpPr>
      <p:grpSpPr>
        <a:xfrm>
          <a:off x="0" y="0"/>
          <a:ext cx="0" cy="0"/>
          <a:chOff x="0" y="0"/>
          <a:chExt cx="0" cy="0"/>
        </a:xfrm>
      </p:grpSpPr>
      <p:sp>
        <p:nvSpPr>
          <p:cNvPr id="1037" name="Google Shape;1037;p42"/>
          <p:cNvSpPr txBox="1"/>
          <p:nvPr/>
        </p:nvSpPr>
        <p:spPr>
          <a:xfrm>
            <a:off x="4286821" y="914266"/>
            <a:ext cx="4085749" cy="978634"/>
          </a:xfrm>
          <a:prstGeom prst="rect">
            <a:avLst/>
          </a:prstGeom>
          <a:noFill/>
          <a:ln>
            <a:noFill/>
          </a:ln>
        </p:spPr>
        <p:txBody>
          <a:bodyPr spcFirstLastPara="1" wrap="square" lIns="0" tIns="9025" rIns="0" bIns="0" anchor="t" anchorCtr="0">
            <a:spAutoFit/>
          </a:bodyPr>
          <a:lstStyle/>
          <a:p>
            <a:pPr marL="9525" marR="3810" lvl="0" indent="0" algn="l" rtl="0">
              <a:lnSpc>
                <a:spcPct val="100000"/>
              </a:lnSpc>
              <a:spcBef>
                <a:spcPts val="0"/>
              </a:spcBef>
              <a:spcAft>
                <a:spcPts val="0"/>
              </a:spcAft>
              <a:buNone/>
            </a:pPr>
            <a:r>
              <a:rPr lang="en" sz="2100" b="0" i="0" u="none" strike="noStrike" cap="none">
                <a:solidFill>
                  <a:srgbClr val="000000"/>
                </a:solidFill>
                <a:latin typeface="Arial"/>
                <a:ea typeface="Arial"/>
                <a:cs typeface="Arial"/>
                <a:sym typeface="Arial"/>
              </a:rPr>
              <a:t>Implement the strategies identified in the action plan to address the AOC</a:t>
            </a:r>
            <a:endParaRPr sz="2100" b="0" i="0" u="none" strike="noStrike" cap="none">
              <a:solidFill>
                <a:srgbClr val="000000"/>
              </a:solidFill>
              <a:latin typeface="Arial"/>
              <a:ea typeface="Arial"/>
              <a:cs typeface="Arial"/>
              <a:sym typeface="Arial"/>
            </a:endParaRPr>
          </a:p>
        </p:txBody>
      </p:sp>
      <p:sp>
        <p:nvSpPr>
          <p:cNvPr id="1038" name="Google Shape;1038;p42"/>
          <p:cNvSpPr txBox="1"/>
          <p:nvPr/>
        </p:nvSpPr>
        <p:spPr>
          <a:xfrm>
            <a:off x="4286821" y="2194618"/>
            <a:ext cx="3965734" cy="1301799"/>
          </a:xfrm>
          <a:prstGeom prst="rect">
            <a:avLst/>
          </a:prstGeom>
          <a:noFill/>
          <a:ln>
            <a:noFill/>
          </a:ln>
        </p:spPr>
        <p:txBody>
          <a:bodyPr spcFirstLastPara="1" wrap="square" lIns="0" tIns="9025" rIns="0" bIns="0" anchor="t" anchorCtr="0">
            <a:spAutoFit/>
          </a:bodyPr>
          <a:lstStyle/>
          <a:p>
            <a:pPr marL="9525" marR="3810" lvl="0" indent="0" algn="l" rtl="0">
              <a:lnSpc>
                <a:spcPct val="100000"/>
              </a:lnSpc>
              <a:spcBef>
                <a:spcPts val="0"/>
              </a:spcBef>
              <a:spcAft>
                <a:spcPts val="0"/>
              </a:spcAft>
              <a:buNone/>
            </a:pPr>
            <a:r>
              <a:rPr lang="en" sz="2100" b="0" i="0" u="none" strike="noStrike" cap="none">
                <a:solidFill>
                  <a:srgbClr val="C0504D"/>
                </a:solidFill>
                <a:latin typeface="Arial"/>
                <a:ea typeface="Arial"/>
                <a:cs typeface="Arial"/>
                <a:sym typeface="Arial"/>
              </a:rPr>
              <a:t>Example: Intervention Strategies Use of social stories to teach children how to get attention from peers politely.</a:t>
            </a:r>
            <a:endParaRPr sz="2100" b="0" i="0" u="none" strike="noStrike" cap="none">
              <a:solidFill>
                <a:srgbClr val="000000"/>
              </a:solidFill>
              <a:latin typeface="Arial"/>
              <a:ea typeface="Arial"/>
              <a:cs typeface="Arial"/>
              <a:sym typeface="Arial"/>
            </a:endParaRPr>
          </a:p>
        </p:txBody>
      </p:sp>
      <p:sp>
        <p:nvSpPr>
          <p:cNvPr id="1039" name="Google Shape;1039;p42"/>
          <p:cNvSpPr txBox="1"/>
          <p:nvPr/>
        </p:nvSpPr>
        <p:spPr>
          <a:xfrm>
            <a:off x="2767679" y="2281000"/>
            <a:ext cx="960120" cy="892552"/>
          </a:xfrm>
          <a:prstGeom prst="rect">
            <a:avLst/>
          </a:prstGeom>
          <a:noFill/>
          <a:ln>
            <a:noFill/>
          </a:ln>
        </p:spPr>
        <p:txBody>
          <a:bodyPr spcFirstLastPara="1" wrap="square" lIns="0" tIns="0" rIns="0" bIns="0" anchor="t" anchorCtr="0">
            <a:spAutoFit/>
          </a:bodyPr>
          <a:lstStyle/>
          <a:p>
            <a:pPr marL="0" marR="0" lvl="0" indent="0" algn="l" rtl="0">
              <a:lnSpc>
                <a:spcPct val="110518"/>
              </a:lnSpc>
              <a:spcBef>
                <a:spcPts val="0"/>
              </a:spcBef>
              <a:spcAft>
                <a:spcPts val="0"/>
              </a:spcAft>
              <a:buNone/>
            </a:pPr>
            <a:r>
              <a:rPr lang="en" sz="1350" b="0" i="0" u="none" strike="noStrike" cap="none">
                <a:solidFill>
                  <a:srgbClr val="000000"/>
                </a:solidFill>
                <a:latin typeface="Calibri"/>
                <a:ea typeface="Calibri"/>
                <a:cs typeface="Calibri"/>
                <a:sym typeface="Calibri"/>
              </a:rPr>
              <a:t>• </a:t>
            </a:r>
            <a:r>
              <a:rPr lang="en" sz="1350" b="1" i="0" u="none" strike="noStrike" cap="none">
                <a:solidFill>
                  <a:srgbClr val="000000"/>
                </a:solidFill>
                <a:latin typeface="Arial"/>
                <a:ea typeface="Arial"/>
                <a:cs typeface="Arial"/>
                <a:sym typeface="Arial"/>
              </a:rPr>
              <a:t>Reflection</a:t>
            </a:r>
            <a:endParaRPr sz="1350" b="0" i="0" u="none" strike="noStrike" cap="none">
              <a:solidFill>
                <a:srgbClr val="000000"/>
              </a:solidFill>
              <a:latin typeface="Arial"/>
              <a:ea typeface="Arial"/>
              <a:cs typeface="Arial"/>
              <a:sym typeface="Arial"/>
            </a:endParaRPr>
          </a:p>
          <a:p>
            <a:pPr marL="0" marR="0" lvl="0" indent="0" algn="l" rtl="0">
              <a:lnSpc>
                <a:spcPct val="100000"/>
              </a:lnSpc>
              <a:spcBef>
                <a:spcPts val="296"/>
              </a:spcBef>
              <a:spcAft>
                <a:spcPts val="0"/>
              </a:spcAft>
              <a:buNone/>
            </a:pPr>
            <a:r>
              <a:rPr lang="en" sz="1350" b="0" i="0" u="none" strike="noStrike" cap="none">
                <a:solidFill>
                  <a:srgbClr val="000000"/>
                </a:solidFill>
                <a:latin typeface="Calibri"/>
                <a:ea typeface="Calibri"/>
                <a:cs typeface="Calibri"/>
                <a:sym typeface="Calibri"/>
              </a:rPr>
              <a:t>• </a:t>
            </a:r>
            <a:r>
              <a:rPr lang="en" sz="1350" b="1" i="0" u="none" strike="noStrike" cap="none">
                <a:solidFill>
                  <a:srgbClr val="000000"/>
                </a:solidFill>
                <a:latin typeface="Arial"/>
                <a:ea typeface="Arial"/>
                <a:cs typeface="Arial"/>
                <a:sym typeface="Arial"/>
              </a:rPr>
              <a:t>Dialogue</a:t>
            </a:r>
            <a:endParaRPr sz="1350" b="0" i="0" u="none" strike="noStrike" cap="none">
              <a:solidFill>
                <a:srgbClr val="000000"/>
              </a:solidFill>
              <a:latin typeface="Arial"/>
              <a:ea typeface="Arial"/>
              <a:cs typeface="Arial"/>
              <a:sym typeface="Arial"/>
            </a:endParaRPr>
          </a:p>
          <a:p>
            <a:pPr marL="130016" marR="0" lvl="0" indent="-130016" algn="l" rtl="0">
              <a:lnSpc>
                <a:spcPct val="100000"/>
              </a:lnSpc>
              <a:spcBef>
                <a:spcPts val="307"/>
              </a:spcBef>
              <a:spcAft>
                <a:spcPts val="0"/>
              </a:spcAft>
              <a:buNone/>
            </a:pPr>
            <a:r>
              <a:rPr lang="en" sz="1350" b="0" i="0" u="none" strike="noStrike" cap="none">
                <a:solidFill>
                  <a:srgbClr val="000000"/>
                </a:solidFill>
                <a:latin typeface="Calibri"/>
                <a:ea typeface="Calibri"/>
                <a:cs typeface="Calibri"/>
                <a:sym typeface="Calibri"/>
              </a:rPr>
              <a:t>• </a:t>
            </a:r>
            <a:r>
              <a:rPr lang="en" sz="1350" b="1" i="0" u="none" strike="noStrike" cap="none">
                <a:solidFill>
                  <a:srgbClr val="000000"/>
                </a:solidFill>
                <a:latin typeface="Arial"/>
                <a:ea typeface="Arial"/>
                <a:cs typeface="Arial"/>
                <a:sym typeface="Arial"/>
              </a:rPr>
              <a:t>Critical friendship</a:t>
            </a:r>
            <a:endParaRPr sz="1350" b="0" i="0" u="none" strike="noStrike" cap="none">
              <a:solidFill>
                <a:srgbClr val="000000"/>
              </a:solidFill>
              <a:latin typeface="Arial"/>
              <a:ea typeface="Arial"/>
              <a:cs typeface="Arial"/>
              <a:sym typeface="Arial"/>
            </a:endParaRPr>
          </a:p>
        </p:txBody>
      </p:sp>
      <p:pic>
        <p:nvPicPr>
          <p:cNvPr id="1040" name="Google Shape;1040;p42" descr="400_F_12021861_gGyKhjkFhV8L7PHEZNNbnSlCthpUrUkO"/>
          <p:cNvPicPr preferRelativeResize="0"/>
          <p:nvPr/>
        </p:nvPicPr>
        <p:blipFill rotWithShape="1">
          <a:blip r:embed="rId3">
            <a:alphaModFix/>
          </a:blip>
          <a:srcRect/>
          <a:stretch/>
        </p:blipFill>
        <p:spPr>
          <a:xfrm>
            <a:off x="230886" y="1033272"/>
            <a:ext cx="3995927" cy="3779901"/>
          </a:xfrm>
          <a:prstGeom prst="rect">
            <a:avLst/>
          </a:prstGeom>
          <a:noFill/>
          <a:ln>
            <a:noFill/>
          </a:ln>
        </p:spPr>
      </p:pic>
      <p:sp>
        <p:nvSpPr>
          <p:cNvPr id="1041" name="Google Shape;1041;p42"/>
          <p:cNvSpPr txBox="1"/>
          <p:nvPr/>
        </p:nvSpPr>
        <p:spPr>
          <a:xfrm>
            <a:off x="1795939" y="1624775"/>
            <a:ext cx="655796" cy="332303"/>
          </a:xfrm>
          <a:prstGeom prst="rect">
            <a:avLst/>
          </a:prstGeom>
          <a:noFill/>
          <a:ln>
            <a:noFill/>
          </a:ln>
        </p:spPr>
        <p:txBody>
          <a:bodyPr spcFirstLastPara="1" wrap="square" lIns="0" tIns="9025" rIns="0" bIns="0" anchor="t" anchorCtr="0">
            <a:spAutoFit/>
          </a:bodyPr>
          <a:lstStyle/>
          <a:p>
            <a:pPr marL="9525" marR="0" lvl="0" indent="0" algn="l"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Scan</a:t>
            </a:r>
            <a:endParaRPr sz="2100" b="0" i="0" u="none" strike="noStrike" cap="none">
              <a:solidFill>
                <a:srgbClr val="000000"/>
              </a:solidFill>
              <a:latin typeface="Arial"/>
              <a:ea typeface="Arial"/>
              <a:cs typeface="Arial"/>
              <a:sym typeface="Arial"/>
            </a:endParaRPr>
          </a:p>
        </p:txBody>
      </p:sp>
      <p:sp>
        <p:nvSpPr>
          <p:cNvPr id="1042" name="Google Shape;1042;p42"/>
          <p:cNvSpPr txBox="1"/>
          <p:nvPr/>
        </p:nvSpPr>
        <p:spPr>
          <a:xfrm>
            <a:off x="3030855" y="2407253"/>
            <a:ext cx="581978" cy="332303"/>
          </a:xfrm>
          <a:prstGeom prst="rect">
            <a:avLst/>
          </a:prstGeom>
          <a:noFill/>
          <a:ln>
            <a:noFill/>
          </a:ln>
        </p:spPr>
        <p:txBody>
          <a:bodyPr spcFirstLastPara="1" wrap="square" lIns="0" tIns="9025" rIns="0" bIns="0" anchor="t" anchorCtr="0">
            <a:spAutoFit/>
          </a:bodyPr>
          <a:lstStyle/>
          <a:p>
            <a:pPr marL="9525" marR="0" lvl="0" indent="0" algn="l"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Plan</a:t>
            </a:r>
            <a:endParaRPr sz="2100" b="0" i="0" u="none" strike="noStrike" cap="none">
              <a:solidFill>
                <a:srgbClr val="000000"/>
              </a:solidFill>
              <a:latin typeface="Arial"/>
              <a:ea typeface="Arial"/>
              <a:cs typeface="Arial"/>
              <a:sym typeface="Arial"/>
            </a:endParaRPr>
          </a:p>
        </p:txBody>
      </p:sp>
      <p:sp>
        <p:nvSpPr>
          <p:cNvPr id="1043" name="Google Shape;1043;p42"/>
          <p:cNvSpPr txBox="1"/>
          <p:nvPr/>
        </p:nvSpPr>
        <p:spPr>
          <a:xfrm>
            <a:off x="2636044" y="3740468"/>
            <a:ext cx="448151" cy="332303"/>
          </a:xfrm>
          <a:prstGeom prst="rect">
            <a:avLst/>
          </a:prstGeom>
          <a:noFill/>
          <a:ln>
            <a:noFill/>
          </a:ln>
        </p:spPr>
        <p:txBody>
          <a:bodyPr spcFirstLastPara="1" wrap="square" lIns="0" tIns="9025" rIns="0" bIns="0" anchor="t" anchorCtr="0">
            <a:spAutoFit/>
          </a:bodyPr>
          <a:lstStyle/>
          <a:p>
            <a:pPr marL="9525" marR="0" lvl="0" indent="0" algn="l"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Act</a:t>
            </a:r>
            <a:endParaRPr sz="2100" b="0" i="0" u="none" strike="noStrike" cap="none">
              <a:solidFill>
                <a:srgbClr val="000000"/>
              </a:solidFill>
              <a:latin typeface="Arial"/>
              <a:ea typeface="Arial"/>
              <a:cs typeface="Arial"/>
              <a:sym typeface="Arial"/>
            </a:endParaRPr>
          </a:p>
        </p:txBody>
      </p:sp>
      <p:grpSp>
        <p:nvGrpSpPr>
          <p:cNvPr id="1044" name="Google Shape;1044;p42"/>
          <p:cNvGrpSpPr/>
          <p:nvPr/>
        </p:nvGrpSpPr>
        <p:grpSpPr>
          <a:xfrm>
            <a:off x="222884" y="1"/>
            <a:ext cx="8802815" cy="1402461"/>
            <a:chOff x="297179" y="0"/>
            <a:chExt cx="11737086" cy="1869948"/>
          </a:xfrm>
        </p:grpSpPr>
        <p:pic>
          <p:nvPicPr>
            <p:cNvPr id="1045" name="Google Shape;1045;p42"/>
            <p:cNvPicPr preferRelativeResize="0"/>
            <p:nvPr/>
          </p:nvPicPr>
          <p:blipFill rotWithShape="1">
            <a:blip r:embed="rId4">
              <a:alphaModFix/>
            </a:blip>
            <a:srcRect/>
            <a:stretch/>
          </p:blipFill>
          <p:spPr>
            <a:xfrm>
              <a:off x="297179" y="169163"/>
              <a:ext cx="11737086" cy="907542"/>
            </a:xfrm>
            <a:prstGeom prst="rect">
              <a:avLst/>
            </a:prstGeom>
            <a:noFill/>
            <a:ln>
              <a:noFill/>
            </a:ln>
          </p:spPr>
        </p:pic>
        <p:pic>
          <p:nvPicPr>
            <p:cNvPr id="1046" name="Google Shape;1046;p42"/>
            <p:cNvPicPr preferRelativeResize="0"/>
            <p:nvPr/>
          </p:nvPicPr>
          <p:blipFill rotWithShape="1">
            <a:blip r:embed="rId5">
              <a:alphaModFix/>
            </a:blip>
            <a:srcRect/>
            <a:stretch/>
          </p:blipFill>
          <p:spPr>
            <a:xfrm>
              <a:off x="1053084" y="0"/>
              <a:ext cx="2034539" cy="1869948"/>
            </a:xfrm>
            <a:prstGeom prst="rect">
              <a:avLst/>
            </a:prstGeom>
            <a:noFill/>
            <a:ln>
              <a:noFill/>
            </a:ln>
          </p:spPr>
        </p:pic>
      </p:grpSp>
      <p:sp>
        <p:nvSpPr>
          <p:cNvPr id="1047" name="Google Shape;1047;p42" descr="$PPTXTitle"/>
          <p:cNvSpPr txBox="1">
            <a:spLocks noGrp="1"/>
          </p:cNvSpPr>
          <p:nvPr>
            <p:ph type="title"/>
          </p:nvPr>
        </p:nvSpPr>
        <p:spPr>
          <a:xfrm>
            <a:off x="1248442" y="-55016"/>
            <a:ext cx="1010603" cy="946252"/>
          </a:xfrm>
          <a:prstGeom prst="rect">
            <a:avLst/>
          </a:prstGeom>
          <a:noFill/>
          <a:ln>
            <a:noFill/>
          </a:ln>
        </p:spPr>
        <p:txBody>
          <a:bodyPr spcFirstLastPara="1" wrap="square" lIns="0" tIns="10000" rIns="0" bIns="0" anchor="ctr" anchorCtr="0">
            <a:spAutoFit/>
          </a:bodyPr>
          <a:lstStyle/>
          <a:p>
            <a:pPr marL="9525" lvl="0" indent="0" algn="l" rtl="0">
              <a:lnSpc>
                <a:spcPct val="100000"/>
              </a:lnSpc>
              <a:spcBef>
                <a:spcPts val="79"/>
              </a:spcBef>
              <a:spcAft>
                <a:spcPts val="0"/>
              </a:spcAft>
              <a:buSzPts val="1800"/>
              <a:buNone/>
            </a:pPr>
            <a:r>
              <a:rPr lang="en" sz="6000">
                <a:solidFill>
                  <a:srgbClr val="C00000"/>
                </a:solidFill>
              </a:rPr>
              <a:t>A</a:t>
            </a:r>
            <a:r>
              <a:rPr lang="en" sz="3900">
                <a:solidFill>
                  <a:srgbClr val="000000"/>
                </a:solidFill>
              </a:rPr>
              <a:t>ct</a:t>
            </a:r>
            <a:endParaRPr sz="3900"/>
          </a:p>
        </p:txBody>
      </p:sp>
      <p:grpSp>
        <p:nvGrpSpPr>
          <p:cNvPr id="1048" name="Google Shape;1048;p42"/>
          <p:cNvGrpSpPr/>
          <p:nvPr/>
        </p:nvGrpSpPr>
        <p:grpSpPr>
          <a:xfrm>
            <a:off x="305857" y="66084"/>
            <a:ext cx="821045" cy="746760"/>
            <a:chOff x="407809" y="88112"/>
            <a:chExt cx="1094727" cy="995680"/>
          </a:xfrm>
        </p:grpSpPr>
        <p:pic>
          <p:nvPicPr>
            <p:cNvPr id="1049" name="Google Shape;1049;p42"/>
            <p:cNvPicPr preferRelativeResize="0"/>
            <p:nvPr/>
          </p:nvPicPr>
          <p:blipFill rotWithShape="1">
            <a:blip r:embed="rId6">
              <a:alphaModFix/>
            </a:blip>
            <a:srcRect/>
            <a:stretch/>
          </p:blipFill>
          <p:spPr>
            <a:xfrm>
              <a:off x="754229" y="780883"/>
              <a:ext cx="232233" cy="250744"/>
            </a:xfrm>
            <a:prstGeom prst="rect">
              <a:avLst/>
            </a:prstGeom>
            <a:noFill/>
            <a:ln>
              <a:noFill/>
            </a:ln>
          </p:spPr>
        </p:pic>
        <p:pic>
          <p:nvPicPr>
            <p:cNvPr id="1050" name="Google Shape;1050;p42"/>
            <p:cNvPicPr preferRelativeResize="0"/>
            <p:nvPr/>
          </p:nvPicPr>
          <p:blipFill rotWithShape="1">
            <a:blip r:embed="rId7">
              <a:alphaModFix/>
            </a:blip>
            <a:srcRect/>
            <a:stretch/>
          </p:blipFill>
          <p:spPr>
            <a:xfrm>
              <a:off x="1012266" y="780883"/>
              <a:ext cx="232233" cy="250744"/>
            </a:xfrm>
            <a:prstGeom prst="rect">
              <a:avLst/>
            </a:prstGeom>
            <a:noFill/>
            <a:ln>
              <a:noFill/>
            </a:ln>
          </p:spPr>
        </p:pic>
        <p:pic>
          <p:nvPicPr>
            <p:cNvPr id="1051" name="Google Shape;1051;p42"/>
            <p:cNvPicPr preferRelativeResize="0"/>
            <p:nvPr/>
          </p:nvPicPr>
          <p:blipFill rotWithShape="1">
            <a:blip r:embed="rId8">
              <a:alphaModFix/>
            </a:blip>
            <a:srcRect/>
            <a:stretch/>
          </p:blipFill>
          <p:spPr>
            <a:xfrm>
              <a:off x="1270303" y="780883"/>
              <a:ext cx="232233" cy="250744"/>
            </a:xfrm>
            <a:prstGeom prst="rect">
              <a:avLst/>
            </a:prstGeom>
            <a:noFill/>
            <a:ln>
              <a:noFill/>
            </a:ln>
          </p:spPr>
        </p:pic>
        <p:pic>
          <p:nvPicPr>
            <p:cNvPr id="1052" name="Google Shape;1052;p42"/>
            <p:cNvPicPr preferRelativeResize="0"/>
            <p:nvPr/>
          </p:nvPicPr>
          <p:blipFill rotWithShape="1">
            <a:blip r:embed="rId9">
              <a:alphaModFix/>
            </a:blip>
            <a:srcRect/>
            <a:stretch/>
          </p:blipFill>
          <p:spPr>
            <a:xfrm>
              <a:off x="541865" y="220198"/>
              <a:ext cx="153273" cy="153548"/>
            </a:xfrm>
            <a:prstGeom prst="rect">
              <a:avLst/>
            </a:prstGeom>
            <a:noFill/>
            <a:ln>
              <a:noFill/>
            </a:ln>
          </p:spPr>
        </p:pic>
        <p:sp>
          <p:nvSpPr>
            <p:cNvPr id="1053" name="Google Shape;1053;p42"/>
            <p:cNvSpPr/>
            <p:nvPr/>
          </p:nvSpPr>
          <p:spPr>
            <a:xfrm>
              <a:off x="407809" y="88112"/>
              <a:ext cx="979169" cy="995680"/>
            </a:xfrm>
            <a:custGeom>
              <a:avLst/>
              <a:gdLst/>
              <a:ahLst/>
              <a:cxnLst/>
              <a:rect l="l" t="t" r="r" b="b"/>
              <a:pathLst>
                <a:path w="979169" h="995680" extrusionOk="0">
                  <a:moveTo>
                    <a:pt x="668248" y="193052"/>
                  </a:moveTo>
                  <a:lnTo>
                    <a:pt x="666864" y="185724"/>
                  </a:lnTo>
                  <a:lnTo>
                    <a:pt x="662635" y="179273"/>
                  </a:lnTo>
                  <a:lnTo>
                    <a:pt x="656234" y="175056"/>
                  </a:lnTo>
                  <a:lnTo>
                    <a:pt x="648957" y="173659"/>
                  </a:lnTo>
                  <a:lnTo>
                    <a:pt x="641692" y="175056"/>
                  </a:lnTo>
                  <a:lnTo>
                    <a:pt x="635292" y="179273"/>
                  </a:lnTo>
                  <a:lnTo>
                    <a:pt x="468591" y="346252"/>
                  </a:lnTo>
                  <a:lnTo>
                    <a:pt x="458495" y="344805"/>
                  </a:lnTo>
                  <a:lnTo>
                    <a:pt x="448538" y="345998"/>
                  </a:lnTo>
                  <a:lnTo>
                    <a:pt x="439216" y="349707"/>
                  </a:lnTo>
                  <a:lnTo>
                    <a:pt x="431050" y="355828"/>
                  </a:lnTo>
                  <a:lnTo>
                    <a:pt x="380212" y="437375"/>
                  </a:lnTo>
                  <a:lnTo>
                    <a:pt x="363855" y="367779"/>
                  </a:lnTo>
                  <a:lnTo>
                    <a:pt x="335800" y="341020"/>
                  </a:lnTo>
                  <a:lnTo>
                    <a:pt x="295402" y="319874"/>
                  </a:lnTo>
                  <a:lnTo>
                    <a:pt x="226568" y="305600"/>
                  </a:lnTo>
                  <a:lnTo>
                    <a:pt x="194665" y="305562"/>
                  </a:lnTo>
                  <a:lnTo>
                    <a:pt x="163004" y="310349"/>
                  </a:lnTo>
                  <a:lnTo>
                    <a:pt x="125679" y="321398"/>
                  </a:lnTo>
                  <a:lnTo>
                    <a:pt x="85293" y="342569"/>
                  </a:lnTo>
                  <a:lnTo>
                    <a:pt x="57454" y="369697"/>
                  </a:lnTo>
                  <a:lnTo>
                    <a:pt x="0" y="615480"/>
                  </a:lnTo>
                  <a:lnTo>
                    <a:pt x="3035" y="630580"/>
                  </a:lnTo>
                  <a:lnTo>
                    <a:pt x="11341" y="642899"/>
                  </a:lnTo>
                  <a:lnTo>
                    <a:pt x="23634" y="651217"/>
                  </a:lnTo>
                  <a:lnTo>
                    <a:pt x="38709" y="654265"/>
                  </a:lnTo>
                  <a:lnTo>
                    <a:pt x="50990" y="651916"/>
                  </a:lnTo>
                  <a:lnTo>
                    <a:pt x="61645" y="645960"/>
                  </a:lnTo>
                  <a:lnTo>
                    <a:pt x="69938" y="636981"/>
                  </a:lnTo>
                  <a:lnTo>
                    <a:pt x="75082" y="625563"/>
                  </a:lnTo>
                  <a:lnTo>
                    <a:pt x="115341" y="458711"/>
                  </a:lnTo>
                  <a:lnTo>
                    <a:pt x="115341" y="995222"/>
                  </a:lnTo>
                  <a:lnTo>
                    <a:pt x="191592" y="995222"/>
                  </a:lnTo>
                  <a:lnTo>
                    <a:pt x="191592" y="649998"/>
                  </a:lnTo>
                  <a:lnTo>
                    <a:pt x="230301" y="649998"/>
                  </a:lnTo>
                  <a:lnTo>
                    <a:pt x="230301" y="995222"/>
                  </a:lnTo>
                  <a:lnTo>
                    <a:pt x="306412" y="995222"/>
                  </a:lnTo>
                  <a:lnTo>
                    <a:pt x="306412" y="456247"/>
                  </a:lnTo>
                  <a:lnTo>
                    <a:pt x="321602" y="521195"/>
                  </a:lnTo>
                  <a:lnTo>
                    <a:pt x="365963" y="543483"/>
                  </a:lnTo>
                  <a:lnTo>
                    <a:pt x="388861" y="544880"/>
                  </a:lnTo>
                  <a:lnTo>
                    <a:pt x="397357" y="542378"/>
                  </a:lnTo>
                  <a:lnTo>
                    <a:pt x="404825" y="537616"/>
                  </a:lnTo>
                  <a:lnTo>
                    <a:pt x="410794" y="530821"/>
                  </a:lnTo>
                  <a:lnTo>
                    <a:pt x="492671" y="395351"/>
                  </a:lnTo>
                  <a:lnTo>
                    <a:pt x="495350" y="381787"/>
                  </a:lnTo>
                  <a:lnTo>
                    <a:pt x="494779" y="374827"/>
                  </a:lnTo>
                  <a:lnTo>
                    <a:pt x="662508" y="206794"/>
                  </a:lnTo>
                  <a:lnTo>
                    <a:pt x="666788" y="200367"/>
                  </a:lnTo>
                  <a:lnTo>
                    <a:pt x="668248" y="193052"/>
                  </a:lnTo>
                  <a:close/>
                </a:path>
                <a:path w="979169" h="995680" extrusionOk="0">
                  <a:moveTo>
                    <a:pt x="978598" y="51701"/>
                  </a:moveTo>
                  <a:lnTo>
                    <a:pt x="974547" y="31584"/>
                  </a:lnTo>
                  <a:lnTo>
                    <a:pt x="963485" y="15151"/>
                  </a:lnTo>
                  <a:lnTo>
                    <a:pt x="947089" y="4064"/>
                  </a:lnTo>
                  <a:lnTo>
                    <a:pt x="926998" y="0"/>
                  </a:lnTo>
                  <a:lnTo>
                    <a:pt x="294805" y="0"/>
                  </a:lnTo>
                  <a:lnTo>
                    <a:pt x="274713" y="4064"/>
                  </a:lnTo>
                  <a:lnTo>
                    <a:pt x="258318" y="15151"/>
                  </a:lnTo>
                  <a:lnTo>
                    <a:pt x="247256" y="31584"/>
                  </a:lnTo>
                  <a:lnTo>
                    <a:pt x="243205" y="51701"/>
                  </a:lnTo>
                  <a:lnTo>
                    <a:pt x="243205" y="98234"/>
                  </a:lnTo>
                  <a:lnTo>
                    <a:pt x="257619" y="103251"/>
                  </a:lnTo>
                  <a:lnTo>
                    <a:pt x="271145" y="110159"/>
                  </a:lnTo>
                  <a:lnTo>
                    <a:pt x="283603" y="118872"/>
                  </a:lnTo>
                  <a:lnTo>
                    <a:pt x="294805" y="129247"/>
                  </a:lnTo>
                  <a:lnTo>
                    <a:pt x="294805" y="51701"/>
                  </a:lnTo>
                  <a:lnTo>
                    <a:pt x="926998" y="51701"/>
                  </a:lnTo>
                  <a:lnTo>
                    <a:pt x="926998" y="478218"/>
                  </a:lnTo>
                  <a:lnTo>
                    <a:pt x="486651" y="478218"/>
                  </a:lnTo>
                  <a:lnTo>
                    <a:pt x="455180" y="529920"/>
                  </a:lnTo>
                  <a:lnTo>
                    <a:pt x="926998" y="529920"/>
                  </a:lnTo>
                  <a:lnTo>
                    <a:pt x="947089" y="525856"/>
                  </a:lnTo>
                  <a:lnTo>
                    <a:pt x="963485" y="514781"/>
                  </a:lnTo>
                  <a:lnTo>
                    <a:pt x="974547" y="498348"/>
                  </a:lnTo>
                  <a:lnTo>
                    <a:pt x="978598" y="478218"/>
                  </a:lnTo>
                  <a:lnTo>
                    <a:pt x="978598" y="51701"/>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1054" name="Google Shape;1054;p42"/>
          <p:cNvSpPr txBox="1">
            <a:spLocks noGrp="1"/>
          </p:cNvSpPr>
          <p:nvPr>
            <p:ph type="sldNum" idx="12"/>
          </p:nvPr>
        </p:nvSpPr>
        <p:spPr>
          <a:xfrm>
            <a:off x="11722354" y="6400126"/>
            <a:ext cx="259715" cy="241934"/>
          </a:xfrm>
          <a:prstGeom prst="rect">
            <a:avLst/>
          </a:prstGeom>
          <a:noFill/>
          <a:ln>
            <a:noFill/>
          </a:ln>
        </p:spPr>
        <p:txBody>
          <a:bodyPr spcFirstLastPara="1" wrap="square" lIns="0" tIns="0" rIns="0" bIns="0" anchor="t" anchorCtr="0">
            <a:spAutoFit/>
          </a:bodyPr>
          <a:lstStyle/>
          <a:p>
            <a:pPr marL="38100" marR="0" lvl="0" indent="0" algn="l" rtl="0">
              <a:lnSpc>
                <a:spcPct val="119166"/>
              </a:lnSpc>
              <a:spcBef>
                <a:spcPts val="0"/>
              </a:spcBef>
              <a:spcAft>
                <a:spcPts val="0"/>
              </a:spcAft>
              <a:buNone/>
            </a:pPr>
            <a:fld id="{00000000-1234-1234-1234-123412341234}" type="slidenum">
              <a:rPr lang="en" sz="1200" b="0" i="0" u="none" strike="noStrike" cap="none">
                <a:solidFill>
                  <a:srgbClr val="7E7E7E"/>
                </a:solidFill>
                <a:latin typeface="Arial"/>
                <a:ea typeface="Arial"/>
                <a:cs typeface="Arial"/>
                <a:sym typeface="Arial"/>
              </a:rPr>
              <a:t>19</a:t>
            </a:fld>
            <a:endParaRPr sz="1200" b="0" i="0" u="none" strike="noStrike" cap="none">
              <a:solidFill>
                <a:srgbClr val="7E7E7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058"/>
        <p:cNvGrpSpPr/>
        <p:nvPr/>
      </p:nvGrpSpPr>
      <p:grpSpPr>
        <a:xfrm>
          <a:off x="0" y="0"/>
          <a:ext cx="0" cy="0"/>
          <a:chOff x="0" y="0"/>
          <a:chExt cx="0" cy="0"/>
        </a:xfrm>
      </p:grpSpPr>
      <p:pic>
        <p:nvPicPr>
          <p:cNvPr id="1059" name="Google Shape;1059;p43"/>
          <p:cNvPicPr preferRelativeResize="0"/>
          <p:nvPr/>
        </p:nvPicPr>
        <p:blipFill rotWithShape="1">
          <a:blip r:embed="rId3">
            <a:alphaModFix/>
          </a:blip>
          <a:srcRect/>
          <a:stretch/>
        </p:blipFill>
        <p:spPr>
          <a:xfrm>
            <a:off x="3124676" y="1652683"/>
            <a:ext cx="1367218" cy="1092041"/>
          </a:xfrm>
          <a:prstGeom prst="rect">
            <a:avLst/>
          </a:prstGeom>
          <a:noFill/>
          <a:ln>
            <a:noFill/>
          </a:ln>
        </p:spPr>
      </p:pic>
      <p:grpSp>
        <p:nvGrpSpPr>
          <p:cNvPr id="1060" name="Google Shape;1060;p43"/>
          <p:cNvGrpSpPr/>
          <p:nvPr/>
        </p:nvGrpSpPr>
        <p:grpSpPr>
          <a:xfrm>
            <a:off x="1060418" y="1412272"/>
            <a:ext cx="1731550" cy="1341215"/>
            <a:chOff x="1413891" y="1883029"/>
            <a:chExt cx="2308733" cy="1788287"/>
          </a:xfrm>
        </p:grpSpPr>
        <p:pic>
          <p:nvPicPr>
            <p:cNvPr id="1061" name="Google Shape;1061;p43"/>
            <p:cNvPicPr preferRelativeResize="0"/>
            <p:nvPr/>
          </p:nvPicPr>
          <p:blipFill rotWithShape="1">
            <a:blip r:embed="rId4">
              <a:alphaModFix/>
            </a:blip>
            <a:srcRect/>
            <a:stretch/>
          </p:blipFill>
          <p:spPr>
            <a:xfrm>
              <a:off x="1413891" y="1883029"/>
              <a:ext cx="2308733" cy="1788287"/>
            </a:xfrm>
            <a:prstGeom prst="rect">
              <a:avLst/>
            </a:prstGeom>
            <a:noFill/>
            <a:ln>
              <a:noFill/>
            </a:ln>
          </p:spPr>
        </p:pic>
        <p:pic>
          <p:nvPicPr>
            <p:cNvPr id="1062" name="Google Shape;1062;p43"/>
            <p:cNvPicPr preferRelativeResize="0"/>
            <p:nvPr/>
          </p:nvPicPr>
          <p:blipFill rotWithShape="1">
            <a:blip r:embed="rId5">
              <a:alphaModFix/>
            </a:blip>
            <a:srcRect/>
            <a:stretch/>
          </p:blipFill>
          <p:spPr>
            <a:xfrm>
              <a:off x="2358938" y="1913788"/>
              <a:ext cx="185401" cy="216949"/>
            </a:xfrm>
            <a:prstGeom prst="rect">
              <a:avLst/>
            </a:prstGeom>
            <a:noFill/>
            <a:ln>
              <a:noFill/>
            </a:ln>
          </p:spPr>
        </p:pic>
        <p:pic>
          <p:nvPicPr>
            <p:cNvPr id="1063" name="Google Shape;1063;p43"/>
            <p:cNvPicPr preferRelativeResize="0"/>
            <p:nvPr/>
          </p:nvPicPr>
          <p:blipFill rotWithShape="1">
            <a:blip r:embed="rId6">
              <a:alphaModFix/>
            </a:blip>
            <a:srcRect/>
            <a:stretch/>
          </p:blipFill>
          <p:spPr>
            <a:xfrm>
              <a:off x="2840736" y="2897124"/>
              <a:ext cx="531876" cy="560831"/>
            </a:xfrm>
            <a:prstGeom prst="rect">
              <a:avLst/>
            </a:prstGeom>
            <a:noFill/>
            <a:ln>
              <a:noFill/>
            </a:ln>
          </p:spPr>
        </p:pic>
      </p:grpSp>
      <p:grpSp>
        <p:nvGrpSpPr>
          <p:cNvPr id="1064" name="Google Shape;1064;p43"/>
          <p:cNvGrpSpPr/>
          <p:nvPr/>
        </p:nvGrpSpPr>
        <p:grpSpPr>
          <a:xfrm>
            <a:off x="4755546" y="1664494"/>
            <a:ext cx="1335977" cy="1220153"/>
            <a:chOff x="6340728" y="2219325"/>
            <a:chExt cx="1781302" cy="1626870"/>
          </a:xfrm>
        </p:grpSpPr>
        <p:pic>
          <p:nvPicPr>
            <p:cNvPr id="1065" name="Google Shape;1065;p43"/>
            <p:cNvPicPr preferRelativeResize="0"/>
            <p:nvPr/>
          </p:nvPicPr>
          <p:blipFill rotWithShape="1">
            <a:blip r:embed="rId7">
              <a:alphaModFix/>
            </a:blip>
            <a:srcRect/>
            <a:stretch/>
          </p:blipFill>
          <p:spPr>
            <a:xfrm>
              <a:off x="6340728" y="2219325"/>
              <a:ext cx="1781302" cy="1626870"/>
            </a:xfrm>
            <a:prstGeom prst="rect">
              <a:avLst/>
            </a:prstGeom>
            <a:noFill/>
            <a:ln>
              <a:noFill/>
            </a:ln>
          </p:spPr>
        </p:pic>
        <p:pic>
          <p:nvPicPr>
            <p:cNvPr id="1066" name="Google Shape;1066;p43"/>
            <p:cNvPicPr preferRelativeResize="0"/>
            <p:nvPr/>
          </p:nvPicPr>
          <p:blipFill rotWithShape="1">
            <a:blip r:embed="rId8">
              <a:alphaModFix/>
            </a:blip>
            <a:srcRect/>
            <a:stretch/>
          </p:blipFill>
          <p:spPr>
            <a:xfrm>
              <a:off x="6963155" y="2930651"/>
              <a:ext cx="772668" cy="615696"/>
            </a:xfrm>
            <a:prstGeom prst="rect">
              <a:avLst/>
            </a:prstGeom>
            <a:noFill/>
            <a:ln>
              <a:noFill/>
            </a:ln>
          </p:spPr>
        </p:pic>
      </p:grpSp>
      <p:grpSp>
        <p:nvGrpSpPr>
          <p:cNvPr id="1067" name="Google Shape;1067;p43"/>
          <p:cNvGrpSpPr/>
          <p:nvPr/>
        </p:nvGrpSpPr>
        <p:grpSpPr>
          <a:xfrm>
            <a:off x="6358509" y="1514570"/>
            <a:ext cx="1646301" cy="1142429"/>
            <a:chOff x="8478011" y="2019426"/>
            <a:chExt cx="2195068" cy="1523238"/>
          </a:xfrm>
        </p:grpSpPr>
        <p:pic>
          <p:nvPicPr>
            <p:cNvPr id="1068" name="Google Shape;1068;p43"/>
            <p:cNvPicPr preferRelativeResize="0"/>
            <p:nvPr/>
          </p:nvPicPr>
          <p:blipFill rotWithShape="1">
            <a:blip r:embed="rId9">
              <a:alphaModFix/>
            </a:blip>
            <a:srcRect/>
            <a:stretch/>
          </p:blipFill>
          <p:spPr>
            <a:xfrm>
              <a:off x="8478011" y="2019426"/>
              <a:ext cx="2195068" cy="1523238"/>
            </a:xfrm>
            <a:prstGeom prst="rect">
              <a:avLst/>
            </a:prstGeom>
            <a:noFill/>
            <a:ln>
              <a:noFill/>
            </a:ln>
          </p:spPr>
        </p:pic>
        <p:pic>
          <p:nvPicPr>
            <p:cNvPr id="1069" name="Google Shape;1069;p43"/>
            <p:cNvPicPr preferRelativeResize="0"/>
            <p:nvPr/>
          </p:nvPicPr>
          <p:blipFill rotWithShape="1">
            <a:blip r:embed="rId10">
              <a:alphaModFix/>
            </a:blip>
            <a:srcRect/>
            <a:stretch/>
          </p:blipFill>
          <p:spPr>
            <a:xfrm>
              <a:off x="9369551" y="2948939"/>
              <a:ext cx="694944" cy="519684"/>
            </a:xfrm>
            <a:prstGeom prst="rect">
              <a:avLst/>
            </a:prstGeom>
            <a:noFill/>
            <a:ln>
              <a:noFill/>
            </a:ln>
          </p:spPr>
        </p:pic>
      </p:grpSp>
      <p:sp>
        <p:nvSpPr>
          <p:cNvPr id="1070" name="Google Shape;1070;p43"/>
          <p:cNvSpPr txBox="1"/>
          <p:nvPr/>
        </p:nvSpPr>
        <p:spPr>
          <a:xfrm>
            <a:off x="4925759" y="1837754"/>
            <a:ext cx="1140619"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Interviews</a:t>
            </a:r>
            <a:endParaRPr sz="1800" b="0" i="0" u="none" strike="noStrike" cap="none">
              <a:solidFill>
                <a:srgbClr val="000000"/>
              </a:solidFill>
              <a:latin typeface="Arial"/>
              <a:ea typeface="Arial"/>
              <a:cs typeface="Arial"/>
              <a:sym typeface="Arial"/>
            </a:endParaRPr>
          </a:p>
        </p:txBody>
      </p:sp>
      <p:sp>
        <p:nvSpPr>
          <p:cNvPr id="1071" name="Google Shape;1071;p43"/>
          <p:cNvSpPr txBox="1"/>
          <p:nvPr/>
        </p:nvSpPr>
        <p:spPr>
          <a:xfrm>
            <a:off x="6503956" y="1627022"/>
            <a:ext cx="1379220" cy="563616"/>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Examination</a:t>
            </a:r>
            <a:endParaRPr sz="1800" b="0" i="0" u="none" strike="noStrike" cap="none">
              <a:solidFill>
                <a:srgbClr val="000000"/>
              </a:solidFill>
              <a:latin typeface="Arial"/>
              <a:ea typeface="Arial"/>
              <a:cs typeface="Arial"/>
              <a:sym typeface="Arial"/>
            </a:endParaRPr>
          </a:p>
          <a:p>
            <a:pPr marL="53816" marR="0" lvl="0" indent="0" algn="l" rtl="0">
              <a:lnSpc>
                <a:spcPct val="100000"/>
              </a:lnSpc>
              <a:spcBef>
                <a:spcPts val="4"/>
              </a:spcBef>
              <a:spcAft>
                <a:spcPts val="0"/>
              </a:spcAft>
              <a:buNone/>
            </a:pPr>
            <a:r>
              <a:rPr lang="en" sz="1800" b="1" i="0" u="none" strike="noStrike" cap="none">
                <a:solidFill>
                  <a:srgbClr val="000000"/>
                </a:solidFill>
                <a:latin typeface="Arial"/>
                <a:ea typeface="Arial"/>
                <a:cs typeface="Arial"/>
                <a:sym typeface="Arial"/>
              </a:rPr>
              <a:t>of Artefacts</a:t>
            </a:r>
            <a:endParaRPr sz="1800" b="0" i="0" u="none" strike="noStrike" cap="none">
              <a:solidFill>
                <a:srgbClr val="000000"/>
              </a:solidFill>
              <a:latin typeface="Arial"/>
              <a:ea typeface="Arial"/>
              <a:cs typeface="Arial"/>
              <a:sym typeface="Arial"/>
            </a:endParaRPr>
          </a:p>
        </p:txBody>
      </p:sp>
      <p:sp>
        <p:nvSpPr>
          <p:cNvPr id="1072" name="Google Shape;1072;p43"/>
          <p:cNvSpPr txBox="1"/>
          <p:nvPr/>
        </p:nvSpPr>
        <p:spPr>
          <a:xfrm>
            <a:off x="3151536" y="1757077"/>
            <a:ext cx="1479709"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Observations</a:t>
            </a:r>
            <a:endParaRPr sz="1800" b="0" i="0" u="none" strike="noStrike" cap="none">
              <a:solidFill>
                <a:srgbClr val="000000"/>
              </a:solidFill>
              <a:latin typeface="Arial"/>
              <a:ea typeface="Arial"/>
              <a:cs typeface="Arial"/>
              <a:sym typeface="Arial"/>
            </a:endParaRPr>
          </a:p>
        </p:txBody>
      </p:sp>
      <p:sp>
        <p:nvSpPr>
          <p:cNvPr id="1073" name="Google Shape;1073;p43"/>
          <p:cNvSpPr txBox="1"/>
          <p:nvPr/>
        </p:nvSpPr>
        <p:spPr>
          <a:xfrm>
            <a:off x="1096231" y="1777937"/>
            <a:ext cx="1683068"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000000"/>
                </a:solidFill>
                <a:latin typeface="Arial"/>
                <a:ea typeface="Arial"/>
                <a:cs typeface="Arial"/>
                <a:sym typeface="Arial"/>
              </a:rPr>
              <a:t>Questionnaires</a:t>
            </a:r>
            <a:endParaRPr sz="1800" b="0" i="0" u="none" strike="noStrike" cap="none">
              <a:solidFill>
                <a:srgbClr val="000000"/>
              </a:solidFill>
              <a:latin typeface="Arial"/>
              <a:ea typeface="Arial"/>
              <a:cs typeface="Arial"/>
              <a:sym typeface="Arial"/>
            </a:endParaRPr>
          </a:p>
        </p:txBody>
      </p:sp>
      <p:grpSp>
        <p:nvGrpSpPr>
          <p:cNvPr id="1074" name="Google Shape;1074;p43"/>
          <p:cNvGrpSpPr/>
          <p:nvPr/>
        </p:nvGrpSpPr>
        <p:grpSpPr>
          <a:xfrm>
            <a:off x="3279267" y="2056257"/>
            <a:ext cx="829819" cy="544068"/>
            <a:chOff x="4372355" y="2741676"/>
            <a:chExt cx="1106425" cy="725424"/>
          </a:xfrm>
        </p:grpSpPr>
        <p:pic>
          <p:nvPicPr>
            <p:cNvPr id="1075" name="Google Shape;1075;p43"/>
            <p:cNvPicPr preferRelativeResize="0"/>
            <p:nvPr/>
          </p:nvPicPr>
          <p:blipFill rotWithShape="1">
            <a:blip r:embed="rId11">
              <a:alphaModFix/>
            </a:blip>
            <a:srcRect/>
            <a:stretch/>
          </p:blipFill>
          <p:spPr>
            <a:xfrm>
              <a:off x="4995672" y="2741676"/>
              <a:ext cx="483108" cy="545591"/>
            </a:xfrm>
            <a:prstGeom prst="rect">
              <a:avLst/>
            </a:prstGeom>
            <a:noFill/>
            <a:ln>
              <a:noFill/>
            </a:ln>
          </p:spPr>
        </p:pic>
        <p:pic>
          <p:nvPicPr>
            <p:cNvPr id="1076" name="Google Shape;1076;p43"/>
            <p:cNvPicPr preferRelativeResize="0"/>
            <p:nvPr/>
          </p:nvPicPr>
          <p:blipFill rotWithShape="1">
            <a:blip r:embed="rId12">
              <a:alphaModFix/>
            </a:blip>
            <a:srcRect/>
            <a:stretch/>
          </p:blipFill>
          <p:spPr>
            <a:xfrm>
              <a:off x="4372355" y="2985516"/>
              <a:ext cx="659891" cy="481584"/>
            </a:xfrm>
            <a:prstGeom prst="rect">
              <a:avLst/>
            </a:prstGeom>
            <a:noFill/>
            <a:ln>
              <a:noFill/>
            </a:ln>
          </p:spPr>
        </p:pic>
      </p:grpSp>
      <p:pic>
        <p:nvPicPr>
          <p:cNvPr id="1077" name="Google Shape;1077;p43"/>
          <p:cNvPicPr preferRelativeResize="0"/>
          <p:nvPr/>
        </p:nvPicPr>
        <p:blipFill rotWithShape="1">
          <a:blip r:embed="rId13">
            <a:alphaModFix/>
          </a:blip>
          <a:srcRect/>
          <a:stretch/>
        </p:blipFill>
        <p:spPr>
          <a:xfrm>
            <a:off x="5441251" y="1622425"/>
            <a:ext cx="112733" cy="156032"/>
          </a:xfrm>
          <a:prstGeom prst="rect">
            <a:avLst/>
          </a:prstGeom>
          <a:noFill/>
          <a:ln>
            <a:noFill/>
          </a:ln>
        </p:spPr>
      </p:pic>
      <p:pic>
        <p:nvPicPr>
          <p:cNvPr id="1078" name="Google Shape;1078;p43"/>
          <p:cNvPicPr preferRelativeResize="0"/>
          <p:nvPr/>
        </p:nvPicPr>
        <p:blipFill rotWithShape="1">
          <a:blip r:embed="rId14">
            <a:alphaModFix/>
          </a:blip>
          <a:srcRect/>
          <a:stretch/>
        </p:blipFill>
        <p:spPr>
          <a:xfrm>
            <a:off x="7042171" y="1507692"/>
            <a:ext cx="186455" cy="143557"/>
          </a:xfrm>
          <a:prstGeom prst="rect">
            <a:avLst/>
          </a:prstGeom>
          <a:noFill/>
          <a:ln>
            <a:noFill/>
          </a:ln>
        </p:spPr>
      </p:pic>
      <p:pic>
        <p:nvPicPr>
          <p:cNvPr id="1079" name="Google Shape;1079;p43"/>
          <p:cNvPicPr preferRelativeResize="0"/>
          <p:nvPr/>
        </p:nvPicPr>
        <p:blipFill rotWithShape="1">
          <a:blip r:embed="rId15">
            <a:alphaModFix/>
          </a:blip>
          <a:srcRect/>
          <a:stretch/>
        </p:blipFill>
        <p:spPr>
          <a:xfrm>
            <a:off x="3755483" y="1625830"/>
            <a:ext cx="182273" cy="156502"/>
          </a:xfrm>
          <a:prstGeom prst="rect">
            <a:avLst/>
          </a:prstGeom>
          <a:noFill/>
          <a:ln>
            <a:noFill/>
          </a:ln>
        </p:spPr>
      </p:pic>
      <p:sp>
        <p:nvSpPr>
          <p:cNvPr id="1080" name="Google Shape;1080;p43"/>
          <p:cNvSpPr/>
          <p:nvPr/>
        </p:nvSpPr>
        <p:spPr>
          <a:xfrm>
            <a:off x="259461" y="3020950"/>
            <a:ext cx="2648426" cy="545306"/>
          </a:xfrm>
          <a:custGeom>
            <a:avLst/>
            <a:gdLst/>
            <a:ahLst/>
            <a:cxnLst/>
            <a:rect l="l" t="t" r="r" b="b"/>
            <a:pathLst>
              <a:path w="3531235" h="727075" extrusionOk="0">
                <a:moveTo>
                  <a:pt x="1765553" y="0"/>
                </a:moveTo>
                <a:lnTo>
                  <a:pt x="1690921" y="318"/>
                </a:lnTo>
                <a:lnTo>
                  <a:pt x="1617078" y="1266"/>
                </a:lnTo>
                <a:lnTo>
                  <a:pt x="1544085" y="2831"/>
                </a:lnTo>
                <a:lnTo>
                  <a:pt x="1472005" y="4999"/>
                </a:lnTo>
                <a:lnTo>
                  <a:pt x="1400898" y="7759"/>
                </a:lnTo>
                <a:lnTo>
                  <a:pt x="1330826" y="11098"/>
                </a:lnTo>
                <a:lnTo>
                  <a:pt x="1261851" y="15002"/>
                </a:lnTo>
                <a:lnTo>
                  <a:pt x="1194032" y="19461"/>
                </a:lnTo>
                <a:lnTo>
                  <a:pt x="1127432" y="24460"/>
                </a:lnTo>
                <a:lnTo>
                  <a:pt x="1062111" y="29987"/>
                </a:lnTo>
                <a:lnTo>
                  <a:pt x="998132" y="36031"/>
                </a:lnTo>
                <a:lnTo>
                  <a:pt x="935556" y="42577"/>
                </a:lnTo>
                <a:lnTo>
                  <a:pt x="874442" y="49614"/>
                </a:lnTo>
                <a:lnTo>
                  <a:pt x="814854" y="57129"/>
                </a:lnTo>
                <a:lnTo>
                  <a:pt x="756852" y="65109"/>
                </a:lnTo>
                <a:lnTo>
                  <a:pt x="700498" y="73542"/>
                </a:lnTo>
                <a:lnTo>
                  <a:pt x="645852" y="82416"/>
                </a:lnTo>
                <a:lnTo>
                  <a:pt x="592977" y="91716"/>
                </a:lnTo>
                <a:lnTo>
                  <a:pt x="541933" y="101432"/>
                </a:lnTo>
                <a:lnTo>
                  <a:pt x="492781" y="111550"/>
                </a:lnTo>
                <a:lnTo>
                  <a:pt x="445583" y="122058"/>
                </a:lnTo>
                <a:lnTo>
                  <a:pt x="400401" y="132942"/>
                </a:lnTo>
                <a:lnTo>
                  <a:pt x="357295" y="144192"/>
                </a:lnTo>
                <a:lnTo>
                  <a:pt x="316327" y="155793"/>
                </a:lnTo>
                <a:lnTo>
                  <a:pt x="277557" y="167734"/>
                </a:lnTo>
                <a:lnTo>
                  <a:pt x="241048" y="180001"/>
                </a:lnTo>
                <a:lnTo>
                  <a:pt x="175056" y="205465"/>
                </a:lnTo>
                <a:lnTo>
                  <a:pt x="118841" y="232085"/>
                </a:lnTo>
                <a:lnTo>
                  <a:pt x="72892" y="259760"/>
                </a:lnTo>
                <a:lnTo>
                  <a:pt x="37700" y="288389"/>
                </a:lnTo>
                <a:lnTo>
                  <a:pt x="6154" y="332901"/>
                </a:lnTo>
                <a:lnTo>
                  <a:pt x="0" y="363474"/>
                </a:lnTo>
                <a:lnTo>
                  <a:pt x="1548" y="378841"/>
                </a:lnTo>
                <a:lnTo>
                  <a:pt x="24291" y="423917"/>
                </a:lnTo>
                <a:lnTo>
                  <a:pt x="53921" y="452985"/>
                </a:lnTo>
                <a:lnTo>
                  <a:pt x="94552" y="481150"/>
                </a:lnTo>
                <a:lnTo>
                  <a:pt x="145696" y="508310"/>
                </a:lnTo>
                <a:lnTo>
                  <a:pt x="206861" y="534365"/>
                </a:lnTo>
                <a:lnTo>
                  <a:pt x="277557" y="559213"/>
                </a:lnTo>
                <a:lnTo>
                  <a:pt x="316327" y="571154"/>
                </a:lnTo>
                <a:lnTo>
                  <a:pt x="357295" y="582755"/>
                </a:lnTo>
                <a:lnTo>
                  <a:pt x="400401" y="594005"/>
                </a:lnTo>
                <a:lnTo>
                  <a:pt x="445583" y="604889"/>
                </a:lnTo>
                <a:lnTo>
                  <a:pt x="492781" y="615397"/>
                </a:lnTo>
                <a:lnTo>
                  <a:pt x="541933" y="625515"/>
                </a:lnTo>
                <a:lnTo>
                  <a:pt x="592977" y="635231"/>
                </a:lnTo>
                <a:lnTo>
                  <a:pt x="645852" y="644531"/>
                </a:lnTo>
                <a:lnTo>
                  <a:pt x="700498" y="653405"/>
                </a:lnTo>
                <a:lnTo>
                  <a:pt x="756852" y="661838"/>
                </a:lnTo>
                <a:lnTo>
                  <a:pt x="814854" y="669818"/>
                </a:lnTo>
                <a:lnTo>
                  <a:pt x="874442" y="677333"/>
                </a:lnTo>
                <a:lnTo>
                  <a:pt x="935556" y="684370"/>
                </a:lnTo>
                <a:lnTo>
                  <a:pt x="998132" y="690916"/>
                </a:lnTo>
                <a:lnTo>
                  <a:pt x="1062111" y="696960"/>
                </a:lnTo>
                <a:lnTo>
                  <a:pt x="1127432" y="702487"/>
                </a:lnTo>
                <a:lnTo>
                  <a:pt x="1194032" y="707486"/>
                </a:lnTo>
                <a:lnTo>
                  <a:pt x="1261851" y="711945"/>
                </a:lnTo>
                <a:lnTo>
                  <a:pt x="1330826" y="715849"/>
                </a:lnTo>
                <a:lnTo>
                  <a:pt x="1400898" y="719188"/>
                </a:lnTo>
                <a:lnTo>
                  <a:pt x="1472005" y="721948"/>
                </a:lnTo>
                <a:lnTo>
                  <a:pt x="1544085" y="724116"/>
                </a:lnTo>
                <a:lnTo>
                  <a:pt x="1617078" y="725681"/>
                </a:lnTo>
                <a:lnTo>
                  <a:pt x="1690921" y="726629"/>
                </a:lnTo>
                <a:lnTo>
                  <a:pt x="1765553" y="726948"/>
                </a:lnTo>
                <a:lnTo>
                  <a:pt x="1840187" y="726629"/>
                </a:lnTo>
                <a:lnTo>
                  <a:pt x="1914031" y="725681"/>
                </a:lnTo>
                <a:lnTo>
                  <a:pt x="1987024" y="724116"/>
                </a:lnTo>
                <a:lnTo>
                  <a:pt x="2059105" y="721948"/>
                </a:lnTo>
                <a:lnTo>
                  <a:pt x="2130212" y="719188"/>
                </a:lnTo>
                <a:lnTo>
                  <a:pt x="2200285" y="715849"/>
                </a:lnTo>
                <a:lnTo>
                  <a:pt x="2269261" y="711945"/>
                </a:lnTo>
                <a:lnTo>
                  <a:pt x="2337080" y="707486"/>
                </a:lnTo>
                <a:lnTo>
                  <a:pt x="2403680" y="702487"/>
                </a:lnTo>
                <a:lnTo>
                  <a:pt x="2469001" y="696960"/>
                </a:lnTo>
                <a:lnTo>
                  <a:pt x="2532980" y="690916"/>
                </a:lnTo>
                <a:lnTo>
                  <a:pt x="2595557" y="684370"/>
                </a:lnTo>
                <a:lnTo>
                  <a:pt x="2656670" y="677333"/>
                </a:lnTo>
                <a:lnTo>
                  <a:pt x="2716258" y="669818"/>
                </a:lnTo>
                <a:lnTo>
                  <a:pt x="2774260" y="661838"/>
                </a:lnTo>
                <a:lnTo>
                  <a:pt x="2830614" y="653405"/>
                </a:lnTo>
                <a:lnTo>
                  <a:pt x="2885260" y="644531"/>
                </a:lnTo>
                <a:lnTo>
                  <a:pt x="2938135" y="635231"/>
                </a:lnTo>
                <a:lnTo>
                  <a:pt x="2989179" y="625515"/>
                </a:lnTo>
                <a:lnTo>
                  <a:pt x="3038331" y="615397"/>
                </a:lnTo>
                <a:lnTo>
                  <a:pt x="3085528" y="604889"/>
                </a:lnTo>
                <a:lnTo>
                  <a:pt x="3130710" y="594005"/>
                </a:lnTo>
                <a:lnTo>
                  <a:pt x="3173816" y="582755"/>
                </a:lnTo>
                <a:lnTo>
                  <a:pt x="3214784" y="571154"/>
                </a:lnTo>
                <a:lnTo>
                  <a:pt x="3253553" y="559213"/>
                </a:lnTo>
                <a:lnTo>
                  <a:pt x="3290062" y="546946"/>
                </a:lnTo>
                <a:lnTo>
                  <a:pt x="3356053" y="521482"/>
                </a:lnTo>
                <a:lnTo>
                  <a:pt x="3412268" y="494862"/>
                </a:lnTo>
                <a:lnTo>
                  <a:pt x="3458216" y="467187"/>
                </a:lnTo>
                <a:lnTo>
                  <a:pt x="3493407" y="438558"/>
                </a:lnTo>
                <a:lnTo>
                  <a:pt x="3524953" y="394046"/>
                </a:lnTo>
                <a:lnTo>
                  <a:pt x="3531107" y="363474"/>
                </a:lnTo>
                <a:lnTo>
                  <a:pt x="3529559" y="348106"/>
                </a:lnTo>
                <a:lnTo>
                  <a:pt x="3506816" y="303030"/>
                </a:lnTo>
                <a:lnTo>
                  <a:pt x="3477187" y="273962"/>
                </a:lnTo>
                <a:lnTo>
                  <a:pt x="3436556" y="245797"/>
                </a:lnTo>
                <a:lnTo>
                  <a:pt x="3385413" y="218637"/>
                </a:lnTo>
                <a:lnTo>
                  <a:pt x="3324249" y="192582"/>
                </a:lnTo>
                <a:lnTo>
                  <a:pt x="3253553" y="167734"/>
                </a:lnTo>
                <a:lnTo>
                  <a:pt x="3214784" y="155793"/>
                </a:lnTo>
                <a:lnTo>
                  <a:pt x="3173816" y="144192"/>
                </a:lnTo>
                <a:lnTo>
                  <a:pt x="3130710" y="132942"/>
                </a:lnTo>
                <a:lnTo>
                  <a:pt x="3085528" y="122058"/>
                </a:lnTo>
                <a:lnTo>
                  <a:pt x="3038331" y="111550"/>
                </a:lnTo>
                <a:lnTo>
                  <a:pt x="2989179" y="101432"/>
                </a:lnTo>
                <a:lnTo>
                  <a:pt x="2938135" y="91716"/>
                </a:lnTo>
                <a:lnTo>
                  <a:pt x="2885260" y="82416"/>
                </a:lnTo>
                <a:lnTo>
                  <a:pt x="2830614" y="73542"/>
                </a:lnTo>
                <a:lnTo>
                  <a:pt x="2774260" y="65109"/>
                </a:lnTo>
                <a:lnTo>
                  <a:pt x="2716258" y="57129"/>
                </a:lnTo>
                <a:lnTo>
                  <a:pt x="2656670" y="49614"/>
                </a:lnTo>
                <a:lnTo>
                  <a:pt x="2595557" y="42577"/>
                </a:lnTo>
                <a:lnTo>
                  <a:pt x="2532980" y="36031"/>
                </a:lnTo>
                <a:lnTo>
                  <a:pt x="2469001" y="29987"/>
                </a:lnTo>
                <a:lnTo>
                  <a:pt x="2403680" y="24460"/>
                </a:lnTo>
                <a:lnTo>
                  <a:pt x="2337080" y="19461"/>
                </a:lnTo>
                <a:lnTo>
                  <a:pt x="2269261" y="15002"/>
                </a:lnTo>
                <a:lnTo>
                  <a:pt x="2200285" y="11098"/>
                </a:lnTo>
                <a:lnTo>
                  <a:pt x="2130212" y="7759"/>
                </a:lnTo>
                <a:lnTo>
                  <a:pt x="2059105" y="4999"/>
                </a:lnTo>
                <a:lnTo>
                  <a:pt x="1987024" y="2831"/>
                </a:lnTo>
                <a:lnTo>
                  <a:pt x="1914031" y="1266"/>
                </a:lnTo>
                <a:lnTo>
                  <a:pt x="1840187" y="318"/>
                </a:lnTo>
                <a:lnTo>
                  <a:pt x="1765553" y="0"/>
                </a:lnTo>
                <a:close/>
              </a:path>
            </a:pathLst>
          </a:custGeom>
          <a:solidFill>
            <a:srgbClr val="548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81" name="Google Shape;1081;p43"/>
          <p:cNvSpPr txBox="1"/>
          <p:nvPr/>
        </p:nvSpPr>
        <p:spPr>
          <a:xfrm>
            <a:off x="730682" y="3141726"/>
            <a:ext cx="1706880"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FFFFFF"/>
                </a:solidFill>
                <a:latin typeface="Arial"/>
                <a:ea typeface="Arial"/>
                <a:cs typeface="Arial"/>
                <a:sym typeface="Arial"/>
              </a:rPr>
              <a:t>QUANTITATIVE</a:t>
            </a:r>
            <a:endParaRPr sz="1800" b="0" i="0" u="none" strike="noStrike" cap="none">
              <a:solidFill>
                <a:srgbClr val="000000"/>
              </a:solidFill>
              <a:latin typeface="Arial"/>
              <a:ea typeface="Arial"/>
              <a:cs typeface="Arial"/>
              <a:sym typeface="Arial"/>
            </a:endParaRPr>
          </a:p>
        </p:txBody>
      </p:sp>
      <p:sp>
        <p:nvSpPr>
          <p:cNvPr id="1082" name="Google Shape;1082;p43"/>
          <p:cNvSpPr txBox="1"/>
          <p:nvPr/>
        </p:nvSpPr>
        <p:spPr>
          <a:xfrm>
            <a:off x="368808" y="1117054"/>
            <a:ext cx="6594158"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Data collection include both qualitative and quantitative methods.</a:t>
            </a:r>
            <a:endParaRPr sz="1800" b="0" i="0" u="none" strike="noStrike" cap="none">
              <a:solidFill>
                <a:srgbClr val="000000"/>
              </a:solidFill>
              <a:latin typeface="Arial"/>
              <a:ea typeface="Arial"/>
              <a:cs typeface="Arial"/>
              <a:sym typeface="Arial"/>
            </a:endParaRPr>
          </a:p>
        </p:txBody>
      </p:sp>
      <p:sp>
        <p:nvSpPr>
          <p:cNvPr id="1083" name="Google Shape;1083;p43"/>
          <p:cNvSpPr txBox="1"/>
          <p:nvPr/>
        </p:nvSpPr>
        <p:spPr>
          <a:xfrm>
            <a:off x="8810816" y="4789246"/>
            <a:ext cx="147161" cy="1481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900" b="0" i="0" u="none" strike="noStrike" cap="none">
                <a:solidFill>
                  <a:srgbClr val="7E7E7E"/>
                </a:solidFill>
                <a:latin typeface="Arial"/>
                <a:ea typeface="Arial"/>
                <a:cs typeface="Arial"/>
                <a:sym typeface="Arial"/>
              </a:rPr>
              <a:t>35</a:t>
            </a:r>
            <a:endParaRPr sz="900" b="0" i="0" u="none" strike="noStrike" cap="none">
              <a:solidFill>
                <a:srgbClr val="000000"/>
              </a:solidFill>
              <a:latin typeface="Arial"/>
              <a:ea typeface="Arial"/>
              <a:cs typeface="Arial"/>
              <a:sym typeface="Arial"/>
            </a:endParaRPr>
          </a:p>
        </p:txBody>
      </p:sp>
      <p:sp>
        <p:nvSpPr>
          <p:cNvPr id="1084" name="Google Shape;1084;p43"/>
          <p:cNvSpPr txBox="1"/>
          <p:nvPr/>
        </p:nvSpPr>
        <p:spPr>
          <a:xfrm>
            <a:off x="368809" y="3780472"/>
            <a:ext cx="8308181"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LC	members	can	use	existing	data	from	classroom	teaching	and	learning</a:t>
            </a:r>
            <a:endParaRPr sz="1800" b="0" i="0" u="none" strike="noStrike" cap="none">
              <a:solidFill>
                <a:srgbClr val="000000"/>
              </a:solidFill>
              <a:latin typeface="Arial"/>
              <a:ea typeface="Arial"/>
              <a:cs typeface="Arial"/>
              <a:sym typeface="Arial"/>
            </a:endParaRPr>
          </a:p>
        </p:txBody>
      </p:sp>
      <p:sp>
        <p:nvSpPr>
          <p:cNvPr id="1085" name="Google Shape;1085;p43"/>
          <p:cNvSpPr txBox="1"/>
          <p:nvPr/>
        </p:nvSpPr>
        <p:spPr>
          <a:xfrm>
            <a:off x="368808" y="3925824"/>
            <a:ext cx="8064818" cy="1098699"/>
          </a:xfrm>
          <a:prstGeom prst="rect">
            <a:avLst/>
          </a:prstGeom>
          <a:noFill/>
          <a:ln>
            <a:noFill/>
          </a:ln>
        </p:spPr>
        <p:txBody>
          <a:bodyPr spcFirstLastPara="1" wrap="square" lIns="0" tIns="138100" rIns="0" bIns="0" anchor="t" anchorCtr="0">
            <a:spAutoFit/>
          </a:bodyPr>
          <a:lstStyle/>
          <a:p>
            <a:pPr marL="9525"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activities such as students’ work, lesson artefacts and lesson observations.</a:t>
            </a:r>
            <a:endParaRPr sz="1800" b="0" i="0" u="none" strike="noStrike" cap="none">
              <a:solidFill>
                <a:srgbClr val="000000"/>
              </a:solidFill>
              <a:latin typeface="Arial"/>
              <a:ea typeface="Arial"/>
              <a:cs typeface="Arial"/>
              <a:sym typeface="Arial"/>
            </a:endParaRPr>
          </a:p>
          <a:p>
            <a:pPr marL="9525" marR="3810" lvl="0" indent="0" algn="l" rtl="0">
              <a:lnSpc>
                <a:spcPct val="100000"/>
              </a:lnSpc>
              <a:spcBef>
                <a:spcPts val="1016"/>
              </a:spcBef>
              <a:spcAft>
                <a:spcPts val="0"/>
              </a:spcAft>
              <a:buNone/>
            </a:pPr>
            <a:r>
              <a:rPr lang="en" sz="1800" b="0" i="0" u="none" strike="noStrike" cap="none">
                <a:solidFill>
                  <a:srgbClr val="C0504D"/>
                </a:solidFill>
                <a:latin typeface="Arial"/>
                <a:ea typeface="Arial"/>
                <a:cs typeface="Arial"/>
                <a:sym typeface="Arial"/>
              </a:rPr>
              <a:t>Mixed Methods Approach: Quantitative data (number of conflicts related to peer interruptions) + Qualitative data (interview)</a:t>
            </a:r>
            <a:endParaRPr sz="1800" b="0" i="0" u="none" strike="noStrike" cap="none">
              <a:solidFill>
                <a:srgbClr val="000000"/>
              </a:solidFill>
              <a:latin typeface="Arial"/>
              <a:ea typeface="Arial"/>
              <a:cs typeface="Arial"/>
              <a:sym typeface="Arial"/>
            </a:endParaRPr>
          </a:p>
        </p:txBody>
      </p:sp>
      <p:sp>
        <p:nvSpPr>
          <p:cNvPr id="1086" name="Google Shape;1086;p43"/>
          <p:cNvSpPr/>
          <p:nvPr/>
        </p:nvSpPr>
        <p:spPr>
          <a:xfrm>
            <a:off x="3111246" y="3020949"/>
            <a:ext cx="2647474" cy="571500"/>
          </a:xfrm>
          <a:custGeom>
            <a:avLst/>
            <a:gdLst/>
            <a:ahLst/>
            <a:cxnLst/>
            <a:rect l="l" t="t" r="r" b="b"/>
            <a:pathLst>
              <a:path w="3529965" h="762000" extrusionOk="0">
                <a:moveTo>
                  <a:pt x="1764792" y="0"/>
                </a:moveTo>
                <a:lnTo>
                  <a:pt x="1690187" y="334"/>
                </a:lnTo>
                <a:lnTo>
                  <a:pt x="1616372" y="1328"/>
                </a:lnTo>
                <a:lnTo>
                  <a:pt x="1543408" y="2968"/>
                </a:lnTo>
                <a:lnTo>
                  <a:pt x="1471357" y="5241"/>
                </a:lnTo>
                <a:lnTo>
                  <a:pt x="1400278" y="8134"/>
                </a:lnTo>
                <a:lnTo>
                  <a:pt x="1330235" y="11634"/>
                </a:lnTo>
                <a:lnTo>
                  <a:pt x="1261287" y="15728"/>
                </a:lnTo>
                <a:lnTo>
                  <a:pt x="1193496" y="20402"/>
                </a:lnTo>
                <a:lnTo>
                  <a:pt x="1126924" y="25643"/>
                </a:lnTo>
                <a:lnTo>
                  <a:pt x="1061631" y="31438"/>
                </a:lnTo>
                <a:lnTo>
                  <a:pt x="997679" y="37773"/>
                </a:lnTo>
                <a:lnTo>
                  <a:pt x="935129" y="44636"/>
                </a:lnTo>
                <a:lnTo>
                  <a:pt x="874042" y="52013"/>
                </a:lnTo>
                <a:lnTo>
                  <a:pt x="814479" y="59891"/>
                </a:lnTo>
                <a:lnTo>
                  <a:pt x="756503" y="68257"/>
                </a:lnTo>
                <a:lnTo>
                  <a:pt x="700173" y="77097"/>
                </a:lnTo>
                <a:lnTo>
                  <a:pt x="645552" y="86399"/>
                </a:lnTo>
                <a:lnTo>
                  <a:pt x="592700" y="96149"/>
                </a:lnTo>
                <a:lnTo>
                  <a:pt x="541679" y="106334"/>
                </a:lnTo>
                <a:lnTo>
                  <a:pt x="492549" y="116940"/>
                </a:lnTo>
                <a:lnTo>
                  <a:pt x="445373" y="127955"/>
                </a:lnTo>
                <a:lnTo>
                  <a:pt x="400211" y="139365"/>
                </a:lnTo>
                <a:lnTo>
                  <a:pt x="357125" y="151157"/>
                </a:lnTo>
                <a:lnTo>
                  <a:pt x="316176" y="163318"/>
                </a:lnTo>
                <a:lnTo>
                  <a:pt x="277425" y="175834"/>
                </a:lnTo>
                <a:lnTo>
                  <a:pt x="240933" y="188693"/>
                </a:lnTo>
                <a:lnTo>
                  <a:pt x="174972" y="215385"/>
                </a:lnTo>
                <a:lnTo>
                  <a:pt x="118783" y="243288"/>
                </a:lnTo>
                <a:lnTo>
                  <a:pt x="72856" y="272296"/>
                </a:lnTo>
                <a:lnTo>
                  <a:pt x="37682" y="302303"/>
                </a:lnTo>
                <a:lnTo>
                  <a:pt x="13749" y="333204"/>
                </a:lnTo>
                <a:lnTo>
                  <a:pt x="0" y="381000"/>
                </a:lnTo>
                <a:lnTo>
                  <a:pt x="1548" y="397106"/>
                </a:lnTo>
                <a:lnTo>
                  <a:pt x="24279" y="444350"/>
                </a:lnTo>
                <a:lnTo>
                  <a:pt x="53894" y="474818"/>
                </a:lnTo>
                <a:lnTo>
                  <a:pt x="94506" y="504339"/>
                </a:lnTo>
                <a:lnTo>
                  <a:pt x="145625" y="532807"/>
                </a:lnTo>
                <a:lnTo>
                  <a:pt x="206761" y="560118"/>
                </a:lnTo>
                <a:lnTo>
                  <a:pt x="277425" y="586165"/>
                </a:lnTo>
                <a:lnTo>
                  <a:pt x="316176" y="598681"/>
                </a:lnTo>
                <a:lnTo>
                  <a:pt x="357125" y="610842"/>
                </a:lnTo>
                <a:lnTo>
                  <a:pt x="400211" y="622634"/>
                </a:lnTo>
                <a:lnTo>
                  <a:pt x="445373" y="634044"/>
                </a:lnTo>
                <a:lnTo>
                  <a:pt x="492549" y="645059"/>
                </a:lnTo>
                <a:lnTo>
                  <a:pt x="541679" y="655665"/>
                </a:lnTo>
                <a:lnTo>
                  <a:pt x="592700" y="665850"/>
                </a:lnTo>
                <a:lnTo>
                  <a:pt x="645552" y="675600"/>
                </a:lnTo>
                <a:lnTo>
                  <a:pt x="700173" y="684902"/>
                </a:lnTo>
                <a:lnTo>
                  <a:pt x="756503" y="693742"/>
                </a:lnTo>
                <a:lnTo>
                  <a:pt x="814479" y="702108"/>
                </a:lnTo>
                <a:lnTo>
                  <a:pt x="874042" y="709986"/>
                </a:lnTo>
                <a:lnTo>
                  <a:pt x="935129" y="717363"/>
                </a:lnTo>
                <a:lnTo>
                  <a:pt x="997679" y="724226"/>
                </a:lnTo>
                <a:lnTo>
                  <a:pt x="1061631" y="730561"/>
                </a:lnTo>
                <a:lnTo>
                  <a:pt x="1126924" y="736356"/>
                </a:lnTo>
                <a:lnTo>
                  <a:pt x="1193496" y="741597"/>
                </a:lnTo>
                <a:lnTo>
                  <a:pt x="1261287" y="746271"/>
                </a:lnTo>
                <a:lnTo>
                  <a:pt x="1330235" y="750365"/>
                </a:lnTo>
                <a:lnTo>
                  <a:pt x="1400278" y="753865"/>
                </a:lnTo>
                <a:lnTo>
                  <a:pt x="1471357" y="756758"/>
                </a:lnTo>
                <a:lnTo>
                  <a:pt x="1543408" y="759031"/>
                </a:lnTo>
                <a:lnTo>
                  <a:pt x="1616372" y="760671"/>
                </a:lnTo>
                <a:lnTo>
                  <a:pt x="1690187" y="761665"/>
                </a:lnTo>
                <a:lnTo>
                  <a:pt x="1764792" y="762000"/>
                </a:lnTo>
                <a:lnTo>
                  <a:pt x="1839396" y="761665"/>
                </a:lnTo>
                <a:lnTo>
                  <a:pt x="1913211" y="760671"/>
                </a:lnTo>
                <a:lnTo>
                  <a:pt x="1986175" y="759031"/>
                </a:lnTo>
                <a:lnTo>
                  <a:pt x="2058226" y="756758"/>
                </a:lnTo>
                <a:lnTo>
                  <a:pt x="2129305" y="753865"/>
                </a:lnTo>
                <a:lnTo>
                  <a:pt x="2199348" y="750365"/>
                </a:lnTo>
                <a:lnTo>
                  <a:pt x="2268296" y="746271"/>
                </a:lnTo>
                <a:lnTo>
                  <a:pt x="2336087" y="741597"/>
                </a:lnTo>
                <a:lnTo>
                  <a:pt x="2402659" y="736356"/>
                </a:lnTo>
                <a:lnTo>
                  <a:pt x="2467952" y="730561"/>
                </a:lnTo>
                <a:lnTo>
                  <a:pt x="2531904" y="724226"/>
                </a:lnTo>
                <a:lnTo>
                  <a:pt x="2594454" y="717363"/>
                </a:lnTo>
                <a:lnTo>
                  <a:pt x="2655541" y="709986"/>
                </a:lnTo>
                <a:lnTo>
                  <a:pt x="2715104" y="702108"/>
                </a:lnTo>
                <a:lnTo>
                  <a:pt x="2773080" y="693742"/>
                </a:lnTo>
                <a:lnTo>
                  <a:pt x="2829410" y="684902"/>
                </a:lnTo>
                <a:lnTo>
                  <a:pt x="2884031" y="675600"/>
                </a:lnTo>
                <a:lnTo>
                  <a:pt x="2936883" y="665850"/>
                </a:lnTo>
                <a:lnTo>
                  <a:pt x="2987904" y="655665"/>
                </a:lnTo>
                <a:lnTo>
                  <a:pt x="3037034" y="645059"/>
                </a:lnTo>
                <a:lnTo>
                  <a:pt x="3084210" y="634044"/>
                </a:lnTo>
                <a:lnTo>
                  <a:pt x="3129372" y="622634"/>
                </a:lnTo>
                <a:lnTo>
                  <a:pt x="3172458" y="610842"/>
                </a:lnTo>
                <a:lnTo>
                  <a:pt x="3213407" y="598681"/>
                </a:lnTo>
                <a:lnTo>
                  <a:pt x="3252158" y="586165"/>
                </a:lnTo>
                <a:lnTo>
                  <a:pt x="3288650" y="573306"/>
                </a:lnTo>
                <a:lnTo>
                  <a:pt x="3354611" y="546614"/>
                </a:lnTo>
                <a:lnTo>
                  <a:pt x="3410800" y="518711"/>
                </a:lnTo>
                <a:lnTo>
                  <a:pt x="3456727" y="489703"/>
                </a:lnTo>
                <a:lnTo>
                  <a:pt x="3491901" y="459696"/>
                </a:lnTo>
                <a:lnTo>
                  <a:pt x="3515834" y="428795"/>
                </a:lnTo>
                <a:lnTo>
                  <a:pt x="3529583" y="381000"/>
                </a:lnTo>
                <a:lnTo>
                  <a:pt x="3528035" y="364893"/>
                </a:lnTo>
                <a:lnTo>
                  <a:pt x="3505304" y="317649"/>
                </a:lnTo>
                <a:lnTo>
                  <a:pt x="3475689" y="287181"/>
                </a:lnTo>
                <a:lnTo>
                  <a:pt x="3435077" y="257660"/>
                </a:lnTo>
                <a:lnTo>
                  <a:pt x="3383958" y="229192"/>
                </a:lnTo>
                <a:lnTo>
                  <a:pt x="3322822" y="201881"/>
                </a:lnTo>
                <a:lnTo>
                  <a:pt x="3252158" y="175834"/>
                </a:lnTo>
                <a:lnTo>
                  <a:pt x="3213407" y="163318"/>
                </a:lnTo>
                <a:lnTo>
                  <a:pt x="3172458" y="151157"/>
                </a:lnTo>
                <a:lnTo>
                  <a:pt x="3129372" y="139365"/>
                </a:lnTo>
                <a:lnTo>
                  <a:pt x="3084210" y="127955"/>
                </a:lnTo>
                <a:lnTo>
                  <a:pt x="3037034" y="116940"/>
                </a:lnTo>
                <a:lnTo>
                  <a:pt x="2987904" y="106334"/>
                </a:lnTo>
                <a:lnTo>
                  <a:pt x="2936883" y="96149"/>
                </a:lnTo>
                <a:lnTo>
                  <a:pt x="2884031" y="86399"/>
                </a:lnTo>
                <a:lnTo>
                  <a:pt x="2829410" y="77097"/>
                </a:lnTo>
                <a:lnTo>
                  <a:pt x="2773080" y="68257"/>
                </a:lnTo>
                <a:lnTo>
                  <a:pt x="2715104" y="59891"/>
                </a:lnTo>
                <a:lnTo>
                  <a:pt x="2655541" y="52013"/>
                </a:lnTo>
                <a:lnTo>
                  <a:pt x="2594454" y="44636"/>
                </a:lnTo>
                <a:lnTo>
                  <a:pt x="2531904" y="37773"/>
                </a:lnTo>
                <a:lnTo>
                  <a:pt x="2467952" y="31438"/>
                </a:lnTo>
                <a:lnTo>
                  <a:pt x="2402659" y="25643"/>
                </a:lnTo>
                <a:lnTo>
                  <a:pt x="2336087" y="20402"/>
                </a:lnTo>
                <a:lnTo>
                  <a:pt x="2268296" y="15728"/>
                </a:lnTo>
                <a:lnTo>
                  <a:pt x="2199348" y="11634"/>
                </a:lnTo>
                <a:lnTo>
                  <a:pt x="2129305" y="8134"/>
                </a:lnTo>
                <a:lnTo>
                  <a:pt x="2058226" y="5241"/>
                </a:lnTo>
                <a:lnTo>
                  <a:pt x="1986175" y="2968"/>
                </a:lnTo>
                <a:lnTo>
                  <a:pt x="1913211" y="1328"/>
                </a:lnTo>
                <a:lnTo>
                  <a:pt x="1839396" y="334"/>
                </a:lnTo>
                <a:lnTo>
                  <a:pt x="1764792" y="0"/>
                </a:lnTo>
                <a:close/>
              </a:path>
            </a:pathLst>
          </a:custGeom>
          <a:solidFill>
            <a:srgbClr val="548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87" name="Google Shape;1087;p43"/>
          <p:cNvSpPr txBox="1"/>
          <p:nvPr/>
        </p:nvSpPr>
        <p:spPr>
          <a:xfrm>
            <a:off x="3664744" y="3154966"/>
            <a:ext cx="1542573"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FFFFFF"/>
                </a:solidFill>
                <a:latin typeface="Arial"/>
                <a:ea typeface="Arial"/>
                <a:cs typeface="Arial"/>
                <a:sym typeface="Arial"/>
              </a:rPr>
              <a:t>QUALITATIVE</a:t>
            </a:r>
            <a:endParaRPr sz="1800" b="0" i="0" u="none" strike="noStrike" cap="none">
              <a:solidFill>
                <a:srgbClr val="000000"/>
              </a:solidFill>
              <a:latin typeface="Arial"/>
              <a:ea typeface="Arial"/>
              <a:cs typeface="Arial"/>
              <a:sym typeface="Arial"/>
            </a:endParaRPr>
          </a:p>
        </p:txBody>
      </p:sp>
      <p:sp>
        <p:nvSpPr>
          <p:cNvPr id="1088" name="Google Shape;1088;p43"/>
          <p:cNvSpPr/>
          <p:nvPr/>
        </p:nvSpPr>
        <p:spPr>
          <a:xfrm>
            <a:off x="5926455" y="3022091"/>
            <a:ext cx="2990374" cy="554355"/>
          </a:xfrm>
          <a:custGeom>
            <a:avLst/>
            <a:gdLst/>
            <a:ahLst/>
            <a:cxnLst/>
            <a:rect l="l" t="t" r="r" b="b"/>
            <a:pathLst>
              <a:path w="3987165" h="739139" extrusionOk="0">
                <a:moveTo>
                  <a:pt x="1993391" y="0"/>
                </a:moveTo>
                <a:lnTo>
                  <a:pt x="1918657" y="254"/>
                </a:lnTo>
                <a:lnTo>
                  <a:pt x="1844617" y="1013"/>
                </a:lnTo>
                <a:lnTo>
                  <a:pt x="1771320" y="2267"/>
                </a:lnTo>
                <a:lnTo>
                  <a:pt x="1698813" y="4007"/>
                </a:lnTo>
                <a:lnTo>
                  <a:pt x="1627145" y="6224"/>
                </a:lnTo>
                <a:lnTo>
                  <a:pt x="1556365" y="8909"/>
                </a:lnTo>
                <a:lnTo>
                  <a:pt x="1486520" y="12054"/>
                </a:lnTo>
                <a:lnTo>
                  <a:pt x="1417658" y="15648"/>
                </a:lnTo>
                <a:lnTo>
                  <a:pt x="1349828" y="19684"/>
                </a:lnTo>
                <a:lnTo>
                  <a:pt x="1283078" y="24153"/>
                </a:lnTo>
                <a:lnTo>
                  <a:pt x="1217455" y="29045"/>
                </a:lnTo>
                <a:lnTo>
                  <a:pt x="1153009" y="34351"/>
                </a:lnTo>
                <a:lnTo>
                  <a:pt x="1089787" y="40063"/>
                </a:lnTo>
                <a:lnTo>
                  <a:pt x="1027838" y="46172"/>
                </a:lnTo>
                <a:lnTo>
                  <a:pt x="967209" y="52669"/>
                </a:lnTo>
                <a:lnTo>
                  <a:pt x="907950" y="59544"/>
                </a:lnTo>
                <a:lnTo>
                  <a:pt x="850107" y="66790"/>
                </a:lnTo>
                <a:lnTo>
                  <a:pt x="793729" y="74396"/>
                </a:lnTo>
                <a:lnTo>
                  <a:pt x="738865" y="82354"/>
                </a:lnTo>
                <a:lnTo>
                  <a:pt x="685562" y="90655"/>
                </a:lnTo>
                <a:lnTo>
                  <a:pt x="633869" y="99291"/>
                </a:lnTo>
                <a:lnTo>
                  <a:pt x="583834" y="108251"/>
                </a:lnTo>
                <a:lnTo>
                  <a:pt x="535505" y="117528"/>
                </a:lnTo>
                <a:lnTo>
                  <a:pt x="488930" y="127112"/>
                </a:lnTo>
                <a:lnTo>
                  <a:pt x="444158" y="136995"/>
                </a:lnTo>
                <a:lnTo>
                  <a:pt x="401236" y="147167"/>
                </a:lnTo>
                <a:lnTo>
                  <a:pt x="360213" y="157619"/>
                </a:lnTo>
                <a:lnTo>
                  <a:pt x="321136" y="168343"/>
                </a:lnTo>
                <a:lnTo>
                  <a:pt x="284055" y="179330"/>
                </a:lnTo>
                <a:lnTo>
                  <a:pt x="216070" y="202055"/>
                </a:lnTo>
                <a:lnTo>
                  <a:pt x="156644" y="225724"/>
                </a:lnTo>
                <a:lnTo>
                  <a:pt x="106161" y="250265"/>
                </a:lnTo>
                <a:lnTo>
                  <a:pt x="65008" y="275606"/>
                </a:lnTo>
                <a:lnTo>
                  <a:pt x="33568" y="301676"/>
                </a:lnTo>
                <a:lnTo>
                  <a:pt x="5467" y="341990"/>
                </a:lnTo>
                <a:lnTo>
                  <a:pt x="0" y="369570"/>
                </a:lnTo>
                <a:lnTo>
                  <a:pt x="1374" y="383423"/>
                </a:lnTo>
                <a:lnTo>
                  <a:pt x="21612" y="424178"/>
                </a:lnTo>
                <a:lnTo>
                  <a:pt x="65008" y="463533"/>
                </a:lnTo>
                <a:lnTo>
                  <a:pt x="106161" y="488874"/>
                </a:lnTo>
                <a:lnTo>
                  <a:pt x="156644" y="513415"/>
                </a:lnTo>
                <a:lnTo>
                  <a:pt x="216070" y="537084"/>
                </a:lnTo>
                <a:lnTo>
                  <a:pt x="284055" y="559809"/>
                </a:lnTo>
                <a:lnTo>
                  <a:pt x="321136" y="570796"/>
                </a:lnTo>
                <a:lnTo>
                  <a:pt x="360213" y="581520"/>
                </a:lnTo>
                <a:lnTo>
                  <a:pt x="401236" y="591972"/>
                </a:lnTo>
                <a:lnTo>
                  <a:pt x="444158" y="602144"/>
                </a:lnTo>
                <a:lnTo>
                  <a:pt x="488930" y="612027"/>
                </a:lnTo>
                <a:lnTo>
                  <a:pt x="535505" y="621611"/>
                </a:lnTo>
                <a:lnTo>
                  <a:pt x="583834" y="630888"/>
                </a:lnTo>
                <a:lnTo>
                  <a:pt x="633869" y="639848"/>
                </a:lnTo>
                <a:lnTo>
                  <a:pt x="685562" y="648484"/>
                </a:lnTo>
                <a:lnTo>
                  <a:pt x="738865" y="656785"/>
                </a:lnTo>
                <a:lnTo>
                  <a:pt x="793729" y="664743"/>
                </a:lnTo>
                <a:lnTo>
                  <a:pt x="850107" y="672349"/>
                </a:lnTo>
                <a:lnTo>
                  <a:pt x="907950" y="679595"/>
                </a:lnTo>
                <a:lnTo>
                  <a:pt x="967209" y="686470"/>
                </a:lnTo>
                <a:lnTo>
                  <a:pt x="1027838" y="692967"/>
                </a:lnTo>
                <a:lnTo>
                  <a:pt x="1089787" y="699076"/>
                </a:lnTo>
                <a:lnTo>
                  <a:pt x="1153009" y="704788"/>
                </a:lnTo>
                <a:lnTo>
                  <a:pt x="1217455" y="710094"/>
                </a:lnTo>
                <a:lnTo>
                  <a:pt x="1283078" y="714986"/>
                </a:lnTo>
                <a:lnTo>
                  <a:pt x="1349828" y="719455"/>
                </a:lnTo>
                <a:lnTo>
                  <a:pt x="1417658" y="723491"/>
                </a:lnTo>
                <a:lnTo>
                  <a:pt x="1486520" y="727085"/>
                </a:lnTo>
                <a:lnTo>
                  <a:pt x="1556365" y="730230"/>
                </a:lnTo>
                <a:lnTo>
                  <a:pt x="1627145" y="732915"/>
                </a:lnTo>
                <a:lnTo>
                  <a:pt x="1698813" y="735132"/>
                </a:lnTo>
                <a:lnTo>
                  <a:pt x="1771320" y="736872"/>
                </a:lnTo>
                <a:lnTo>
                  <a:pt x="1844617" y="738126"/>
                </a:lnTo>
                <a:lnTo>
                  <a:pt x="1918657" y="738885"/>
                </a:lnTo>
                <a:lnTo>
                  <a:pt x="1993391" y="739140"/>
                </a:lnTo>
                <a:lnTo>
                  <a:pt x="2068126" y="738885"/>
                </a:lnTo>
                <a:lnTo>
                  <a:pt x="2142166" y="738126"/>
                </a:lnTo>
                <a:lnTo>
                  <a:pt x="2215463" y="736872"/>
                </a:lnTo>
                <a:lnTo>
                  <a:pt x="2287970" y="735132"/>
                </a:lnTo>
                <a:lnTo>
                  <a:pt x="2359638" y="732915"/>
                </a:lnTo>
                <a:lnTo>
                  <a:pt x="2430418" y="730230"/>
                </a:lnTo>
                <a:lnTo>
                  <a:pt x="2500263" y="727085"/>
                </a:lnTo>
                <a:lnTo>
                  <a:pt x="2569125" y="723491"/>
                </a:lnTo>
                <a:lnTo>
                  <a:pt x="2636955" y="719455"/>
                </a:lnTo>
                <a:lnTo>
                  <a:pt x="2703705" y="714986"/>
                </a:lnTo>
                <a:lnTo>
                  <a:pt x="2769328" y="710094"/>
                </a:lnTo>
                <a:lnTo>
                  <a:pt x="2833774" y="704788"/>
                </a:lnTo>
                <a:lnTo>
                  <a:pt x="2896996" y="699076"/>
                </a:lnTo>
                <a:lnTo>
                  <a:pt x="2958945" y="692967"/>
                </a:lnTo>
                <a:lnTo>
                  <a:pt x="3019574" y="686470"/>
                </a:lnTo>
                <a:lnTo>
                  <a:pt x="3078833" y="679595"/>
                </a:lnTo>
                <a:lnTo>
                  <a:pt x="3136676" y="672349"/>
                </a:lnTo>
                <a:lnTo>
                  <a:pt x="3193054" y="664743"/>
                </a:lnTo>
                <a:lnTo>
                  <a:pt x="3247918" y="656785"/>
                </a:lnTo>
                <a:lnTo>
                  <a:pt x="3301221" y="648484"/>
                </a:lnTo>
                <a:lnTo>
                  <a:pt x="3352914" y="639848"/>
                </a:lnTo>
                <a:lnTo>
                  <a:pt x="3402949" y="630888"/>
                </a:lnTo>
                <a:lnTo>
                  <a:pt x="3451278" y="621611"/>
                </a:lnTo>
                <a:lnTo>
                  <a:pt x="3497853" y="612027"/>
                </a:lnTo>
                <a:lnTo>
                  <a:pt x="3542625" y="602144"/>
                </a:lnTo>
                <a:lnTo>
                  <a:pt x="3585547" y="591972"/>
                </a:lnTo>
                <a:lnTo>
                  <a:pt x="3626570" y="581520"/>
                </a:lnTo>
                <a:lnTo>
                  <a:pt x="3665647" y="570796"/>
                </a:lnTo>
                <a:lnTo>
                  <a:pt x="3702728" y="559809"/>
                </a:lnTo>
                <a:lnTo>
                  <a:pt x="3770713" y="537084"/>
                </a:lnTo>
                <a:lnTo>
                  <a:pt x="3830139" y="513415"/>
                </a:lnTo>
                <a:lnTo>
                  <a:pt x="3880622" y="488874"/>
                </a:lnTo>
                <a:lnTo>
                  <a:pt x="3921775" y="463533"/>
                </a:lnTo>
                <a:lnTo>
                  <a:pt x="3953215" y="437463"/>
                </a:lnTo>
                <a:lnTo>
                  <a:pt x="3981316" y="397149"/>
                </a:lnTo>
                <a:lnTo>
                  <a:pt x="3986783" y="369570"/>
                </a:lnTo>
                <a:lnTo>
                  <a:pt x="3985409" y="355716"/>
                </a:lnTo>
                <a:lnTo>
                  <a:pt x="3965171" y="314961"/>
                </a:lnTo>
                <a:lnTo>
                  <a:pt x="3921775" y="275606"/>
                </a:lnTo>
                <a:lnTo>
                  <a:pt x="3880622" y="250265"/>
                </a:lnTo>
                <a:lnTo>
                  <a:pt x="3830139" y="225724"/>
                </a:lnTo>
                <a:lnTo>
                  <a:pt x="3770713" y="202055"/>
                </a:lnTo>
                <a:lnTo>
                  <a:pt x="3702728" y="179330"/>
                </a:lnTo>
                <a:lnTo>
                  <a:pt x="3665647" y="168343"/>
                </a:lnTo>
                <a:lnTo>
                  <a:pt x="3626570" y="157619"/>
                </a:lnTo>
                <a:lnTo>
                  <a:pt x="3585547" y="147167"/>
                </a:lnTo>
                <a:lnTo>
                  <a:pt x="3542625" y="136995"/>
                </a:lnTo>
                <a:lnTo>
                  <a:pt x="3497853" y="127112"/>
                </a:lnTo>
                <a:lnTo>
                  <a:pt x="3451278" y="117528"/>
                </a:lnTo>
                <a:lnTo>
                  <a:pt x="3402949" y="108251"/>
                </a:lnTo>
                <a:lnTo>
                  <a:pt x="3352914" y="99291"/>
                </a:lnTo>
                <a:lnTo>
                  <a:pt x="3301221" y="90655"/>
                </a:lnTo>
                <a:lnTo>
                  <a:pt x="3247918" y="82354"/>
                </a:lnTo>
                <a:lnTo>
                  <a:pt x="3193054" y="74396"/>
                </a:lnTo>
                <a:lnTo>
                  <a:pt x="3136676" y="66790"/>
                </a:lnTo>
                <a:lnTo>
                  <a:pt x="3078833" y="59544"/>
                </a:lnTo>
                <a:lnTo>
                  <a:pt x="3019574" y="52669"/>
                </a:lnTo>
                <a:lnTo>
                  <a:pt x="2958945" y="46172"/>
                </a:lnTo>
                <a:lnTo>
                  <a:pt x="2896996" y="40063"/>
                </a:lnTo>
                <a:lnTo>
                  <a:pt x="2833774" y="34351"/>
                </a:lnTo>
                <a:lnTo>
                  <a:pt x="2769328" y="29045"/>
                </a:lnTo>
                <a:lnTo>
                  <a:pt x="2703705" y="24153"/>
                </a:lnTo>
                <a:lnTo>
                  <a:pt x="2636955" y="19684"/>
                </a:lnTo>
                <a:lnTo>
                  <a:pt x="2569125" y="15648"/>
                </a:lnTo>
                <a:lnTo>
                  <a:pt x="2500263" y="12054"/>
                </a:lnTo>
                <a:lnTo>
                  <a:pt x="2430418" y="8909"/>
                </a:lnTo>
                <a:lnTo>
                  <a:pt x="2359638" y="6224"/>
                </a:lnTo>
                <a:lnTo>
                  <a:pt x="2287970" y="4007"/>
                </a:lnTo>
                <a:lnTo>
                  <a:pt x="2215463" y="2267"/>
                </a:lnTo>
                <a:lnTo>
                  <a:pt x="2142166" y="1013"/>
                </a:lnTo>
                <a:lnTo>
                  <a:pt x="2068126" y="254"/>
                </a:lnTo>
                <a:lnTo>
                  <a:pt x="1993391" y="0"/>
                </a:lnTo>
                <a:close/>
              </a:path>
            </a:pathLst>
          </a:custGeom>
          <a:solidFill>
            <a:srgbClr val="548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89" name="Google Shape;1089;p43"/>
          <p:cNvSpPr txBox="1"/>
          <p:nvPr/>
        </p:nvSpPr>
        <p:spPr>
          <a:xfrm>
            <a:off x="6447758" y="3147632"/>
            <a:ext cx="1948815"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None/>
            </a:pPr>
            <a:r>
              <a:rPr lang="en" sz="1800" b="1" i="0" u="none" strike="noStrike" cap="none">
                <a:solidFill>
                  <a:srgbClr val="FFFFFF"/>
                </a:solidFill>
                <a:latin typeface="Arial"/>
                <a:ea typeface="Arial"/>
                <a:cs typeface="Arial"/>
                <a:sym typeface="Arial"/>
              </a:rPr>
              <a:t>MIXED METHODS</a:t>
            </a:r>
            <a:endParaRPr sz="1800" b="0" i="0" u="none" strike="noStrike" cap="none">
              <a:solidFill>
                <a:srgbClr val="000000"/>
              </a:solidFill>
              <a:latin typeface="Arial"/>
              <a:ea typeface="Arial"/>
              <a:cs typeface="Arial"/>
              <a:sym typeface="Arial"/>
            </a:endParaRPr>
          </a:p>
        </p:txBody>
      </p:sp>
      <p:grpSp>
        <p:nvGrpSpPr>
          <p:cNvPr id="1090" name="Google Shape;1090;p43"/>
          <p:cNvGrpSpPr/>
          <p:nvPr/>
        </p:nvGrpSpPr>
        <p:grpSpPr>
          <a:xfrm>
            <a:off x="198881" y="0"/>
            <a:ext cx="8801672" cy="1410462"/>
            <a:chOff x="265175" y="0"/>
            <a:chExt cx="11735562" cy="1880615"/>
          </a:xfrm>
        </p:grpSpPr>
        <p:pic>
          <p:nvPicPr>
            <p:cNvPr id="1091" name="Google Shape;1091;p43"/>
            <p:cNvPicPr preferRelativeResize="0"/>
            <p:nvPr/>
          </p:nvPicPr>
          <p:blipFill rotWithShape="1">
            <a:blip r:embed="rId16">
              <a:alphaModFix/>
            </a:blip>
            <a:srcRect/>
            <a:stretch/>
          </p:blipFill>
          <p:spPr>
            <a:xfrm>
              <a:off x="265175" y="169163"/>
              <a:ext cx="11735562" cy="907542"/>
            </a:xfrm>
            <a:prstGeom prst="rect">
              <a:avLst/>
            </a:prstGeom>
            <a:noFill/>
            <a:ln>
              <a:noFill/>
            </a:ln>
          </p:spPr>
        </p:pic>
        <p:pic>
          <p:nvPicPr>
            <p:cNvPr id="1092" name="Google Shape;1092;p43"/>
            <p:cNvPicPr preferRelativeResize="0"/>
            <p:nvPr/>
          </p:nvPicPr>
          <p:blipFill rotWithShape="1">
            <a:blip r:embed="rId17">
              <a:alphaModFix/>
            </a:blip>
            <a:srcRect/>
            <a:stretch/>
          </p:blipFill>
          <p:spPr>
            <a:xfrm>
              <a:off x="784859" y="0"/>
              <a:ext cx="2090927" cy="1880615"/>
            </a:xfrm>
            <a:prstGeom prst="rect">
              <a:avLst/>
            </a:prstGeom>
            <a:noFill/>
            <a:ln>
              <a:noFill/>
            </a:ln>
          </p:spPr>
        </p:pic>
      </p:grpSp>
      <p:sp>
        <p:nvSpPr>
          <p:cNvPr id="1093" name="Google Shape;1093;p43" descr="$PPTXTitle"/>
          <p:cNvSpPr txBox="1">
            <a:spLocks noGrp="1"/>
          </p:cNvSpPr>
          <p:nvPr>
            <p:ph type="title"/>
          </p:nvPr>
        </p:nvSpPr>
        <p:spPr>
          <a:xfrm>
            <a:off x="471488" y="105312"/>
            <a:ext cx="5915025" cy="945772"/>
          </a:xfrm>
          <a:prstGeom prst="rect">
            <a:avLst/>
          </a:prstGeom>
          <a:noFill/>
          <a:ln>
            <a:noFill/>
          </a:ln>
        </p:spPr>
        <p:txBody>
          <a:bodyPr spcFirstLastPara="1" wrap="square" lIns="0" tIns="9525" rIns="0" bIns="0" anchor="ctr" anchorCtr="0">
            <a:spAutoFit/>
          </a:bodyPr>
          <a:lstStyle/>
          <a:p>
            <a:pPr marL="992029" lvl="0" indent="0" algn="l" rtl="0">
              <a:lnSpc>
                <a:spcPct val="100000"/>
              </a:lnSpc>
              <a:spcBef>
                <a:spcPts val="75"/>
              </a:spcBef>
              <a:spcAft>
                <a:spcPts val="0"/>
              </a:spcAft>
              <a:buSzPts val="1800"/>
              <a:buNone/>
            </a:pPr>
            <a:r>
              <a:rPr lang="en" sz="6000">
                <a:solidFill>
                  <a:srgbClr val="C00000"/>
                </a:solidFill>
              </a:rPr>
              <a:t>O</a:t>
            </a:r>
            <a:r>
              <a:rPr lang="en" sz="3900">
                <a:solidFill>
                  <a:srgbClr val="000000"/>
                </a:solidFill>
              </a:rPr>
              <a:t>bserve</a:t>
            </a:r>
            <a:endParaRPr sz="3900"/>
          </a:p>
        </p:txBody>
      </p:sp>
      <p:sp>
        <p:nvSpPr>
          <p:cNvPr id="1094" name="Google Shape;1094;p43"/>
          <p:cNvSpPr/>
          <p:nvPr/>
        </p:nvSpPr>
        <p:spPr>
          <a:xfrm>
            <a:off x="471026" y="75137"/>
            <a:ext cx="735330" cy="734377"/>
          </a:xfrm>
          <a:custGeom>
            <a:avLst/>
            <a:gdLst/>
            <a:ahLst/>
            <a:cxnLst/>
            <a:rect l="l" t="t" r="r" b="b"/>
            <a:pathLst>
              <a:path w="980440" h="979169" extrusionOk="0">
                <a:moveTo>
                  <a:pt x="312649" y="787389"/>
                </a:moveTo>
                <a:lnTo>
                  <a:pt x="312649" y="597674"/>
                </a:lnTo>
                <a:lnTo>
                  <a:pt x="258059" y="652234"/>
                </a:lnTo>
                <a:lnTo>
                  <a:pt x="239082" y="650965"/>
                </a:lnTo>
                <a:lnTo>
                  <a:pt x="198216" y="662522"/>
                </a:lnTo>
                <a:lnTo>
                  <a:pt x="26054" y="830792"/>
                </a:lnTo>
                <a:lnTo>
                  <a:pt x="1628" y="876129"/>
                </a:lnTo>
                <a:lnTo>
                  <a:pt x="0" y="892792"/>
                </a:lnTo>
                <a:lnTo>
                  <a:pt x="1628" y="909454"/>
                </a:lnTo>
                <a:lnTo>
                  <a:pt x="26054" y="954791"/>
                </a:lnTo>
                <a:lnTo>
                  <a:pt x="87932" y="978816"/>
                </a:lnTo>
                <a:lnTo>
                  <a:pt x="120442" y="972403"/>
                </a:lnTo>
                <a:lnTo>
                  <a:pt x="148880" y="953551"/>
                </a:lnTo>
                <a:lnTo>
                  <a:pt x="303964" y="798553"/>
                </a:lnTo>
                <a:lnTo>
                  <a:pt x="312649" y="787389"/>
                </a:lnTo>
                <a:close/>
              </a:path>
              <a:path w="980440" h="979169" extrusionOk="0">
                <a:moveTo>
                  <a:pt x="980130" y="371997"/>
                </a:moveTo>
                <a:lnTo>
                  <a:pt x="977217" y="325501"/>
                </a:lnTo>
                <a:lnTo>
                  <a:pt x="968712" y="280682"/>
                </a:lnTo>
                <a:lnTo>
                  <a:pt x="954973" y="237895"/>
                </a:lnTo>
                <a:lnTo>
                  <a:pt x="936354" y="197495"/>
                </a:lnTo>
                <a:lnTo>
                  <a:pt x="913212" y="159838"/>
                </a:lnTo>
                <a:lnTo>
                  <a:pt x="885903" y="125280"/>
                </a:lnTo>
                <a:lnTo>
                  <a:pt x="854781" y="94176"/>
                </a:lnTo>
                <a:lnTo>
                  <a:pt x="820204" y="66881"/>
                </a:lnTo>
                <a:lnTo>
                  <a:pt x="782526" y="43752"/>
                </a:lnTo>
                <a:lnTo>
                  <a:pt x="742104" y="25144"/>
                </a:lnTo>
                <a:lnTo>
                  <a:pt x="699294" y="11412"/>
                </a:lnTo>
                <a:lnTo>
                  <a:pt x="654450" y="2912"/>
                </a:lnTo>
                <a:lnTo>
                  <a:pt x="609170" y="77"/>
                </a:lnTo>
                <a:lnTo>
                  <a:pt x="607929" y="0"/>
                </a:lnTo>
                <a:lnTo>
                  <a:pt x="561408" y="2912"/>
                </a:lnTo>
                <a:lnTo>
                  <a:pt x="516564" y="11412"/>
                </a:lnTo>
                <a:lnTo>
                  <a:pt x="473753" y="25144"/>
                </a:lnTo>
                <a:lnTo>
                  <a:pt x="433331" y="43752"/>
                </a:lnTo>
                <a:lnTo>
                  <a:pt x="395654" y="66881"/>
                </a:lnTo>
                <a:lnTo>
                  <a:pt x="361076" y="94175"/>
                </a:lnTo>
                <a:lnTo>
                  <a:pt x="329955" y="125280"/>
                </a:lnTo>
                <a:lnTo>
                  <a:pt x="302646" y="159838"/>
                </a:lnTo>
                <a:lnTo>
                  <a:pt x="279504" y="197495"/>
                </a:lnTo>
                <a:lnTo>
                  <a:pt x="260885" y="237894"/>
                </a:lnTo>
                <a:lnTo>
                  <a:pt x="247146" y="280682"/>
                </a:lnTo>
                <a:lnTo>
                  <a:pt x="238641" y="325501"/>
                </a:lnTo>
                <a:lnTo>
                  <a:pt x="235727" y="371996"/>
                </a:lnTo>
                <a:lnTo>
                  <a:pt x="239082" y="421774"/>
                </a:lnTo>
                <a:lnTo>
                  <a:pt x="248868" y="469648"/>
                </a:lnTo>
                <a:lnTo>
                  <a:pt x="264670" y="515200"/>
                </a:lnTo>
                <a:lnTo>
                  <a:pt x="286069" y="558015"/>
                </a:lnTo>
                <a:lnTo>
                  <a:pt x="311408" y="595823"/>
                </a:lnTo>
                <a:lnTo>
                  <a:pt x="311408" y="370756"/>
                </a:lnTo>
                <a:lnTo>
                  <a:pt x="315324" y="322650"/>
                </a:lnTo>
                <a:lnTo>
                  <a:pt x="326654" y="276954"/>
                </a:lnTo>
                <a:lnTo>
                  <a:pt x="344772" y="234293"/>
                </a:lnTo>
                <a:lnTo>
                  <a:pt x="369055" y="195293"/>
                </a:lnTo>
                <a:lnTo>
                  <a:pt x="398876" y="160578"/>
                </a:lnTo>
                <a:lnTo>
                  <a:pt x="433609" y="130774"/>
                </a:lnTo>
                <a:lnTo>
                  <a:pt x="472631" y="106505"/>
                </a:lnTo>
                <a:lnTo>
                  <a:pt x="515315" y="88396"/>
                </a:lnTo>
                <a:lnTo>
                  <a:pt x="561036" y="77072"/>
                </a:lnTo>
                <a:lnTo>
                  <a:pt x="607929" y="73260"/>
                </a:lnTo>
                <a:lnTo>
                  <a:pt x="609170" y="73159"/>
                </a:lnTo>
                <a:lnTo>
                  <a:pt x="657303" y="77072"/>
                </a:lnTo>
                <a:lnTo>
                  <a:pt x="703024" y="88396"/>
                </a:lnTo>
                <a:lnTo>
                  <a:pt x="745708" y="106505"/>
                </a:lnTo>
                <a:lnTo>
                  <a:pt x="784730" y="130774"/>
                </a:lnTo>
                <a:lnTo>
                  <a:pt x="819463" y="160578"/>
                </a:lnTo>
                <a:lnTo>
                  <a:pt x="849284" y="195293"/>
                </a:lnTo>
                <a:lnTo>
                  <a:pt x="873567" y="234293"/>
                </a:lnTo>
                <a:lnTo>
                  <a:pt x="891685" y="276954"/>
                </a:lnTo>
                <a:lnTo>
                  <a:pt x="903015" y="322650"/>
                </a:lnTo>
                <a:lnTo>
                  <a:pt x="906931" y="370757"/>
                </a:lnTo>
                <a:lnTo>
                  <a:pt x="906931" y="592104"/>
                </a:lnTo>
                <a:lnTo>
                  <a:pt x="913212" y="584155"/>
                </a:lnTo>
                <a:lnTo>
                  <a:pt x="936354" y="546498"/>
                </a:lnTo>
                <a:lnTo>
                  <a:pt x="954973" y="506098"/>
                </a:lnTo>
                <a:lnTo>
                  <a:pt x="968712" y="463311"/>
                </a:lnTo>
                <a:lnTo>
                  <a:pt x="977217" y="418492"/>
                </a:lnTo>
                <a:lnTo>
                  <a:pt x="980130" y="371997"/>
                </a:lnTo>
                <a:close/>
              </a:path>
              <a:path w="980440" h="979169" extrusionOk="0">
                <a:moveTo>
                  <a:pt x="906931" y="592104"/>
                </a:moveTo>
                <a:lnTo>
                  <a:pt x="906931" y="370757"/>
                </a:lnTo>
                <a:lnTo>
                  <a:pt x="903015" y="418863"/>
                </a:lnTo>
                <a:lnTo>
                  <a:pt x="891685" y="464559"/>
                </a:lnTo>
                <a:lnTo>
                  <a:pt x="873567" y="507220"/>
                </a:lnTo>
                <a:lnTo>
                  <a:pt x="849284" y="546220"/>
                </a:lnTo>
                <a:lnTo>
                  <a:pt x="819463" y="580935"/>
                </a:lnTo>
                <a:lnTo>
                  <a:pt x="784730" y="610739"/>
                </a:lnTo>
                <a:lnTo>
                  <a:pt x="745708" y="635008"/>
                </a:lnTo>
                <a:lnTo>
                  <a:pt x="703024" y="653117"/>
                </a:lnTo>
                <a:lnTo>
                  <a:pt x="657303" y="664441"/>
                </a:lnTo>
                <a:lnTo>
                  <a:pt x="609170" y="668354"/>
                </a:lnTo>
                <a:lnTo>
                  <a:pt x="561408" y="664471"/>
                </a:lnTo>
                <a:lnTo>
                  <a:pt x="515315" y="653117"/>
                </a:lnTo>
                <a:lnTo>
                  <a:pt x="472631" y="635008"/>
                </a:lnTo>
                <a:lnTo>
                  <a:pt x="433609" y="610739"/>
                </a:lnTo>
                <a:lnTo>
                  <a:pt x="398876" y="580935"/>
                </a:lnTo>
                <a:lnTo>
                  <a:pt x="369055" y="546220"/>
                </a:lnTo>
                <a:lnTo>
                  <a:pt x="344772" y="507220"/>
                </a:lnTo>
                <a:lnTo>
                  <a:pt x="326654" y="464559"/>
                </a:lnTo>
                <a:lnTo>
                  <a:pt x="315324" y="418863"/>
                </a:lnTo>
                <a:lnTo>
                  <a:pt x="311408" y="370756"/>
                </a:lnTo>
                <a:lnTo>
                  <a:pt x="311408" y="595823"/>
                </a:lnTo>
                <a:lnTo>
                  <a:pt x="312649" y="597674"/>
                </a:lnTo>
                <a:lnTo>
                  <a:pt x="312649" y="787389"/>
                </a:lnTo>
                <a:lnTo>
                  <a:pt x="317243" y="781483"/>
                </a:lnTo>
                <a:lnTo>
                  <a:pt x="325521" y="762438"/>
                </a:lnTo>
                <a:lnTo>
                  <a:pt x="327537" y="750429"/>
                </a:lnTo>
                <a:lnTo>
                  <a:pt x="327537" y="721673"/>
                </a:lnTo>
                <a:lnTo>
                  <a:pt x="382127" y="667114"/>
                </a:lnTo>
                <a:lnTo>
                  <a:pt x="421332" y="693679"/>
                </a:lnTo>
                <a:lnTo>
                  <a:pt x="464110" y="715067"/>
                </a:lnTo>
                <a:lnTo>
                  <a:pt x="509866" y="730859"/>
                </a:lnTo>
                <a:lnTo>
                  <a:pt x="558004" y="740640"/>
                </a:lnTo>
                <a:lnTo>
                  <a:pt x="607929" y="743993"/>
                </a:lnTo>
                <a:lnTo>
                  <a:pt x="654450" y="741081"/>
                </a:lnTo>
                <a:lnTo>
                  <a:pt x="699294" y="732581"/>
                </a:lnTo>
                <a:lnTo>
                  <a:pt x="742104" y="718849"/>
                </a:lnTo>
                <a:lnTo>
                  <a:pt x="782526" y="700241"/>
                </a:lnTo>
                <a:lnTo>
                  <a:pt x="820204" y="677112"/>
                </a:lnTo>
                <a:lnTo>
                  <a:pt x="854781" y="649817"/>
                </a:lnTo>
                <a:lnTo>
                  <a:pt x="885903" y="618713"/>
                </a:lnTo>
                <a:lnTo>
                  <a:pt x="906931" y="592104"/>
                </a:lnTo>
                <a:close/>
              </a:path>
              <a:path w="980440" h="979169" extrusionOk="0">
                <a:moveTo>
                  <a:pt x="328913" y="742230"/>
                </a:moveTo>
                <a:lnTo>
                  <a:pt x="327537" y="721673"/>
                </a:lnTo>
                <a:lnTo>
                  <a:pt x="327537" y="750429"/>
                </a:lnTo>
                <a:lnTo>
                  <a:pt x="328913" y="74223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098"/>
        <p:cNvGrpSpPr/>
        <p:nvPr/>
      </p:nvGrpSpPr>
      <p:grpSpPr>
        <a:xfrm>
          <a:off x="0" y="0"/>
          <a:ext cx="0" cy="0"/>
          <a:chOff x="0" y="0"/>
          <a:chExt cx="0" cy="0"/>
        </a:xfrm>
      </p:grpSpPr>
      <p:grpSp>
        <p:nvGrpSpPr>
          <p:cNvPr id="1099" name="Google Shape;1099;p44"/>
          <p:cNvGrpSpPr/>
          <p:nvPr/>
        </p:nvGrpSpPr>
        <p:grpSpPr>
          <a:xfrm>
            <a:off x="198881" y="0"/>
            <a:ext cx="8801672" cy="1410462"/>
            <a:chOff x="265175" y="0"/>
            <a:chExt cx="11735562" cy="1880615"/>
          </a:xfrm>
        </p:grpSpPr>
        <p:pic>
          <p:nvPicPr>
            <p:cNvPr id="1100" name="Google Shape;1100;p44"/>
            <p:cNvPicPr preferRelativeResize="0"/>
            <p:nvPr/>
          </p:nvPicPr>
          <p:blipFill rotWithShape="1">
            <a:blip r:embed="rId3">
              <a:alphaModFix/>
            </a:blip>
            <a:srcRect/>
            <a:stretch/>
          </p:blipFill>
          <p:spPr>
            <a:xfrm>
              <a:off x="265175" y="169163"/>
              <a:ext cx="11735562" cy="907542"/>
            </a:xfrm>
            <a:prstGeom prst="rect">
              <a:avLst/>
            </a:prstGeom>
            <a:noFill/>
            <a:ln>
              <a:noFill/>
            </a:ln>
          </p:spPr>
        </p:pic>
        <p:pic>
          <p:nvPicPr>
            <p:cNvPr id="1101" name="Google Shape;1101;p44"/>
            <p:cNvPicPr preferRelativeResize="0"/>
            <p:nvPr/>
          </p:nvPicPr>
          <p:blipFill rotWithShape="1">
            <a:blip r:embed="rId4">
              <a:alphaModFix/>
            </a:blip>
            <a:srcRect/>
            <a:stretch/>
          </p:blipFill>
          <p:spPr>
            <a:xfrm>
              <a:off x="784859" y="0"/>
              <a:ext cx="2034539" cy="1880615"/>
            </a:xfrm>
            <a:prstGeom prst="rect">
              <a:avLst/>
            </a:prstGeom>
            <a:noFill/>
            <a:ln>
              <a:noFill/>
            </a:ln>
          </p:spPr>
        </p:pic>
      </p:grpSp>
      <p:sp>
        <p:nvSpPr>
          <p:cNvPr id="1102" name="Google Shape;1102;p44" descr="$PPTXTitle"/>
          <p:cNvSpPr txBox="1">
            <a:spLocks noGrp="1"/>
          </p:cNvSpPr>
          <p:nvPr>
            <p:ph type="title"/>
          </p:nvPr>
        </p:nvSpPr>
        <p:spPr>
          <a:xfrm>
            <a:off x="471488" y="105312"/>
            <a:ext cx="5915025" cy="945772"/>
          </a:xfrm>
          <a:prstGeom prst="rect">
            <a:avLst/>
          </a:prstGeom>
          <a:noFill/>
          <a:ln>
            <a:noFill/>
          </a:ln>
        </p:spPr>
        <p:txBody>
          <a:bodyPr spcFirstLastPara="1" wrap="square" lIns="0" tIns="9525" rIns="0" bIns="0" anchor="ctr" anchorCtr="0">
            <a:spAutoFit/>
          </a:bodyPr>
          <a:lstStyle/>
          <a:p>
            <a:pPr marL="992029" lvl="0" indent="0" algn="l" rtl="0">
              <a:lnSpc>
                <a:spcPct val="100000"/>
              </a:lnSpc>
              <a:spcBef>
                <a:spcPts val="75"/>
              </a:spcBef>
              <a:spcAft>
                <a:spcPts val="0"/>
              </a:spcAft>
              <a:buSzPts val="1800"/>
              <a:buNone/>
            </a:pPr>
            <a:r>
              <a:rPr lang="en" sz="6000">
                <a:solidFill>
                  <a:srgbClr val="C00000"/>
                </a:solidFill>
              </a:rPr>
              <a:t>R</a:t>
            </a:r>
            <a:r>
              <a:rPr lang="en" sz="3900">
                <a:solidFill>
                  <a:srgbClr val="000000"/>
                </a:solidFill>
              </a:rPr>
              <a:t>eview</a:t>
            </a:r>
            <a:endParaRPr sz="3900"/>
          </a:p>
        </p:txBody>
      </p:sp>
      <p:grpSp>
        <p:nvGrpSpPr>
          <p:cNvPr id="1103" name="Google Shape;1103;p44"/>
          <p:cNvGrpSpPr/>
          <p:nvPr/>
        </p:nvGrpSpPr>
        <p:grpSpPr>
          <a:xfrm>
            <a:off x="311719" y="19963"/>
            <a:ext cx="721019" cy="792529"/>
            <a:chOff x="415626" y="26617"/>
            <a:chExt cx="961358" cy="1056705"/>
          </a:xfrm>
        </p:grpSpPr>
        <p:pic>
          <p:nvPicPr>
            <p:cNvPr id="1104" name="Google Shape;1104;p44"/>
            <p:cNvPicPr preferRelativeResize="0"/>
            <p:nvPr/>
          </p:nvPicPr>
          <p:blipFill rotWithShape="1">
            <a:blip r:embed="rId5">
              <a:alphaModFix/>
            </a:blip>
            <a:srcRect/>
            <a:stretch/>
          </p:blipFill>
          <p:spPr>
            <a:xfrm>
              <a:off x="520833" y="564828"/>
              <a:ext cx="205397" cy="205510"/>
            </a:xfrm>
            <a:prstGeom prst="rect">
              <a:avLst/>
            </a:prstGeom>
            <a:noFill/>
            <a:ln>
              <a:noFill/>
            </a:ln>
          </p:spPr>
        </p:pic>
        <p:pic>
          <p:nvPicPr>
            <p:cNvPr id="1105" name="Google Shape;1105;p44"/>
            <p:cNvPicPr preferRelativeResize="0"/>
            <p:nvPr/>
          </p:nvPicPr>
          <p:blipFill rotWithShape="1">
            <a:blip r:embed="rId5">
              <a:alphaModFix/>
            </a:blip>
            <a:srcRect/>
            <a:stretch/>
          </p:blipFill>
          <p:spPr>
            <a:xfrm>
              <a:off x="1068517" y="564828"/>
              <a:ext cx="205397" cy="205510"/>
            </a:xfrm>
            <a:prstGeom prst="rect">
              <a:avLst/>
            </a:prstGeom>
            <a:noFill/>
            <a:ln>
              <a:noFill/>
            </a:ln>
          </p:spPr>
        </p:pic>
        <p:sp>
          <p:nvSpPr>
            <p:cNvPr id="1106" name="Google Shape;1106;p44"/>
            <p:cNvSpPr/>
            <p:nvPr/>
          </p:nvSpPr>
          <p:spPr>
            <a:xfrm>
              <a:off x="418134" y="798207"/>
              <a:ext cx="958850" cy="285115"/>
            </a:xfrm>
            <a:custGeom>
              <a:avLst/>
              <a:gdLst/>
              <a:ahLst/>
              <a:cxnLst/>
              <a:rect l="l" t="t" r="r" b="b"/>
              <a:pathLst>
                <a:path w="958850" h="285115" extrusionOk="0">
                  <a:moveTo>
                    <a:pt x="371843" y="51917"/>
                  </a:moveTo>
                  <a:lnTo>
                    <a:pt x="329641" y="27025"/>
                  </a:lnTo>
                  <a:lnTo>
                    <a:pt x="269087" y="7429"/>
                  </a:lnTo>
                  <a:lnTo>
                    <a:pt x="226822" y="812"/>
                  </a:lnTo>
                  <a:lnTo>
                    <a:pt x="205397" y="0"/>
                  </a:lnTo>
                  <a:lnTo>
                    <a:pt x="183984" y="1257"/>
                  </a:lnTo>
                  <a:lnTo>
                    <a:pt x="141681" y="7874"/>
                  </a:lnTo>
                  <a:lnTo>
                    <a:pt x="93954" y="21056"/>
                  </a:lnTo>
                  <a:lnTo>
                    <a:pt x="43510" y="45135"/>
                  </a:lnTo>
                  <a:lnTo>
                    <a:pt x="11633" y="69329"/>
                  </a:lnTo>
                  <a:lnTo>
                    <a:pt x="0" y="102362"/>
                  </a:lnTo>
                  <a:lnTo>
                    <a:pt x="0" y="205778"/>
                  </a:lnTo>
                  <a:lnTo>
                    <a:pt x="227698" y="205778"/>
                  </a:lnTo>
                  <a:lnTo>
                    <a:pt x="227698" y="182270"/>
                  </a:lnTo>
                  <a:lnTo>
                    <a:pt x="230098" y="159816"/>
                  </a:lnTo>
                  <a:lnTo>
                    <a:pt x="249796" y="120205"/>
                  </a:lnTo>
                  <a:lnTo>
                    <a:pt x="290537" y="87566"/>
                  </a:lnTo>
                  <a:lnTo>
                    <a:pt x="343547" y="61061"/>
                  </a:lnTo>
                  <a:lnTo>
                    <a:pt x="371843" y="51917"/>
                  </a:lnTo>
                  <a:close/>
                </a:path>
                <a:path w="958850" h="285115" extrusionOk="0">
                  <a:moveTo>
                    <a:pt x="684695" y="182270"/>
                  </a:moveTo>
                  <a:lnTo>
                    <a:pt x="664108" y="141198"/>
                  </a:lnTo>
                  <a:lnTo>
                    <a:pt x="616038" y="112687"/>
                  </a:lnTo>
                  <a:lnTo>
                    <a:pt x="563651" y="93256"/>
                  </a:lnTo>
                  <a:lnTo>
                    <a:pt x="522008" y="83273"/>
                  </a:lnTo>
                  <a:lnTo>
                    <a:pt x="479298" y="80048"/>
                  </a:lnTo>
                  <a:lnTo>
                    <a:pt x="457885" y="81254"/>
                  </a:lnTo>
                  <a:lnTo>
                    <a:pt x="415582" y="87871"/>
                  </a:lnTo>
                  <a:lnTo>
                    <a:pt x="367855" y="101066"/>
                  </a:lnTo>
                  <a:lnTo>
                    <a:pt x="317398" y="125133"/>
                  </a:lnTo>
                  <a:lnTo>
                    <a:pt x="285483" y="149288"/>
                  </a:lnTo>
                  <a:lnTo>
                    <a:pt x="273773" y="182270"/>
                  </a:lnTo>
                  <a:lnTo>
                    <a:pt x="273773" y="285026"/>
                  </a:lnTo>
                  <a:lnTo>
                    <a:pt x="684695" y="285026"/>
                  </a:lnTo>
                  <a:lnTo>
                    <a:pt x="684695" y="182270"/>
                  </a:lnTo>
                  <a:close/>
                </a:path>
                <a:path w="958850" h="285115" extrusionOk="0">
                  <a:moveTo>
                    <a:pt x="958608" y="102362"/>
                  </a:moveTo>
                  <a:lnTo>
                    <a:pt x="938034" y="61163"/>
                  </a:lnTo>
                  <a:lnTo>
                    <a:pt x="889914" y="32727"/>
                  </a:lnTo>
                  <a:lnTo>
                    <a:pt x="837552" y="13208"/>
                  </a:lnTo>
                  <a:lnTo>
                    <a:pt x="795845" y="3251"/>
                  </a:lnTo>
                  <a:lnTo>
                    <a:pt x="753071" y="0"/>
                  </a:lnTo>
                  <a:lnTo>
                    <a:pt x="731697" y="1257"/>
                  </a:lnTo>
                  <a:lnTo>
                    <a:pt x="689457" y="7874"/>
                  </a:lnTo>
                  <a:lnTo>
                    <a:pt x="649211" y="18757"/>
                  </a:lnTo>
                  <a:lnTo>
                    <a:pt x="611644" y="33909"/>
                  </a:lnTo>
                  <a:lnTo>
                    <a:pt x="586219" y="52044"/>
                  </a:lnTo>
                  <a:lnTo>
                    <a:pt x="613664" y="61823"/>
                  </a:lnTo>
                  <a:lnTo>
                    <a:pt x="640194" y="73698"/>
                  </a:lnTo>
                  <a:lnTo>
                    <a:pt x="693280" y="106057"/>
                  </a:lnTo>
                  <a:lnTo>
                    <a:pt x="720572" y="139903"/>
                  </a:lnTo>
                  <a:lnTo>
                    <a:pt x="730377" y="182270"/>
                  </a:lnTo>
                  <a:lnTo>
                    <a:pt x="730377" y="205778"/>
                  </a:lnTo>
                  <a:lnTo>
                    <a:pt x="958608" y="205778"/>
                  </a:lnTo>
                  <a:lnTo>
                    <a:pt x="958608" y="10236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pic>
          <p:nvPicPr>
            <p:cNvPr id="1107" name="Google Shape;1107;p44"/>
            <p:cNvPicPr preferRelativeResize="0"/>
            <p:nvPr/>
          </p:nvPicPr>
          <p:blipFill rotWithShape="1">
            <a:blip r:embed="rId6">
              <a:alphaModFix/>
            </a:blip>
            <a:srcRect/>
            <a:stretch/>
          </p:blipFill>
          <p:spPr>
            <a:xfrm>
              <a:off x="794741" y="644734"/>
              <a:ext cx="205397" cy="205510"/>
            </a:xfrm>
            <a:prstGeom prst="rect">
              <a:avLst/>
            </a:prstGeom>
            <a:noFill/>
            <a:ln>
              <a:noFill/>
            </a:ln>
          </p:spPr>
        </p:pic>
        <p:sp>
          <p:nvSpPr>
            <p:cNvPr id="1108" name="Google Shape;1108;p44"/>
            <p:cNvSpPr/>
            <p:nvPr/>
          </p:nvSpPr>
          <p:spPr>
            <a:xfrm>
              <a:off x="415626" y="26617"/>
              <a:ext cx="960755" cy="475615"/>
            </a:xfrm>
            <a:custGeom>
              <a:avLst/>
              <a:gdLst/>
              <a:ahLst/>
              <a:cxnLst/>
              <a:rect l="l" t="t" r="r" b="b"/>
              <a:pathLst>
                <a:path w="960755" h="475615" extrusionOk="0">
                  <a:moveTo>
                    <a:pt x="347169" y="396229"/>
                  </a:moveTo>
                  <a:lnTo>
                    <a:pt x="264007" y="396229"/>
                  </a:lnTo>
                  <a:lnTo>
                    <a:pt x="264007" y="475475"/>
                  </a:lnTo>
                  <a:lnTo>
                    <a:pt x="347169" y="396229"/>
                  </a:lnTo>
                  <a:close/>
                </a:path>
                <a:path w="960755" h="475615" extrusionOk="0">
                  <a:moveTo>
                    <a:pt x="539895" y="396229"/>
                  </a:moveTo>
                  <a:lnTo>
                    <a:pt x="440892" y="396229"/>
                  </a:lnTo>
                  <a:lnTo>
                    <a:pt x="488413" y="475475"/>
                  </a:lnTo>
                  <a:lnTo>
                    <a:pt x="539895" y="396229"/>
                  </a:lnTo>
                  <a:close/>
                </a:path>
                <a:path w="960755" h="475615" extrusionOk="0">
                  <a:moveTo>
                    <a:pt x="712820" y="396229"/>
                  </a:moveTo>
                  <a:lnTo>
                    <a:pt x="629658" y="396229"/>
                  </a:lnTo>
                  <a:lnTo>
                    <a:pt x="712820" y="475475"/>
                  </a:lnTo>
                  <a:lnTo>
                    <a:pt x="712820" y="396229"/>
                  </a:lnTo>
                  <a:close/>
                </a:path>
                <a:path w="960755" h="475615" extrusionOk="0">
                  <a:moveTo>
                    <a:pt x="907525" y="0"/>
                  </a:moveTo>
                  <a:lnTo>
                    <a:pt x="52801" y="0"/>
                  </a:lnTo>
                  <a:lnTo>
                    <a:pt x="32248" y="4153"/>
                  </a:lnTo>
                  <a:lnTo>
                    <a:pt x="15465" y="15477"/>
                  </a:lnTo>
                  <a:lnTo>
                    <a:pt x="4149" y="32271"/>
                  </a:lnTo>
                  <a:lnTo>
                    <a:pt x="0" y="52830"/>
                  </a:lnTo>
                  <a:lnTo>
                    <a:pt x="0" y="343398"/>
                  </a:lnTo>
                  <a:lnTo>
                    <a:pt x="4149" y="363962"/>
                  </a:lnTo>
                  <a:lnTo>
                    <a:pt x="15465" y="380755"/>
                  </a:lnTo>
                  <a:lnTo>
                    <a:pt x="32248" y="392077"/>
                  </a:lnTo>
                  <a:lnTo>
                    <a:pt x="52801" y="396229"/>
                  </a:lnTo>
                  <a:lnTo>
                    <a:pt x="907525" y="396229"/>
                  </a:lnTo>
                  <a:lnTo>
                    <a:pt x="928086" y="392077"/>
                  </a:lnTo>
                  <a:lnTo>
                    <a:pt x="944877" y="380755"/>
                  </a:lnTo>
                  <a:lnTo>
                    <a:pt x="956198" y="363962"/>
                  </a:lnTo>
                  <a:lnTo>
                    <a:pt x="960349" y="343398"/>
                  </a:lnTo>
                  <a:lnTo>
                    <a:pt x="960349" y="277360"/>
                  </a:lnTo>
                  <a:lnTo>
                    <a:pt x="343209" y="277360"/>
                  </a:lnTo>
                  <a:lnTo>
                    <a:pt x="343209" y="250945"/>
                  </a:lnTo>
                  <a:lnTo>
                    <a:pt x="960349" y="250945"/>
                  </a:lnTo>
                  <a:lnTo>
                    <a:pt x="960349" y="211322"/>
                  </a:lnTo>
                  <a:lnTo>
                    <a:pt x="132003" y="211322"/>
                  </a:lnTo>
                  <a:lnTo>
                    <a:pt x="132003" y="184906"/>
                  </a:lnTo>
                  <a:lnTo>
                    <a:pt x="960349" y="184906"/>
                  </a:lnTo>
                  <a:lnTo>
                    <a:pt x="960349" y="145284"/>
                  </a:lnTo>
                  <a:lnTo>
                    <a:pt x="211206" y="145284"/>
                  </a:lnTo>
                  <a:lnTo>
                    <a:pt x="211206" y="118868"/>
                  </a:lnTo>
                  <a:lnTo>
                    <a:pt x="960349" y="118868"/>
                  </a:lnTo>
                  <a:lnTo>
                    <a:pt x="960349" y="52830"/>
                  </a:lnTo>
                  <a:lnTo>
                    <a:pt x="956198" y="32271"/>
                  </a:lnTo>
                  <a:lnTo>
                    <a:pt x="944877" y="15477"/>
                  </a:lnTo>
                  <a:lnTo>
                    <a:pt x="928086" y="4153"/>
                  </a:lnTo>
                  <a:lnTo>
                    <a:pt x="907525" y="0"/>
                  </a:lnTo>
                  <a:close/>
                </a:path>
                <a:path w="960755" h="475615" extrusionOk="0">
                  <a:moveTo>
                    <a:pt x="960349" y="250945"/>
                  </a:moveTo>
                  <a:lnTo>
                    <a:pt x="828323" y="250945"/>
                  </a:lnTo>
                  <a:lnTo>
                    <a:pt x="828323" y="277360"/>
                  </a:lnTo>
                  <a:lnTo>
                    <a:pt x="960349" y="277360"/>
                  </a:lnTo>
                  <a:lnTo>
                    <a:pt x="960349" y="250945"/>
                  </a:lnTo>
                  <a:close/>
                </a:path>
                <a:path w="960755" h="475615" extrusionOk="0">
                  <a:moveTo>
                    <a:pt x="960349" y="184906"/>
                  </a:moveTo>
                  <a:lnTo>
                    <a:pt x="828323" y="184906"/>
                  </a:lnTo>
                  <a:lnTo>
                    <a:pt x="828323" y="211322"/>
                  </a:lnTo>
                  <a:lnTo>
                    <a:pt x="960349" y="211322"/>
                  </a:lnTo>
                  <a:lnTo>
                    <a:pt x="960349" y="184906"/>
                  </a:lnTo>
                  <a:close/>
                </a:path>
                <a:path w="960755" h="475615" extrusionOk="0">
                  <a:moveTo>
                    <a:pt x="960349" y="118868"/>
                  </a:moveTo>
                  <a:lnTo>
                    <a:pt x="828323" y="118868"/>
                  </a:lnTo>
                  <a:lnTo>
                    <a:pt x="828323" y="145284"/>
                  </a:lnTo>
                  <a:lnTo>
                    <a:pt x="960349" y="145284"/>
                  </a:lnTo>
                  <a:lnTo>
                    <a:pt x="960349" y="11886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pic>
        <p:nvPicPr>
          <p:cNvPr id="1109" name="Google Shape;1109;p44"/>
          <p:cNvPicPr preferRelativeResize="0"/>
          <p:nvPr/>
        </p:nvPicPr>
        <p:blipFill rotWithShape="1">
          <a:blip r:embed="rId7">
            <a:alphaModFix/>
          </a:blip>
          <a:srcRect/>
          <a:stretch/>
        </p:blipFill>
        <p:spPr>
          <a:xfrm>
            <a:off x="4389134" y="1156396"/>
            <a:ext cx="4434951" cy="3468162"/>
          </a:xfrm>
          <a:prstGeom prst="rect">
            <a:avLst/>
          </a:prstGeom>
          <a:noFill/>
          <a:ln>
            <a:noFill/>
          </a:ln>
        </p:spPr>
      </p:pic>
      <p:pic>
        <p:nvPicPr>
          <p:cNvPr id="1110" name="Google Shape;1110;p44"/>
          <p:cNvPicPr preferRelativeResize="0"/>
          <p:nvPr/>
        </p:nvPicPr>
        <p:blipFill rotWithShape="1">
          <a:blip r:embed="rId8">
            <a:alphaModFix/>
          </a:blip>
          <a:srcRect/>
          <a:stretch/>
        </p:blipFill>
        <p:spPr>
          <a:xfrm>
            <a:off x="801388" y="1284276"/>
            <a:ext cx="3293406" cy="296977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114"/>
        <p:cNvGrpSpPr/>
        <p:nvPr/>
      </p:nvGrpSpPr>
      <p:grpSpPr>
        <a:xfrm>
          <a:off x="0" y="0"/>
          <a:ext cx="0" cy="0"/>
          <a:chOff x="0" y="0"/>
          <a:chExt cx="0" cy="0"/>
        </a:xfrm>
      </p:grpSpPr>
      <p:sp>
        <p:nvSpPr>
          <p:cNvPr id="1115" name="Google Shape;1115;p45" descr="$PPTXTitle"/>
          <p:cNvSpPr txBox="1">
            <a:spLocks noGrp="1"/>
          </p:cNvSpPr>
          <p:nvPr>
            <p:ph type="title"/>
          </p:nvPr>
        </p:nvSpPr>
        <p:spPr>
          <a:xfrm>
            <a:off x="227457" y="161163"/>
            <a:ext cx="8689372" cy="525785"/>
          </a:xfrm>
          <a:prstGeom prst="rect">
            <a:avLst/>
          </a:prstGeom>
          <a:solidFill>
            <a:srgbClr val="FF9966">
              <a:alpha val="49803"/>
            </a:srgbClr>
          </a:solidFill>
          <a:ln>
            <a:noFill/>
          </a:ln>
        </p:spPr>
        <p:txBody>
          <a:bodyPr spcFirstLastPara="1" wrap="square" lIns="0" tIns="0" rIns="0" bIns="0" anchor="t" anchorCtr="0">
            <a:spAutoFit/>
          </a:bodyPr>
          <a:lstStyle/>
          <a:p>
            <a:pPr marL="0" marR="249079" lvl="0" indent="0" algn="ctr" rtl="0">
              <a:lnSpc>
                <a:spcPct val="113750"/>
              </a:lnSpc>
              <a:spcBef>
                <a:spcPts val="0"/>
              </a:spcBef>
              <a:spcAft>
                <a:spcPts val="0"/>
              </a:spcAft>
              <a:buSzPts val="3000"/>
              <a:buNone/>
            </a:pPr>
            <a:r>
              <a:rPr lang="en" sz="3600">
                <a:solidFill>
                  <a:srgbClr val="000000"/>
                </a:solidFill>
              </a:rPr>
              <a:t>K-I-S-S</a:t>
            </a:r>
            <a:endParaRPr sz="3600"/>
          </a:p>
        </p:txBody>
      </p:sp>
      <p:sp>
        <p:nvSpPr>
          <p:cNvPr id="1116" name="Google Shape;1116;p45"/>
          <p:cNvSpPr/>
          <p:nvPr/>
        </p:nvSpPr>
        <p:spPr>
          <a:xfrm>
            <a:off x="227457" y="854965"/>
            <a:ext cx="4001929" cy="2088356"/>
          </a:xfrm>
          <a:custGeom>
            <a:avLst/>
            <a:gdLst/>
            <a:ahLst/>
            <a:cxnLst/>
            <a:rect l="l" t="t" r="r" b="b"/>
            <a:pathLst>
              <a:path w="5335905" h="2784475" extrusionOk="0">
                <a:moveTo>
                  <a:pt x="5335524" y="0"/>
                </a:moveTo>
                <a:lnTo>
                  <a:pt x="0" y="0"/>
                </a:lnTo>
                <a:lnTo>
                  <a:pt x="0" y="2784348"/>
                </a:lnTo>
                <a:lnTo>
                  <a:pt x="5335524" y="2784348"/>
                </a:lnTo>
                <a:lnTo>
                  <a:pt x="5335524" y="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117" name="Google Shape;1117;p45"/>
          <p:cNvSpPr txBox="1"/>
          <p:nvPr/>
        </p:nvSpPr>
        <p:spPr>
          <a:xfrm>
            <a:off x="558775" y="806825"/>
            <a:ext cx="3338036" cy="2178160"/>
          </a:xfrm>
          <a:prstGeom prst="rect">
            <a:avLst/>
          </a:prstGeom>
          <a:noFill/>
          <a:ln>
            <a:noFill/>
          </a:ln>
        </p:spPr>
        <p:txBody>
          <a:bodyPr spcFirstLastPara="1" wrap="square" lIns="0" tIns="89525" rIns="0" bIns="0" anchor="t" anchorCtr="0">
            <a:spAutoFit/>
          </a:bodyPr>
          <a:lstStyle/>
          <a:p>
            <a:pPr marL="475" marR="0" lvl="0" indent="0" algn="ctr"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Keep</a:t>
            </a:r>
            <a:endParaRPr sz="2100" b="0" i="0" u="none" strike="noStrike" cap="none">
              <a:solidFill>
                <a:srgbClr val="000000"/>
              </a:solidFill>
              <a:latin typeface="Arial"/>
              <a:ea typeface="Arial"/>
              <a:cs typeface="Arial"/>
              <a:sym typeface="Arial"/>
            </a:endParaRPr>
          </a:p>
          <a:p>
            <a:pPr marL="9049" marR="3810" lvl="0" indent="0" algn="ctr" rtl="0">
              <a:lnSpc>
                <a:spcPct val="107944"/>
              </a:lnSpc>
              <a:spcBef>
                <a:spcPts val="788"/>
              </a:spcBef>
              <a:spcAft>
                <a:spcPts val="0"/>
              </a:spcAft>
              <a:buNone/>
            </a:pPr>
            <a:r>
              <a:rPr lang="en" sz="1800" b="0" i="0" u="none" strike="noStrike" cap="none">
                <a:solidFill>
                  <a:srgbClr val="000000"/>
                </a:solidFill>
                <a:latin typeface="Arial"/>
                <a:ea typeface="Arial"/>
                <a:cs typeface="Arial"/>
                <a:sym typeface="Arial"/>
              </a:rPr>
              <a:t>What areas are working well and should continue to keep?</a:t>
            </a:r>
            <a:endParaRPr sz="1800" b="0" i="0" u="none" strike="noStrike" cap="none">
              <a:solidFill>
                <a:srgbClr val="000000"/>
              </a:solidFill>
              <a:latin typeface="Arial"/>
              <a:ea typeface="Arial"/>
              <a:cs typeface="Arial"/>
              <a:sym typeface="Arial"/>
            </a:endParaRPr>
          </a:p>
          <a:p>
            <a:pPr marL="772001" marR="0" lvl="0" indent="-252888" algn="l" rtl="0">
              <a:lnSpc>
                <a:spcPct val="100000"/>
              </a:lnSpc>
              <a:spcBef>
                <a:spcPts val="506"/>
              </a:spcBef>
              <a:spcAft>
                <a:spcPts val="0"/>
              </a:spcAft>
              <a:buClr>
                <a:srgbClr val="000000"/>
              </a:buClr>
              <a:buSzPts val="1800"/>
              <a:buFont typeface="Arial"/>
              <a:buAutoNum type="arabicPeriod"/>
            </a:pPr>
            <a:r>
              <a:rPr lang="en" sz="1800" b="0" i="0" u="none" strike="noStrike" cap="none">
                <a:solidFill>
                  <a:srgbClr val="C0504D"/>
                </a:solidFill>
                <a:latin typeface="Arial"/>
                <a:ea typeface="Arial"/>
                <a:cs typeface="Arial"/>
                <a:sym typeface="Arial"/>
              </a:rPr>
              <a:t>Use of social stories</a:t>
            </a:r>
            <a:endParaRPr sz="1800" b="0" i="0" u="none" strike="noStrike" cap="none">
              <a:solidFill>
                <a:srgbClr val="000000"/>
              </a:solidFill>
              <a:latin typeface="Arial"/>
              <a:ea typeface="Arial"/>
              <a:cs typeface="Arial"/>
              <a:sym typeface="Arial"/>
            </a:endParaRPr>
          </a:p>
          <a:p>
            <a:pPr marL="454343" marR="113824" lvl="0" indent="-336709" algn="l" rtl="0">
              <a:lnSpc>
                <a:spcPct val="107944"/>
              </a:lnSpc>
              <a:spcBef>
                <a:spcPts val="788"/>
              </a:spcBef>
              <a:spcAft>
                <a:spcPts val="0"/>
              </a:spcAft>
              <a:buClr>
                <a:srgbClr val="000000"/>
              </a:buClr>
              <a:buSzPts val="1800"/>
              <a:buFont typeface="Arial"/>
              <a:buAutoNum type="arabicPeriod"/>
            </a:pPr>
            <a:r>
              <a:rPr lang="en" sz="1800" b="0" i="0" u="none" strike="noStrike" cap="none">
                <a:solidFill>
                  <a:srgbClr val="C0504D"/>
                </a:solidFill>
                <a:latin typeface="Arial"/>
                <a:ea typeface="Arial"/>
                <a:cs typeface="Arial"/>
                <a:sym typeface="Arial"/>
              </a:rPr>
              <a:t>Explicit teaching of conflict resolution strategies and polite</a:t>
            </a:r>
            <a:endParaRPr sz="1800" b="0" i="0" u="none" strike="noStrike" cap="none">
              <a:solidFill>
                <a:srgbClr val="000000"/>
              </a:solidFill>
              <a:latin typeface="Arial"/>
              <a:ea typeface="Arial"/>
              <a:cs typeface="Arial"/>
              <a:sym typeface="Arial"/>
            </a:endParaRPr>
          </a:p>
          <a:p>
            <a:pPr marL="1230154" marR="0" lvl="0" indent="0" algn="l" rtl="0">
              <a:lnSpc>
                <a:spcPct val="106444"/>
              </a:lnSpc>
              <a:spcBef>
                <a:spcPts val="0"/>
              </a:spcBef>
              <a:spcAft>
                <a:spcPts val="0"/>
              </a:spcAft>
              <a:buNone/>
            </a:pPr>
            <a:r>
              <a:rPr lang="en" sz="1800" b="0" i="0" u="none" strike="noStrike" cap="none">
                <a:solidFill>
                  <a:srgbClr val="C0504D"/>
                </a:solidFill>
                <a:latin typeface="Arial"/>
                <a:ea typeface="Arial"/>
                <a:cs typeface="Arial"/>
                <a:sym typeface="Arial"/>
              </a:rPr>
              <a:t>phrases</a:t>
            </a:r>
            <a:endParaRPr sz="1800" b="0" i="0" u="none" strike="noStrike" cap="none">
              <a:solidFill>
                <a:srgbClr val="000000"/>
              </a:solidFill>
              <a:latin typeface="Arial"/>
              <a:ea typeface="Arial"/>
              <a:cs typeface="Arial"/>
              <a:sym typeface="Arial"/>
            </a:endParaRPr>
          </a:p>
        </p:txBody>
      </p:sp>
      <p:sp>
        <p:nvSpPr>
          <p:cNvPr id="1118" name="Google Shape;1118;p45"/>
          <p:cNvSpPr txBox="1"/>
          <p:nvPr/>
        </p:nvSpPr>
        <p:spPr>
          <a:xfrm>
            <a:off x="4406265" y="854965"/>
            <a:ext cx="4510564" cy="1991089"/>
          </a:xfrm>
          <a:prstGeom prst="rect">
            <a:avLst/>
          </a:prstGeom>
          <a:solidFill>
            <a:srgbClr val="FCEADA"/>
          </a:solidFill>
          <a:ln>
            <a:noFill/>
          </a:ln>
        </p:spPr>
        <p:txBody>
          <a:bodyPr spcFirstLastPara="1" wrap="square" lIns="0" tIns="41425" rIns="0" bIns="0" anchor="t" anchorCtr="0">
            <a:spAutoFit/>
          </a:bodyPr>
          <a:lstStyle/>
          <a:p>
            <a:pPr marL="475" marR="0" lvl="0" indent="0" algn="ctr"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Improve</a:t>
            </a:r>
            <a:endParaRPr sz="2100" b="0" i="0" u="none" strike="noStrike" cap="none">
              <a:solidFill>
                <a:srgbClr val="000000"/>
              </a:solidFill>
              <a:latin typeface="Arial"/>
              <a:ea typeface="Arial"/>
              <a:cs typeface="Arial"/>
              <a:sym typeface="Arial"/>
            </a:endParaRPr>
          </a:p>
          <a:p>
            <a:pPr marL="0" marR="0" lvl="0" indent="0" algn="ctr" rtl="0">
              <a:lnSpc>
                <a:spcPct val="100000"/>
              </a:lnSpc>
              <a:spcBef>
                <a:spcPts val="544"/>
              </a:spcBef>
              <a:spcAft>
                <a:spcPts val="0"/>
              </a:spcAft>
              <a:buNone/>
            </a:pPr>
            <a:r>
              <a:rPr lang="en" sz="1800" b="0" i="0" u="none" strike="noStrike" cap="none">
                <a:solidFill>
                  <a:srgbClr val="000000"/>
                </a:solidFill>
                <a:latin typeface="Arial"/>
                <a:ea typeface="Arial"/>
                <a:cs typeface="Arial"/>
                <a:sym typeface="Arial"/>
              </a:rPr>
              <a:t>What are the areas for improvement?</a:t>
            </a:r>
            <a:endParaRPr sz="1800" b="0" i="0" u="none" strike="noStrike" cap="none">
              <a:solidFill>
                <a:srgbClr val="000000"/>
              </a:solidFill>
              <a:latin typeface="Arial"/>
              <a:ea typeface="Arial"/>
              <a:cs typeface="Arial"/>
              <a:sym typeface="Arial"/>
            </a:endParaRPr>
          </a:p>
          <a:p>
            <a:pPr marL="1053465" marR="0" lvl="0" indent="-253364" algn="l" rtl="0">
              <a:lnSpc>
                <a:spcPct val="100000"/>
              </a:lnSpc>
              <a:spcBef>
                <a:spcPts val="529"/>
              </a:spcBef>
              <a:spcAft>
                <a:spcPts val="0"/>
              </a:spcAft>
              <a:buClr>
                <a:srgbClr val="000000"/>
              </a:buClr>
              <a:buSzPts val="1800"/>
              <a:buFont typeface="Arial"/>
              <a:buAutoNum type="arabicPeriod"/>
            </a:pPr>
            <a:r>
              <a:rPr lang="en" sz="1800" b="0" i="0" u="none" strike="noStrike" cap="none">
                <a:solidFill>
                  <a:srgbClr val="C0504D"/>
                </a:solidFill>
                <a:latin typeface="Arial"/>
                <a:ea typeface="Arial"/>
                <a:cs typeface="Arial"/>
                <a:sym typeface="Arial"/>
              </a:rPr>
              <a:t>Create more social stories</a:t>
            </a:r>
            <a:endParaRPr sz="1800" b="0" i="0" u="none" strike="noStrike" cap="none">
              <a:solidFill>
                <a:srgbClr val="000000"/>
              </a:solidFill>
              <a:latin typeface="Arial"/>
              <a:ea typeface="Arial"/>
              <a:cs typeface="Arial"/>
              <a:sym typeface="Arial"/>
            </a:endParaRPr>
          </a:p>
          <a:p>
            <a:pPr marL="253365" marR="0" lvl="0" indent="-252889" algn="ctr" rtl="0">
              <a:lnSpc>
                <a:spcPct val="114166"/>
              </a:lnSpc>
              <a:spcBef>
                <a:spcPts val="540"/>
              </a:spcBef>
              <a:spcAft>
                <a:spcPts val="0"/>
              </a:spcAft>
              <a:buClr>
                <a:srgbClr val="000000"/>
              </a:buClr>
              <a:buSzPts val="1800"/>
              <a:buFont typeface="Arial"/>
              <a:buAutoNum type="arabicPeriod"/>
            </a:pPr>
            <a:r>
              <a:rPr lang="en" sz="1800" b="0" i="0" u="none" strike="noStrike" cap="none">
                <a:solidFill>
                  <a:srgbClr val="C0504D"/>
                </a:solidFill>
                <a:latin typeface="Arial"/>
                <a:ea typeface="Arial"/>
                <a:cs typeface="Arial"/>
                <a:sym typeface="Arial"/>
              </a:rPr>
              <a:t>Increase the frequency of sharing social</a:t>
            </a:r>
            <a:endParaRPr sz="1800" b="0" i="0" u="none" strike="noStrike" cap="none">
              <a:solidFill>
                <a:srgbClr val="000000"/>
              </a:solidFill>
              <a:latin typeface="Arial"/>
              <a:ea typeface="Arial"/>
              <a:cs typeface="Arial"/>
              <a:sym typeface="Arial"/>
            </a:endParaRPr>
          </a:p>
          <a:p>
            <a:pPr marL="953" marR="0" lvl="0" indent="0" algn="ctr" rtl="0">
              <a:lnSpc>
                <a:spcPct val="114166"/>
              </a:lnSpc>
              <a:spcBef>
                <a:spcPts val="0"/>
              </a:spcBef>
              <a:spcAft>
                <a:spcPts val="0"/>
              </a:spcAft>
              <a:buNone/>
            </a:pPr>
            <a:r>
              <a:rPr lang="en" sz="1800" b="0" i="0" u="none" strike="noStrike" cap="none">
                <a:solidFill>
                  <a:srgbClr val="C0504D"/>
                </a:solidFill>
                <a:latin typeface="Arial"/>
                <a:ea typeface="Arial"/>
                <a:cs typeface="Arial"/>
                <a:sym typeface="Arial"/>
              </a:rPr>
              <a:t>stories</a:t>
            </a:r>
            <a:endParaRPr sz="1800" b="0" i="0" u="none" strike="noStrike" cap="none">
              <a:solidFill>
                <a:srgbClr val="000000"/>
              </a:solidFill>
              <a:latin typeface="Arial"/>
              <a:ea typeface="Arial"/>
              <a:cs typeface="Arial"/>
              <a:sym typeface="Arial"/>
            </a:endParaRPr>
          </a:p>
          <a:p>
            <a:pPr marL="653414" marR="0" lvl="0" indent="-253364" algn="l" rtl="0">
              <a:lnSpc>
                <a:spcPct val="100000"/>
              </a:lnSpc>
              <a:spcBef>
                <a:spcPts val="533"/>
              </a:spcBef>
              <a:spcAft>
                <a:spcPts val="0"/>
              </a:spcAft>
              <a:buClr>
                <a:srgbClr val="000000"/>
              </a:buClr>
              <a:buSzPts val="1800"/>
              <a:buFont typeface="Arial"/>
              <a:buAutoNum type="arabicPeriod" startAt="3"/>
            </a:pPr>
            <a:r>
              <a:rPr lang="en" sz="1800" b="0" i="0" u="none" strike="noStrike" cap="none">
                <a:solidFill>
                  <a:srgbClr val="C0504D"/>
                </a:solidFill>
                <a:latin typeface="Arial"/>
                <a:ea typeface="Arial"/>
                <a:cs typeface="Arial"/>
                <a:sym typeface="Arial"/>
              </a:rPr>
              <a:t>Use swivl to record lessons</a:t>
            </a:r>
            <a:endParaRPr sz="1800" b="0" i="0" u="none" strike="noStrike" cap="none">
              <a:solidFill>
                <a:srgbClr val="000000"/>
              </a:solidFill>
              <a:latin typeface="Arial"/>
              <a:ea typeface="Arial"/>
              <a:cs typeface="Arial"/>
              <a:sym typeface="Arial"/>
            </a:endParaRPr>
          </a:p>
        </p:txBody>
      </p:sp>
      <p:sp>
        <p:nvSpPr>
          <p:cNvPr id="1119" name="Google Shape;1119;p45"/>
          <p:cNvSpPr txBox="1"/>
          <p:nvPr/>
        </p:nvSpPr>
        <p:spPr>
          <a:xfrm>
            <a:off x="227457" y="3042666"/>
            <a:ext cx="4001929" cy="1544813"/>
          </a:xfrm>
          <a:prstGeom prst="rect">
            <a:avLst/>
          </a:prstGeom>
          <a:solidFill>
            <a:srgbClr val="FCEADA"/>
          </a:solidFill>
          <a:ln>
            <a:noFill/>
          </a:ln>
        </p:spPr>
        <p:txBody>
          <a:bodyPr spcFirstLastPara="1" wrap="square" lIns="0" tIns="41425" rIns="0" bIns="0" anchor="t" anchorCtr="0">
            <a:spAutoFit/>
          </a:bodyPr>
          <a:lstStyle/>
          <a:p>
            <a:pPr marL="0" marR="0" lvl="0" indent="0" algn="ctr"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Start</a:t>
            </a:r>
            <a:endParaRPr sz="2100" b="0" i="0" u="none" strike="noStrike" cap="none">
              <a:solidFill>
                <a:srgbClr val="000000"/>
              </a:solidFill>
              <a:latin typeface="Arial"/>
              <a:ea typeface="Arial"/>
              <a:cs typeface="Arial"/>
              <a:sym typeface="Arial"/>
            </a:endParaRPr>
          </a:p>
          <a:p>
            <a:pPr marL="265271" marR="261461" lvl="0" indent="0" algn="ctr" rtl="0">
              <a:lnSpc>
                <a:spcPct val="107944"/>
              </a:lnSpc>
              <a:spcBef>
                <a:spcPts val="791"/>
              </a:spcBef>
              <a:spcAft>
                <a:spcPts val="0"/>
              </a:spcAft>
              <a:buNone/>
            </a:pPr>
            <a:r>
              <a:rPr lang="en" sz="1800" b="0" i="0" u="none" strike="noStrike" cap="none">
                <a:solidFill>
                  <a:srgbClr val="000000"/>
                </a:solidFill>
                <a:latin typeface="Arial"/>
                <a:ea typeface="Arial"/>
                <a:cs typeface="Arial"/>
                <a:sym typeface="Arial"/>
              </a:rPr>
              <a:t>What are the new strategies worth starting?</a:t>
            </a:r>
            <a:endParaRPr sz="1800" b="0" i="0" u="none" strike="noStrike" cap="none">
              <a:solidFill>
                <a:srgbClr val="000000"/>
              </a:solidFill>
              <a:latin typeface="Arial"/>
              <a:ea typeface="Arial"/>
              <a:cs typeface="Arial"/>
              <a:sym typeface="Arial"/>
            </a:endParaRPr>
          </a:p>
          <a:p>
            <a:pPr marL="182880" marR="179070" lvl="0" indent="0" algn="ctr" rtl="0">
              <a:lnSpc>
                <a:spcPct val="107944"/>
              </a:lnSpc>
              <a:spcBef>
                <a:spcPts val="750"/>
              </a:spcBef>
              <a:spcAft>
                <a:spcPts val="0"/>
              </a:spcAft>
              <a:buNone/>
            </a:pPr>
            <a:r>
              <a:rPr lang="en" sz="1800" b="0" i="0" u="none" strike="noStrike" cap="none">
                <a:solidFill>
                  <a:srgbClr val="C0504D"/>
                </a:solidFill>
                <a:latin typeface="Arial"/>
                <a:ea typeface="Arial"/>
                <a:cs typeface="Arial"/>
                <a:sym typeface="Arial"/>
              </a:rPr>
              <a:t>Get students to co-create new social stories</a:t>
            </a:r>
            <a:endParaRPr sz="1800" b="0" i="0" u="none" strike="noStrike" cap="none">
              <a:solidFill>
                <a:srgbClr val="000000"/>
              </a:solidFill>
              <a:latin typeface="Arial"/>
              <a:ea typeface="Arial"/>
              <a:cs typeface="Arial"/>
              <a:sym typeface="Arial"/>
            </a:endParaRPr>
          </a:p>
        </p:txBody>
      </p:sp>
      <p:sp>
        <p:nvSpPr>
          <p:cNvPr id="1120" name="Google Shape;1120;p45"/>
          <p:cNvSpPr txBox="1"/>
          <p:nvPr/>
        </p:nvSpPr>
        <p:spPr>
          <a:xfrm>
            <a:off x="4406265" y="3042666"/>
            <a:ext cx="4510564" cy="1296027"/>
          </a:xfrm>
          <a:prstGeom prst="rect">
            <a:avLst/>
          </a:prstGeom>
          <a:solidFill>
            <a:srgbClr val="FCEADA"/>
          </a:solidFill>
          <a:ln>
            <a:noFill/>
          </a:ln>
        </p:spPr>
        <p:txBody>
          <a:bodyPr spcFirstLastPara="1" wrap="square" lIns="0" tIns="41425" rIns="0" bIns="0" anchor="t" anchorCtr="0">
            <a:spAutoFit/>
          </a:bodyPr>
          <a:lstStyle/>
          <a:p>
            <a:pPr marL="2858" marR="0" lvl="0" indent="0" algn="ctr" rtl="0">
              <a:lnSpc>
                <a:spcPct val="100000"/>
              </a:lnSpc>
              <a:spcBef>
                <a:spcPts val="0"/>
              </a:spcBef>
              <a:spcAft>
                <a:spcPts val="0"/>
              </a:spcAft>
              <a:buNone/>
            </a:pPr>
            <a:r>
              <a:rPr lang="en" sz="2100" b="1" i="0" u="none" strike="noStrike" cap="none">
                <a:solidFill>
                  <a:srgbClr val="000000"/>
                </a:solidFill>
                <a:latin typeface="Arial"/>
                <a:ea typeface="Arial"/>
                <a:cs typeface="Arial"/>
                <a:sym typeface="Arial"/>
              </a:rPr>
              <a:t>Stop</a:t>
            </a:r>
            <a:endParaRPr sz="2100" b="0" i="0" u="none" strike="noStrike" cap="none">
              <a:solidFill>
                <a:srgbClr val="000000"/>
              </a:solidFill>
              <a:latin typeface="Arial"/>
              <a:ea typeface="Arial"/>
              <a:cs typeface="Arial"/>
              <a:sym typeface="Arial"/>
            </a:endParaRPr>
          </a:p>
          <a:p>
            <a:pPr marL="291465" marR="284798" lvl="0" indent="0" algn="ctr" rtl="0">
              <a:lnSpc>
                <a:spcPct val="107944"/>
              </a:lnSpc>
              <a:spcBef>
                <a:spcPts val="791"/>
              </a:spcBef>
              <a:spcAft>
                <a:spcPts val="0"/>
              </a:spcAft>
              <a:buNone/>
            </a:pPr>
            <a:r>
              <a:rPr lang="en" sz="1800" b="0" i="0" u="none" strike="noStrike" cap="none">
                <a:solidFill>
                  <a:srgbClr val="000000"/>
                </a:solidFill>
                <a:latin typeface="Arial"/>
                <a:ea typeface="Arial"/>
                <a:cs typeface="Arial"/>
                <a:sym typeface="Arial"/>
              </a:rPr>
              <a:t>What areas are ineffective and need to stop?</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503"/>
              </a:spcBef>
              <a:spcAft>
                <a:spcPts val="0"/>
              </a:spcAft>
              <a:buNone/>
            </a:pPr>
            <a:r>
              <a:rPr lang="en" sz="1800" b="0" i="0" u="none" strike="noStrike" cap="none">
                <a:solidFill>
                  <a:srgbClr val="C0504D"/>
                </a:solidFill>
                <a:latin typeface="Arial"/>
                <a:ea typeface="Arial"/>
                <a:cs typeface="Arial"/>
                <a:sym typeface="Arial"/>
              </a:rPr>
              <a:t>Manual logging of conflicts during lessons</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46"/>
          <p:cNvSpPr txBox="1">
            <a:spLocks noGrp="1"/>
          </p:cNvSpPr>
          <p:nvPr>
            <p:ph type="body" idx="1"/>
          </p:nvPr>
        </p:nvSpPr>
        <p:spPr>
          <a:xfrm>
            <a:off x="1198817" y="1564196"/>
            <a:ext cx="2724150" cy="184666"/>
          </a:xfrm>
          <a:prstGeom prst="rect">
            <a:avLst/>
          </a:prstGeom>
          <a:noFill/>
          <a:ln>
            <a:noFill/>
          </a:ln>
        </p:spPr>
        <p:txBody>
          <a:bodyPr spcFirstLastPara="1" wrap="square" lIns="0" tIns="0" rIns="0" bIns="0" anchor="t" anchorCtr="0">
            <a:spAutoFit/>
          </a:bodyPr>
          <a:lstStyle/>
          <a:p>
            <a:pPr marL="457200" lvl="0" indent="-228600" algn="l" rtl="0">
              <a:lnSpc>
                <a:spcPct val="100000"/>
              </a:lnSpc>
              <a:spcBef>
                <a:spcPts val="0"/>
              </a:spcBef>
              <a:spcAft>
                <a:spcPts val="0"/>
              </a:spcAft>
              <a:buSzPts val="1200"/>
              <a:buNone/>
            </a:pPr>
            <a:endParaRPr/>
          </a:p>
        </p:txBody>
      </p:sp>
      <p:sp>
        <p:nvSpPr>
          <p:cNvPr id="1126" name="Google Shape;1126;p46"/>
          <p:cNvSpPr txBox="1">
            <a:spLocks noGrp="1"/>
          </p:cNvSpPr>
          <p:nvPr>
            <p:ph type="sldNum" idx="12"/>
          </p:nvPr>
        </p:nvSpPr>
        <p:spPr>
          <a:xfrm>
            <a:off x="0" y="0"/>
            <a:ext cx="3000000" cy="3000000"/>
          </a:xfrm>
          <a:prstGeom prst="rect">
            <a:avLst/>
          </a:prstGeom>
          <a:noFill/>
          <a:ln>
            <a:noFill/>
          </a:ln>
        </p:spPr>
        <p:txBody>
          <a:bodyPr spcFirstLastPara="1" wrap="square" lIns="0" tIns="0" rIns="0" bIns="0" anchor="t" anchorCtr="0">
            <a:noAutofit/>
          </a:bodyPr>
          <a:lstStyle/>
          <a:p>
            <a:pPr marL="28575" lvl="0" indent="0" algn="l" rtl="0">
              <a:lnSpc>
                <a:spcPct val="119222"/>
              </a:lnSpc>
              <a:spcBef>
                <a:spcPts val="0"/>
              </a:spcBef>
              <a:spcAft>
                <a:spcPts val="0"/>
              </a:spcAft>
              <a:buNone/>
            </a:pPr>
            <a:endParaRPr>
              <a:latin typeface="Arial"/>
              <a:ea typeface="Arial"/>
              <a:cs typeface="Arial"/>
              <a:sym typeface="Arial"/>
            </a:endParaRPr>
          </a:p>
        </p:txBody>
      </p:sp>
      <p:pic>
        <p:nvPicPr>
          <p:cNvPr id="1127" name="Google Shape;1127;p46"/>
          <p:cNvPicPr preferRelativeResize="0"/>
          <p:nvPr/>
        </p:nvPicPr>
        <p:blipFill rotWithShape="1">
          <a:blip r:embed="rId3">
            <a:alphaModFix/>
          </a:blip>
          <a:srcRect/>
          <a:stretch/>
        </p:blipFill>
        <p:spPr>
          <a:xfrm>
            <a:off x="970299" y="0"/>
            <a:ext cx="6692859" cy="5158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34"/>
          <p:cNvSpPr txBox="1">
            <a:spLocks noGrp="1"/>
          </p:cNvSpPr>
          <p:nvPr>
            <p:ph type="title"/>
          </p:nvPr>
        </p:nvSpPr>
        <p:spPr>
          <a:xfrm>
            <a:off x="480548" y="-10"/>
            <a:ext cx="8126798"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 sz="2000">
                <a:solidFill>
                  <a:srgbClr val="002CF0"/>
                </a:solidFill>
                <a:latin typeface="Public Sans"/>
                <a:ea typeface="Public Sans"/>
                <a:cs typeface="Public Sans"/>
                <a:sym typeface="Public Sans"/>
              </a:rPr>
              <a:t>PLT Deliverable: Poster or any form of visual representation</a:t>
            </a:r>
            <a:endParaRPr sz="2000" b="0" i="1">
              <a:solidFill>
                <a:srgbClr val="9900FF"/>
              </a:solidFill>
              <a:latin typeface="Public Sans"/>
              <a:ea typeface="Public Sans"/>
              <a:cs typeface="Public Sans"/>
              <a:sym typeface="Public Sans"/>
            </a:endParaRPr>
          </a:p>
        </p:txBody>
      </p:sp>
      <p:sp>
        <p:nvSpPr>
          <p:cNvPr id="1158" name="Google Shape;1158;p34"/>
          <p:cNvSpPr txBox="1">
            <a:spLocks noGrp="1"/>
          </p:cNvSpPr>
          <p:nvPr>
            <p:ph type="sldNum" idx="12"/>
          </p:nvPr>
        </p:nvSpPr>
        <p:spPr>
          <a:xfrm>
            <a:off x="7086600" y="4869657"/>
            <a:ext cx="2057400" cy="2738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
              <a:t>24</a:t>
            </a:fld>
            <a:endParaRPr/>
          </a:p>
        </p:txBody>
      </p:sp>
      <p:sp>
        <p:nvSpPr>
          <p:cNvPr id="1159" name="Google Shape;1159;p34"/>
          <p:cNvSpPr txBox="1">
            <a:spLocks noGrp="1"/>
          </p:cNvSpPr>
          <p:nvPr>
            <p:ph type="body" idx="1"/>
          </p:nvPr>
        </p:nvSpPr>
        <p:spPr>
          <a:xfrm>
            <a:off x="480548" y="741923"/>
            <a:ext cx="8070600" cy="197705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sz="1600" b="1" u="sng">
                <a:latin typeface="Public Sans"/>
                <a:ea typeface="Public Sans"/>
                <a:cs typeface="Public Sans"/>
                <a:sym typeface="Public Sans"/>
              </a:rPr>
              <a:t>Suggested Outline</a:t>
            </a:r>
            <a:endParaRPr sz="1600" b="1" u="sng">
              <a:latin typeface="Public Sans"/>
              <a:ea typeface="Public Sans"/>
              <a:cs typeface="Public Sans"/>
              <a:sym typeface="Public Sans"/>
            </a:endParaRPr>
          </a:p>
          <a:p>
            <a:pPr marL="457200" lvl="0"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Title: [Lesson Topic]</a:t>
            </a:r>
            <a:endParaRPr sz="1600" b="1">
              <a:latin typeface="Public Sans"/>
              <a:ea typeface="Public Sans"/>
              <a:cs typeface="Public Sans"/>
              <a:sym typeface="Public Sans"/>
            </a:endParaRPr>
          </a:p>
          <a:p>
            <a:pPr marL="457200" lvl="0" indent="0" algn="l" rtl="0">
              <a:lnSpc>
                <a:spcPct val="100000"/>
              </a:lnSpc>
              <a:spcBef>
                <a:spcPts val="0"/>
              </a:spcBef>
              <a:spcAft>
                <a:spcPts val="0"/>
              </a:spcAft>
              <a:buSzPts val="1800"/>
              <a:buNone/>
            </a:pPr>
            <a:endParaRPr sz="1600" b="1">
              <a:latin typeface="Public Sans"/>
              <a:ea typeface="Public Sans"/>
              <a:cs typeface="Public Sans"/>
              <a:sym typeface="Public Sans"/>
            </a:endParaRPr>
          </a:p>
          <a:p>
            <a:pPr marL="457200" lvl="0"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Inquiry &amp; Lesson Focus / AOC &amp; RQ</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Briefly state your main inquiry question / AOC &amp; RQ</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Font typeface="Public Sans"/>
              <a:buChar char="◆"/>
            </a:pPr>
            <a:r>
              <a:rPr lang="en" sz="1600" b="1">
                <a:latin typeface="Public Sans"/>
                <a:ea typeface="Public Sans"/>
                <a:cs typeface="Public Sans"/>
                <a:sym typeface="Public Sans"/>
              </a:rPr>
              <a:t>Provide a short description of the lesson focus / AOC &amp; RQ</a:t>
            </a:r>
            <a:endParaRPr/>
          </a:p>
          <a:p>
            <a:pPr marL="914400" lvl="0" indent="0" algn="l" rtl="0">
              <a:lnSpc>
                <a:spcPct val="100000"/>
              </a:lnSpc>
              <a:spcBef>
                <a:spcPts val="0"/>
              </a:spcBef>
              <a:spcAft>
                <a:spcPts val="0"/>
              </a:spcAft>
              <a:buSzPts val="1800"/>
              <a:buNone/>
            </a:pPr>
            <a:endParaRPr sz="1600" b="1">
              <a:latin typeface="Public Sans"/>
              <a:ea typeface="Public Sans"/>
              <a:cs typeface="Public Sans"/>
              <a:sym typeface="Public Sans"/>
            </a:endParaRPr>
          </a:p>
          <a:p>
            <a:pPr marL="457200" lvl="0"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Key Findings</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List 3–4 bullet points that summarise the most important observations or outcomes from the lesson study / SPAOR Cycle</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Highlight student learning outcomes </a:t>
            </a:r>
            <a:endParaRPr sz="1600" b="1">
              <a:latin typeface="Public Sans"/>
              <a:ea typeface="Public Sans"/>
              <a:cs typeface="Public Sans"/>
              <a:sym typeface="Public Sans"/>
            </a:endParaRPr>
          </a:p>
          <a:p>
            <a:pPr marL="914400" lvl="0" indent="0" algn="l" rtl="0">
              <a:lnSpc>
                <a:spcPct val="100000"/>
              </a:lnSpc>
              <a:spcBef>
                <a:spcPts val="0"/>
              </a:spcBef>
              <a:spcAft>
                <a:spcPts val="0"/>
              </a:spcAft>
              <a:buSzPts val="1800"/>
              <a:buNone/>
            </a:pPr>
            <a:endParaRPr sz="1600" b="1">
              <a:latin typeface="Public Sans"/>
              <a:ea typeface="Public Sans"/>
              <a:cs typeface="Public Sans"/>
              <a:sym typeface="Public Sans"/>
            </a:endParaRPr>
          </a:p>
          <a:p>
            <a:pPr marL="457200" lvl="0"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Reflections &amp; Next Steps</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Summarise one or two key reflections</a:t>
            </a:r>
            <a:endParaRPr sz="1600" b="1">
              <a:latin typeface="Public Sans"/>
              <a:ea typeface="Public Sans"/>
              <a:cs typeface="Public Sans"/>
              <a:sym typeface="Public Sans"/>
            </a:endParaRPr>
          </a:p>
          <a:p>
            <a:pPr marL="914400" lvl="1" indent="-317500" algn="l" rtl="0">
              <a:lnSpc>
                <a:spcPct val="100000"/>
              </a:lnSpc>
              <a:spcBef>
                <a:spcPts val="0"/>
              </a:spcBef>
              <a:spcAft>
                <a:spcPts val="0"/>
              </a:spcAft>
              <a:buSzPts val="1400"/>
              <a:buChar char="◆"/>
            </a:pPr>
            <a:r>
              <a:rPr lang="en" sz="1600" b="1">
                <a:latin typeface="Public Sans"/>
                <a:ea typeface="Public Sans"/>
                <a:cs typeface="Public Sans"/>
                <a:sym typeface="Public Sans"/>
              </a:rPr>
              <a:t>List any recommended next steps or adjustments for future lessons</a:t>
            </a:r>
            <a:endParaRPr sz="1600" b="1">
              <a:latin typeface="Public Sans"/>
              <a:ea typeface="Public Sans"/>
              <a:cs typeface="Public Sans"/>
              <a:sym typeface="Public Sans"/>
            </a:endParaRPr>
          </a:p>
          <a:p>
            <a:pPr marL="0" lvl="0" indent="0" algn="l" rtl="0">
              <a:lnSpc>
                <a:spcPct val="100000"/>
              </a:lnSpc>
              <a:spcBef>
                <a:spcPts val="0"/>
              </a:spcBef>
              <a:spcAft>
                <a:spcPts val="0"/>
              </a:spcAft>
              <a:buSzPts val="1800"/>
              <a:buNone/>
            </a:pPr>
            <a:endParaRPr sz="1600" b="1">
              <a:latin typeface="Public Sans"/>
              <a:ea typeface="Public Sans"/>
              <a:cs typeface="Public Sans"/>
              <a:sym typeface="Public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32"/>
          <p:cNvSpPr txBox="1">
            <a:spLocks noGrp="1"/>
          </p:cNvSpPr>
          <p:nvPr>
            <p:ph type="title"/>
          </p:nvPr>
        </p:nvSpPr>
        <p:spPr>
          <a:xfrm>
            <a:off x="878066" y="1"/>
            <a:ext cx="7637284" cy="99417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Arial"/>
              <a:buNone/>
            </a:pPr>
            <a:r>
              <a:rPr lang="en">
                <a:solidFill>
                  <a:srgbClr val="002CF0"/>
                </a:solidFill>
              </a:rPr>
              <a:t>PLC Folder</a:t>
            </a:r>
            <a:endParaRPr>
              <a:solidFill>
                <a:srgbClr val="002CF0"/>
              </a:solidFill>
            </a:endParaRPr>
          </a:p>
        </p:txBody>
      </p:sp>
      <p:sp>
        <p:nvSpPr>
          <p:cNvPr id="1166" name="Google Shape;1166;p32"/>
          <p:cNvSpPr txBox="1">
            <a:spLocks noGrp="1"/>
          </p:cNvSpPr>
          <p:nvPr>
            <p:ph type="sldNum" idx="12"/>
          </p:nvPr>
        </p:nvSpPr>
        <p:spPr>
          <a:xfrm>
            <a:off x="7086600" y="4869657"/>
            <a:ext cx="2057400" cy="2738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
              <a:t>25</a:t>
            </a:fld>
            <a:endParaRPr/>
          </a:p>
        </p:txBody>
      </p:sp>
      <p:pic>
        <p:nvPicPr>
          <p:cNvPr id="1167" name="Google Shape;1167;p32" descr="A qr code with a logo&#10;&#10;AI-generated content may be incorrect."/>
          <p:cNvPicPr preferRelativeResize="0"/>
          <p:nvPr/>
        </p:nvPicPr>
        <p:blipFill rotWithShape="1">
          <a:blip r:embed="rId3">
            <a:alphaModFix/>
          </a:blip>
          <a:srcRect l="3576" t="2887" r="3681" b="14221"/>
          <a:stretch/>
        </p:blipFill>
        <p:spPr>
          <a:xfrm>
            <a:off x="628650" y="950733"/>
            <a:ext cx="2592945" cy="2519143"/>
          </a:xfrm>
          <a:prstGeom prst="rect">
            <a:avLst/>
          </a:prstGeom>
          <a:noFill/>
          <a:ln>
            <a:noFill/>
          </a:ln>
        </p:spPr>
      </p:pic>
      <p:sp>
        <p:nvSpPr>
          <p:cNvPr id="1168" name="Google Shape;1168;p32"/>
          <p:cNvSpPr txBox="1"/>
          <p:nvPr/>
        </p:nvSpPr>
        <p:spPr>
          <a:xfrm>
            <a:off x="3334192" y="829620"/>
            <a:ext cx="45720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400" b="0" i="0" u="sng" strike="noStrike" cap="none">
                <a:solidFill>
                  <a:srgbClr val="384A51"/>
                </a:solidFill>
                <a:latin typeface="Public Sans"/>
                <a:ea typeface="Public Sans"/>
                <a:cs typeface="Public Sans"/>
                <a:sym typeface="Public Sans"/>
                <a:hlinkClick r:id="rId4">
                  <a:extLst>
                    <a:ext uri="{A12FA001-AC4F-418D-AE19-62706E023703}">
                      <ahyp:hlinkClr xmlns:ahyp="http://schemas.microsoft.com/office/drawing/2018/hyperlinkcolor" val="tx"/>
                    </a:ext>
                  </a:extLst>
                </a:hlinkClick>
              </a:rPr>
              <a:t>go.gov.sg/amkp2026plc</a:t>
            </a:r>
            <a:endParaRPr sz="2400" b="0" i="0" u="none" strike="noStrike" cap="none">
              <a:solidFill>
                <a:srgbClr val="000000"/>
              </a:solidFill>
              <a:latin typeface="Public Sans"/>
              <a:ea typeface="Public Sans"/>
              <a:cs typeface="Public Sans"/>
              <a:sym typeface="Public Sans"/>
            </a:endParaRPr>
          </a:p>
        </p:txBody>
      </p:sp>
      <p:pic>
        <p:nvPicPr>
          <p:cNvPr id="1169" name="Google Shape;1169;p32" descr="A screenshot of a computer&#10;&#10;AI-generated content may be incorrect."/>
          <p:cNvPicPr preferRelativeResize="0"/>
          <p:nvPr/>
        </p:nvPicPr>
        <p:blipFill rotWithShape="1">
          <a:blip r:embed="rId5">
            <a:alphaModFix/>
          </a:blip>
          <a:srcRect t="-1901" b="1880"/>
          <a:stretch/>
        </p:blipFill>
        <p:spPr>
          <a:xfrm>
            <a:off x="3417676" y="1291285"/>
            <a:ext cx="2902099" cy="2178591"/>
          </a:xfrm>
          <a:prstGeom prst="rect">
            <a:avLst/>
          </a:prstGeom>
          <a:noFill/>
          <a:ln>
            <a:noFill/>
          </a:ln>
        </p:spPr>
      </p:pic>
      <p:pic>
        <p:nvPicPr>
          <p:cNvPr id="1170" name="Google Shape;1170;p32" descr="A screenshot of a computer&#10;&#10;AI-generated content may be incorrect."/>
          <p:cNvPicPr preferRelativeResize="0"/>
          <p:nvPr/>
        </p:nvPicPr>
        <p:blipFill rotWithShape="1">
          <a:blip r:embed="rId6">
            <a:alphaModFix/>
          </a:blip>
          <a:srcRect/>
          <a:stretch/>
        </p:blipFill>
        <p:spPr>
          <a:xfrm>
            <a:off x="6319775" y="1651647"/>
            <a:ext cx="1282766" cy="9525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grpSp>
        <p:nvGrpSpPr>
          <p:cNvPr id="1175" name="Google Shape;1175;p48"/>
          <p:cNvGrpSpPr/>
          <p:nvPr/>
        </p:nvGrpSpPr>
        <p:grpSpPr>
          <a:xfrm>
            <a:off x="554622" y="728002"/>
            <a:ext cx="3629931" cy="3880498"/>
            <a:chOff x="715097" y="727902"/>
            <a:chExt cx="3629931" cy="3880498"/>
          </a:xfrm>
        </p:grpSpPr>
        <p:sp>
          <p:nvSpPr>
            <p:cNvPr id="1176" name="Google Shape;1176;p48"/>
            <p:cNvSpPr/>
            <p:nvPr/>
          </p:nvSpPr>
          <p:spPr>
            <a:xfrm>
              <a:off x="787259" y="2678747"/>
              <a:ext cx="3511115" cy="1399283"/>
            </a:xfrm>
            <a:custGeom>
              <a:avLst/>
              <a:gdLst/>
              <a:ahLst/>
              <a:cxnLst/>
              <a:rect l="l" t="t" r="r" b="b"/>
              <a:pathLst>
                <a:path w="188269" h="58311" extrusionOk="0">
                  <a:moveTo>
                    <a:pt x="59316" y="1"/>
                  </a:moveTo>
                  <a:cubicBezTo>
                    <a:pt x="54026" y="1"/>
                    <a:pt x="48568" y="2696"/>
                    <a:pt x="44066" y="5822"/>
                  </a:cubicBezTo>
                  <a:cubicBezTo>
                    <a:pt x="36560" y="11092"/>
                    <a:pt x="29989" y="17630"/>
                    <a:pt x="24685" y="25102"/>
                  </a:cubicBezTo>
                  <a:cubicBezTo>
                    <a:pt x="22071" y="28858"/>
                    <a:pt x="18591" y="33345"/>
                    <a:pt x="14293" y="33345"/>
                  </a:cubicBezTo>
                  <a:cubicBezTo>
                    <a:pt x="13820" y="33345"/>
                    <a:pt x="13336" y="33291"/>
                    <a:pt x="12843" y="33175"/>
                  </a:cubicBezTo>
                  <a:cubicBezTo>
                    <a:pt x="11009" y="32774"/>
                    <a:pt x="9441" y="31474"/>
                    <a:pt x="7573" y="31173"/>
                  </a:cubicBezTo>
                  <a:cubicBezTo>
                    <a:pt x="7340" y="31139"/>
                    <a:pt x="7108" y="31123"/>
                    <a:pt x="6877" y="31123"/>
                  </a:cubicBezTo>
                  <a:cubicBezTo>
                    <a:pt x="4395" y="31123"/>
                    <a:pt x="2078" y="33024"/>
                    <a:pt x="1102" y="35343"/>
                  </a:cubicBezTo>
                  <a:cubicBezTo>
                    <a:pt x="1" y="37945"/>
                    <a:pt x="268" y="40847"/>
                    <a:pt x="968" y="43516"/>
                  </a:cubicBezTo>
                  <a:cubicBezTo>
                    <a:pt x="2236" y="48119"/>
                    <a:pt x="5138" y="54090"/>
                    <a:pt x="9341" y="56592"/>
                  </a:cubicBezTo>
                  <a:cubicBezTo>
                    <a:pt x="11557" y="57886"/>
                    <a:pt x="14204" y="58311"/>
                    <a:pt x="16928" y="58311"/>
                  </a:cubicBezTo>
                  <a:cubicBezTo>
                    <a:pt x="20312" y="58311"/>
                    <a:pt x="23814" y="57654"/>
                    <a:pt x="26753" y="57192"/>
                  </a:cubicBezTo>
                  <a:cubicBezTo>
                    <a:pt x="39763" y="55124"/>
                    <a:pt x="52872" y="53489"/>
                    <a:pt x="66015" y="52355"/>
                  </a:cubicBezTo>
                  <a:cubicBezTo>
                    <a:pt x="77206" y="51430"/>
                    <a:pt x="88439" y="50824"/>
                    <a:pt x="99660" y="50824"/>
                  </a:cubicBezTo>
                  <a:cubicBezTo>
                    <a:pt x="105831" y="50824"/>
                    <a:pt x="111998" y="51007"/>
                    <a:pt x="118152" y="51421"/>
                  </a:cubicBezTo>
                  <a:cubicBezTo>
                    <a:pt x="138485" y="52781"/>
                    <a:pt x="158709" y="56658"/>
                    <a:pt x="179047" y="56658"/>
                  </a:cubicBezTo>
                  <a:cubicBezTo>
                    <a:pt x="181163" y="56658"/>
                    <a:pt x="183281" y="56616"/>
                    <a:pt x="185400" y="56525"/>
                  </a:cubicBezTo>
                  <a:cubicBezTo>
                    <a:pt x="188135" y="50420"/>
                    <a:pt x="188269" y="43115"/>
                    <a:pt x="185633" y="36911"/>
                  </a:cubicBezTo>
                  <a:cubicBezTo>
                    <a:pt x="183920" y="32872"/>
                    <a:pt x="180298" y="28974"/>
                    <a:pt x="176081" y="28974"/>
                  </a:cubicBezTo>
                  <a:cubicBezTo>
                    <a:pt x="175701" y="28974"/>
                    <a:pt x="175315" y="29006"/>
                    <a:pt x="174926" y="29072"/>
                  </a:cubicBezTo>
                  <a:cubicBezTo>
                    <a:pt x="172935" y="29386"/>
                    <a:pt x="170945" y="30585"/>
                    <a:pt x="169019" y="30585"/>
                  </a:cubicBezTo>
                  <a:cubicBezTo>
                    <a:pt x="168492" y="30585"/>
                    <a:pt x="167970" y="30495"/>
                    <a:pt x="167454" y="30273"/>
                  </a:cubicBezTo>
                  <a:cubicBezTo>
                    <a:pt x="165919" y="29606"/>
                    <a:pt x="165119" y="27838"/>
                    <a:pt x="164618" y="26236"/>
                  </a:cubicBezTo>
                  <a:cubicBezTo>
                    <a:pt x="163184" y="21466"/>
                    <a:pt x="162784" y="16129"/>
                    <a:pt x="159682" y="12260"/>
                  </a:cubicBezTo>
                  <a:cubicBezTo>
                    <a:pt x="156780" y="8689"/>
                    <a:pt x="152299" y="7290"/>
                    <a:pt x="147627" y="7290"/>
                  </a:cubicBezTo>
                  <a:cubicBezTo>
                    <a:pt x="144618" y="7290"/>
                    <a:pt x="141530" y="7870"/>
                    <a:pt x="138733" y="8824"/>
                  </a:cubicBezTo>
                  <a:cubicBezTo>
                    <a:pt x="136237" y="9690"/>
                    <a:pt x="133625" y="10828"/>
                    <a:pt x="131059" y="10828"/>
                  </a:cubicBezTo>
                  <a:cubicBezTo>
                    <a:pt x="130264" y="10828"/>
                    <a:pt x="129474" y="10719"/>
                    <a:pt x="128693" y="10459"/>
                  </a:cubicBezTo>
                  <a:cubicBezTo>
                    <a:pt x="125157" y="9291"/>
                    <a:pt x="123222" y="5555"/>
                    <a:pt x="120320" y="3220"/>
                  </a:cubicBezTo>
                  <a:cubicBezTo>
                    <a:pt x="117764" y="1197"/>
                    <a:pt x="114733" y="418"/>
                    <a:pt x="111544" y="418"/>
                  </a:cubicBezTo>
                  <a:cubicBezTo>
                    <a:pt x="106950" y="418"/>
                    <a:pt x="102030" y="2036"/>
                    <a:pt x="97737" y="3887"/>
                  </a:cubicBezTo>
                  <a:cubicBezTo>
                    <a:pt x="92455" y="6200"/>
                    <a:pt x="86639" y="8743"/>
                    <a:pt x="81069" y="8743"/>
                  </a:cubicBezTo>
                  <a:cubicBezTo>
                    <a:pt x="79006" y="8743"/>
                    <a:pt x="76977" y="8395"/>
                    <a:pt x="75021" y="7556"/>
                  </a:cubicBezTo>
                  <a:cubicBezTo>
                    <a:pt x="71218" y="5889"/>
                    <a:pt x="68350" y="2553"/>
                    <a:pt x="64514" y="985"/>
                  </a:cubicBezTo>
                  <a:cubicBezTo>
                    <a:pt x="62828" y="301"/>
                    <a:pt x="61081" y="1"/>
                    <a:pt x="59316" y="1"/>
                  </a:cubicBezTo>
                  <a:close/>
                </a:path>
              </a:pathLst>
            </a:custGeom>
            <a:solidFill>
              <a:srgbClr val="302E2E">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48"/>
            <p:cNvSpPr/>
            <p:nvPr/>
          </p:nvSpPr>
          <p:spPr>
            <a:xfrm>
              <a:off x="715097" y="3725628"/>
              <a:ext cx="3629931" cy="882772"/>
            </a:xfrm>
            <a:custGeom>
              <a:avLst/>
              <a:gdLst/>
              <a:ahLst/>
              <a:cxnLst/>
              <a:rect l="l" t="t" r="r" b="b"/>
              <a:pathLst>
                <a:path w="194640" h="47335" extrusionOk="0">
                  <a:moveTo>
                    <a:pt x="97337" y="1"/>
                  </a:moveTo>
                  <a:cubicBezTo>
                    <a:pt x="43565" y="1"/>
                    <a:pt x="0" y="10575"/>
                    <a:pt x="0" y="23684"/>
                  </a:cubicBezTo>
                  <a:cubicBezTo>
                    <a:pt x="0" y="36760"/>
                    <a:pt x="43565" y="47334"/>
                    <a:pt x="97337" y="47334"/>
                  </a:cubicBezTo>
                  <a:cubicBezTo>
                    <a:pt x="151075" y="47334"/>
                    <a:pt x="194639" y="36760"/>
                    <a:pt x="194639" y="23684"/>
                  </a:cubicBezTo>
                  <a:cubicBezTo>
                    <a:pt x="194639" y="10575"/>
                    <a:pt x="151075" y="1"/>
                    <a:pt x="973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8" name="Google Shape;1178;p48"/>
            <p:cNvGrpSpPr/>
            <p:nvPr/>
          </p:nvGrpSpPr>
          <p:grpSpPr>
            <a:xfrm>
              <a:off x="822869" y="4185335"/>
              <a:ext cx="286867" cy="166126"/>
              <a:chOff x="6562412" y="4413736"/>
              <a:chExt cx="182010" cy="105403"/>
            </a:xfrm>
          </p:grpSpPr>
          <p:sp>
            <p:nvSpPr>
              <p:cNvPr id="1179" name="Google Shape;1179;p48"/>
              <p:cNvSpPr/>
              <p:nvPr/>
            </p:nvSpPr>
            <p:spPr>
              <a:xfrm>
                <a:off x="6562412" y="4424376"/>
                <a:ext cx="182010" cy="94763"/>
              </a:xfrm>
              <a:custGeom>
                <a:avLst/>
                <a:gdLst/>
                <a:ahLst/>
                <a:cxnLst/>
                <a:rect l="l" t="t" r="r" b="b"/>
                <a:pathLst>
                  <a:path w="15379" h="8007" extrusionOk="0">
                    <a:moveTo>
                      <a:pt x="983" y="0"/>
                    </a:moveTo>
                    <a:cubicBezTo>
                      <a:pt x="764" y="0"/>
                      <a:pt x="543" y="93"/>
                      <a:pt x="368" y="268"/>
                    </a:cubicBezTo>
                    <a:cubicBezTo>
                      <a:pt x="1" y="601"/>
                      <a:pt x="68" y="1102"/>
                      <a:pt x="401" y="1435"/>
                    </a:cubicBezTo>
                    <a:cubicBezTo>
                      <a:pt x="4237" y="5004"/>
                      <a:pt x="9174" y="7273"/>
                      <a:pt x="14378" y="8007"/>
                    </a:cubicBezTo>
                    <a:lnTo>
                      <a:pt x="14478" y="8007"/>
                    </a:lnTo>
                    <a:cubicBezTo>
                      <a:pt x="14911" y="8007"/>
                      <a:pt x="15278" y="7706"/>
                      <a:pt x="15278" y="7273"/>
                    </a:cubicBezTo>
                    <a:cubicBezTo>
                      <a:pt x="15378" y="6872"/>
                      <a:pt x="15045" y="6405"/>
                      <a:pt x="14578" y="6372"/>
                    </a:cubicBezTo>
                    <a:cubicBezTo>
                      <a:pt x="9741" y="5738"/>
                      <a:pt x="5104" y="3537"/>
                      <a:pt x="1535" y="234"/>
                    </a:cubicBezTo>
                    <a:cubicBezTo>
                      <a:pt x="1377" y="76"/>
                      <a:pt x="1181" y="0"/>
                      <a:pt x="9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48"/>
              <p:cNvSpPr/>
              <p:nvPr/>
            </p:nvSpPr>
            <p:spPr>
              <a:xfrm>
                <a:off x="6640197" y="4413736"/>
                <a:ext cx="93568" cy="46973"/>
              </a:xfrm>
              <a:custGeom>
                <a:avLst/>
                <a:gdLst/>
                <a:ahLst/>
                <a:cxnLst/>
                <a:rect l="l" t="t" r="r" b="b"/>
                <a:pathLst>
                  <a:path w="7906" h="3969" extrusionOk="0">
                    <a:moveTo>
                      <a:pt x="900" y="0"/>
                    </a:moveTo>
                    <a:cubicBezTo>
                      <a:pt x="605" y="0"/>
                      <a:pt x="335" y="141"/>
                      <a:pt x="200" y="433"/>
                    </a:cubicBezTo>
                    <a:cubicBezTo>
                      <a:pt x="0" y="833"/>
                      <a:pt x="134" y="1333"/>
                      <a:pt x="534" y="1567"/>
                    </a:cubicBezTo>
                    <a:cubicBezTo>
                      <a:pt x="2502" y="2601"/>
                      <a:pt x="4637" y="3435"/>
                      <a:pt x="6805" y="3935"/>
                    </a:cubicBezTo>
                    <a:cubicBezTo>
                      <a:pt x="6872" y="3969"/>
                      <a:pt x="6905" y="3969"/>
                      <a:pt x="7005" y="3969"/>
                    </a:cubicBezTo>
                    <a:cubicBezTo>
                      <a:pt x="7372" y="3969"/>
                      <a:pt x="7706" y="3735"/>
                      <a:pt x="7839" y="3302"/>
                    </a:cubicBezTo>
                    <a:cubicBezTo>
                      <a:pt x="7906" y="2835"/>
                      <a:pt x="7672" y="2434"/>
                      <a:pt x="7205" y="2301"/>
                    </a:cubicBezTo>
                    <a:cubicBezTo>
                      <a:pt x="5171" y="1834"/>
                      <a:pt x="3169" y="1100"/>
                      <a:pt x="1334" y="99"/>
                    </a:cubicBezTo>
                    <a:cubicBezTo>
                      <a:pt x="1193" y="34"/>
                      <a:pt x="1043" y="0"/>
                      <a:pt x="9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1" name="Google Shape;1181;p48"/>
            <p:cNvGrpSpPr/>
            <p:nvPr/>
          </p:nvGrpSpPr>
          <p:grpSpPr>
            <a:xfrm>
              <a:off x="3845799" y="4127583"/>
              <a:ext cx="374614" cy="172225"/>
              <a:chOff x="8480391" y="4377093"/>
              <a:chExt cx="237684" cy="109273"/>
            </a:xfrm>
          </p:grpSpPr>
          <p:sp>
            <p:nvSpPr>
              <p:cNvPr id="1182" name="Google Shape;1182;p48"/>
              <p:cNvSpPr/>
              <p:nvPr/>
            </p:nvSpPr>
            <p:spPr>
              <a:xfrm>
                <a:off x="8480391" y="4377093"/>
                <a:ext cx="120031" cy="109273"/>
              </a:xfrm>
              <a:custGeom>
                <a:avLst/>
                <a:gdLst/>
                <a:ahLst/>
                <a:cxnLst/>
                <a:rect l="l" t="t" r="r" b="b"/>
                <a:pathLst>
                  <a:path w="10142" h="9233" extrusionOk="0">
                    <a:moveTo>
                      <a:pt x="9211" y="0"/>
                    </a:moveTo>
                    <a:cubicBezTo>
                      <a:pt x="8919" y="0"/>
                      <a:pt x="8634" y="142"/>
                      <a:pt x="8474" y="393"/>
                    </a:cubicBezTo>
                    <a:cubicBezTo>
                      <a:pt x="6572" y="3495"/>
                      <a:pt x="3804" y="6064"/>
                      <a:pt x="601" y="7665"/>
                    </a:cubicBezTo>
                    <a:cubicBezTo>
                      <a:pt x="168" y="7865"/>
                      <a:pt x="1" y="8366"/>
                      <a:pt x="201" y="8766"/>
                    </a:cubicBezTo>
                    <a:cubicBezTo>
                      <a:pt x="368" y="9066"/>
                      <a:pt x="668" y="9233"/>
                      <a:pt x="968" y="9233"/>
                    </a:cubicBezTo>
                    <a:cubicBezTo>
                      <a:pt x="1102" y="9233"/>
                      <a:pt x="1202" y="9200"/>
                      <a:pt x="1335" y="9099"/>
                    </a:cubicBezTo>
                    <a:cubicBezTo>
                      <a:pt x="4838" y="7365"/>
                      <a:pt x="7873" y="4563"/>
                      <a:pt x="9875" y="1227"/>
                    </a:cubicBezTo>
                    <a:cubicBezTo>
                      <a:pt x="10141" y="860"/>
                      <a:pt x="9975" y="360"/>
                      <a:pt x="9608" y="93"/>
                    </a:cubicBezTo>
                    <a:cubicBezTo>
                      <a:pt x="9482" y="30"/>
                      <a:pt x="9346" y="0"/>
                      <a:pt x="92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48"/>
              <p:cNvSpPr/>
              <p:nvPr/>
            </p:nvSpPr>
            <p:spPr>
              <a:xfrm>
                <a:off x="8589363" y="4382289"/>
                <a:ext cx="65945" cy="84739"/>
              </a:xfrm>
              <a:custGeom>
                <a:avLst/>
                <a:gdLst/>
                <a:ahLst/>
                <a:cxnLst/>
                <a:rect l="l" t="t" r="r" b="b"/>
                <a:pathLst>
                  <a:path w="5572" h="7160" extrusionOk="0">
                    <a:moveTo>
                      <a:pt x="4598" y="0"/>
                    </a:moveTo>
                    <a:cubicBezTo>
                      <a:pt x="4246" y="0"/>
                      <a:pt x="3933" y="217"/>
                      <a:pt x="3803" y="555"/>
                    </a:cubicBezTo>
                    <a:cubicBezTo>
                      <a:pt x="3103" y="2489"/>
                      <a:pt x="1902" y="4291"/>
                      <a:pt x="401" y="5758"/>
                    </a:cubicBezTo>
                    <a:cubicBezTo>
                      <a:pt x="34" y="6059"/>
                      <a:pt x="0" y="6592"/>
                      <a:pt x="334" y="6926"/>
                    </a:cubicBezTo>
                    <a:cubicBezTo>
                      <a:pt x="467" y="7093"/>
                      <a:pt x="701" y="7159"/>
                      <a:pt x="934" y="7159"/>
                    </a:cubicBezTo>
                    <a:cubicBezTo>
                      <a:pt x="1135" y="7159"/>
                      <a:pt x="1335" y="7093"/>
                      <a:pt x="1568" y="6959"/>
                    </a:cubicBezTo>
                    <a:cubicBezTo>
                      <a:pt x="3269" y="5325"/>
                      <a:pt x="4604" y="3323"/>
                      <a:pt x="5404" y="1122"/>
                    </a:cubicBezTo>
                    <a:cubicBezTo>
                      <a:pt x="5571" y="655"/>
                      <a:pt x="5304" y="221"/>
                      <a:pt x="4904" y="54"/>
                    </a:cubicBezTo>
                    <a:cubicBezTo>
                      <a:pt x="4801" y="18"/>
                      <a:pt x="4698" y="0"/>
                      <a:pt x="45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48"/>
              <p:cNvSpPr/>
              <p:nvPr/>
            </p:nvSpPr>
            <p:spPr>
              <a:xfrm>
                <a:off x="8680167" y="4387236"/>
                <a:ext cx="37908" cy="56098"/>
              </a:xfrm>
              <a:custGeom>
                <a:avLst/>
                <a:gdLst/>
                <a:ahLst/>
                <a:cxnLst/>
                <a:rect l="l" t="t" r="r" b="b"/>
                <a:pathLst>
                  <a:path w="3203" h="4740" extrusionOk="0">
                    <a:moveTo>
                      <a:pt x="2391" y="0"/>
                    </a:moveTo>
                    <a:cubicBezTo>
                      <a:pt x="1958" y="0"/>
                      <a:pt x="1596" y="263"/>
                      <a:pt x="1502" y="704"/>
                    </a:cubicBezTo>
                    <a:cubicBezTo>
                      <a:pt x="1335" y="1671"/>
                      <a:pt x="935" y="2605"/>
                      <a:pt x="301" y="3406"/>
                    </a:cubicBezTo>
                    <a:cubicBezTo>
                      <a:pt x="1" y="3773"/>
                      <a:pt x="67" y="4273"/>
                      <a:pt x="434" y="4573"/>
                    </a:cubicBezTo>
                    <a:cubicBezTo>
                      <a:pt x="568" y="4707"/>
                      <a:pt x="768" y="4740"/>
                      <a:pt x="935" y="4740"/>
                    </a:cubicBezTo>
                    <a:cubicBezTo>
                      <a:pt x="1168" y="4740"/>
                      <a:pt x="1435" y="4640"/>
                      <a:pt x="1635" y="4473"/>
                    </a:cubicBezTo>
                    <a:cubicBezTo>
                      <a:pt x="2469" y="3439"/>
                      <a:pt x="2969" y="2238"/>
                      <a:pt x="3170" y="937"/>
                    </a:cubicBezTo>
                    <a:cubicBezTo>
                      <a:pt x="3203" y="504"/>
                      <a:pt x="2936" y="70"/>
                      <a:pt x="2469" y="3"/>
                    </a:cubicBezTo>
                    <a:cubicBezTo>
                      <a:pt x="2443" y="1"/>
                      <a:pt x="2417" y="0"/>
                      <a:pt x="23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5" name="Google Shape;1185;p48"/>
            <p:cNvGrpSpPr/>
            <p:nvPr/>
          </p:nvGrpSpPr>
          <p:grpSpPr>
            <a:xfrm>
              <a:off x="2165707" y="4421588"/>
              <a:ext cx="235836" cy="120279"/>
              <a:chOff x="7414412" y="4563632"/>
              <a:chExt cx="149633" cy="76315"/>
            </a:xfrm>
          </p:grpSpPr>
          <p:sp>
            <p:nvSpPr>
              <p:cNvPr id="1186" name="Google Shape;1186;p48"/>
              <p:cNvSpPr/>
              <p:nvPr/>
            </p:nvSpPr>
            <p:spPr>
              <a:xfrm>
                <a:off x="7414412" y="4619094"/>
                <a:ext cx="135818" cy="20853"/>
              </a:xfrm>
              <a:custGeom>
                <a:avLst/>
                <a:gdLst/>
                <a:ahLst/>
                <a:cxnLst/>
                <a:rect l="l" t="t" r="r" b="b"/>
                <a:pathLst>
                  <a:path w="11476" h="1762" extrusionOk="0">
                    <a:moveTo>
                      <a:pt x="4942" y="0"/>
                    </a:moveTo>
                    <a:cubicBezTo>
                      <a:pt x="3573" y="0"/>
                      <a:pt x="2204" y="19"/>
                      <a:pt x="834" y="61"/>
                    </a:cubicBezTo>
                    <a:cubicBezTo>
                      <a:pt x="334" y="61"/>
                      <a:pt x="1" y="428"/>
                      <a:pt x="1" y="895"/>
                    </a:cubicBezTo>
                    <a:cubicBezTo>
                      <a:pt x="1" y="1395"/>
                      <a:pt x="367" y="1729"/>
                      <a:pt x="834" y="1729"/>
                    </a:cubicBezTo>
                    <a:cubicBezTo>
                      <a:pt x="2336" y="1682"/>
                      <a:pt x="3845" y="1657"/>
                      <a:pt x="5358" y="1657"/>
                    </a:cubicBezTo>
                    <a:cubicBezTo>
                      <a:pt x="7104" y="1657"/>
                      <a:pt x="8856" y="1690"/>
                      <a:pt x="10608" y="1762"/>
                    </a:cubicBezTo>
                    <a:cubicBezTo>
                      <a:pt x="11042" y="1762"/>
                      <a:pt x="11442" y="1428"/>
                      <a:pt x="11442" y="961"/>
                    </a:cubicBezTo>
                    <a:cubicBezTo>
                      <a:pt x="11475" y="494"/>
                      <a:pt x="11108" y="94"/>
                      <a:pt x="10641" y="94"/>
                    </a:cubicBezTo>
                    <a:cubicBezTo>
                      <a:pt x="8742" y="36"/>
                      <a:pt x="6842" y="0"/>
                      <a:pt x="49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48"/>
              <p:cNvSpPr/>
              <p:nvPr/>
            </p:nvSpPr>
            <p:spPr>
              <a:xfrm>
                <a:off x="7469685" y="4563632"/>
                <a:ext cx="94360" cy="24605"/>
              </a:xfrm>
              <a:custGeom>
                <a:avLst/>
                <a:gdLst/>
                <a:ahLst/>
                <a:cxnLst/>
                <a:rect l="l" t="t" r="r" b="b"/>
                <a:pathLst>
                  <a:path w="7973" h="2079" extrusionOk="0">
                    <a:moveTo>
                      <a:pt x="7060" y="1"/>
                    </a:moveTo>
                    <a:cubicBezTo>
                      <a:pt x="7020" y="1"/>
                      <a:pt x="6979" y="4"/>
                      <a:pt x="6939" y="10"/>
                    </a:cubicBezTo>
                    <a:cubicBezTo>
                      <a:pt x="5574" y="287"/>
                      <a:pt x="4178" y="421"/>
                      <a:pt x="2782" y="421"/>
                    </a:cubicBezTo>
                    <a:cubicBezTo>
                      <a:pt x="2165" y="421"/>
                      <a:pt x="1548" y="395"/>
                      <a:pt x="935" y="344"/>
                    </a:cubicBezTo>
                    <a:cubicBezTo>
                      <a:pt x="913" y="342"/>
                      <a:pt x="892" y="341"/>
                      <a:pt x="871" y="341"/>
                    </a:cubicBezTo>
                    <a:cubicBezTo>
                      <a:pt x="434" y="341"/>
                      <a:pt x="98" y="665"/>
                      <a:pt x="34" y="1111"/>
                    </a:cubicBezTo>
                    <a:cubicBezTo>
                      <a:pt x="1" y="1578"/>
                      <a:pt x="334" y="1945"/>
                      <a:pt x="801" y="1978"/>
                    </a:cubicBezTo>
                    <a:cubicBezTo>
                      <a:pt x="1435" y="2011"/>
                      <a:pt x="2035" y="2078"/>
                      <a:pt x="2669" y="2078"/>
                    </a:cubicBezTo>
                    <a:cubicBezTo>
                      <a:pt x="4204" y="2078"/>
                      <a:pt x="5705" y="1911"/>
                      <a:pt x="7206" y="1644"/>
                    </a:cubicBezTo>
                    <a:cubicBezTo>
                      <a:pt x="7673" y="1578"/>
                      <a:pt x="7973" y="1144"/>
                      <a:pt x="7873" y="677"/>
                    </a:cubicBezTo>
                    <a:cubicBezTo>
                      <a:pt x="7812" y="284"/>
                      <a:pt x="7451" y="1"/>
                      <a:pt x="70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8" name="Google Shape;1188;p48"/>
            <p:cNvGrpSpPr/>
            <p:nvPr/>
          </p:nvGrpSpPr>
          <p:grpSpPr>
            <a:xfrm>
              <a:off x="830146" y="727902"/>
              <a:ext cx="3476063" cy="3669248"/>
              <a:chOff x="1271190" y="-578745"/>
              <a:chExt cx="4520668" cy="4771906"/>
            </a:xfrm>
          </p:grpSpPr>
          <p:sp>
            <p:nvSpPr>
              <p:cNvPr id="1189" name="Google Shape;1189;p48"/>
              <p:cNvSpPr/>
              <p:nvPr/>
            </p:nvSpPr>
            <p:spPr>
              <a:xfrm>
                <a:off x="2026868" y="-50906"/>
                <a:ext cx="3109388" cy="3330907"/>
              </a:xfrm>
              <a:custGeom>
                <a:avLst/>
                <a:gdLst/>
                <a:ahLst/>
                <a:cxnLst/>
                <a:rect l="l" t="t" r="r" b="b"/>
                <a:pathLst>
                  <a:path w="121722" h="130432" extrusionOk="0">
                    <a:moveTo>
                      <a:pt x="70461" y="1"/>
                    </a:moveTo>
                    <a:cubicBezTo>
                      <a:pt x="45322" y="1"/>
                      <a:pt x="8541" y="19093"/>
                      <a:pt x="4304" y="53453"/>
                    </a:cubicBezTo>
                    <a:cubicBezTo>
                      <a:pt x="1" y="88378"/>
                      <a:pt x="25152" y="90313"/>
                      <a:pt x="25152" y="90313"/>
                    </a:cubicBezTo>
                    <a:lnTo>
                      <a:pt x="27487" y="112562"/>
                    </a:lnTo>
                    <a:cubicBezTo>
                      <a:pt x="27487" y="112562"/>
                      <a:pt x="27687" y="119367"/>
                      <a:pt x="28288" y="126005"/>
                    </a:cubicBezTo>
                    <a:cubicBezTo>
                      <a:pt x="32186" y="129286"/>
                      <a:pt x="39018" y="130431"/>
                      <a:pt x="46693" y="130431"/>
                    </a:cubicBezTo>
                    <a:cubicBezTo>
                      <a:pt x="54781" y="130431"/>
                      <a:pt x="63805" y="129159"/>
                      <a:pt x="71318" y="127773"/>
                    </a:cubicBezTo>
                    <a:cubicBezTo>
                      <a:pt x="80658" y="126072"/>
                      <a:pt x="87630" y="124104"/>
                      <a:pt x="87630" y="124104"/>
                    </a:cubicBezTo>
                    <a:cubicBezTo>
                      <a:pt x="87630" y="124104"/>
                      <a:pt x="86463" y="109660"/>
                      <a:pt x="85862" y="102822"/>
                    </a:cubicBezTo>
                    <a:cubicBezTo>
                      <a:pt x="107311" y="96384"/>
                      <a:pt x="121721" y="80406"/>
                      <a:pt x="121154" y="51118"/>
                    </a:cubicBezTo>
                    <a:cubicBezTo>
                      <a:pt x="120720" y="28635"/>
                      <a:pt x="106544" y="10889"/>
                      <a:pt x="88631" y="3584"/>
                    </a:cubicBezTo>
                    <a:cubicBezTo>
                      <a:pt x="83194" y="1382"/>
                      <a:pt x="77456" y="115"/>
                      <a:pt x="71619" y="15"/>
                    </a:cubicBezTo>
                    <a:cubicBezTo>
                      <a:pt x="71236" y="6"/>
                      <a:pt x="70850" y="1"/>
                      <a:pt x="7046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48"/>
              <p:cNvSpPr/>
              <p:nvPr/>
            </p:nvSpPr>
            <p:spPr>
              <a:xfrm>
                <a:off x="2725488" y="-72692"/>
                <a:ext cx="2423429" cy="3374244"/>
              </a:xfrm>
              <a:custGeom>
                <a:avLst/>
                <a:gdLst/>
                <a:ahLst/>
                <a:cxnLst/>
                <a:rect l="l" t="t" r="r" b="b"/>
                <a:pathLst>
                  <a:path w="94869" h="132129" extrusionOk="0">
                    <a:moveTo>
                      <a:pt x="44199" y="0"/>
                    </a:moveTo>
                    <a:cubicBezTo>
                      <a:pt x="43765" y="0"/>
                      <a:pt x="43365" y="367"/>
                      <a:pt x="43365" y="834"/>
                    </a:cubicBezTo>
                    <a:cubicBezTo>
                      <a:pt x="43365" y="1268"/>
                      <a:pt x="43765" y="1668"/>
                      <a:pt x="44199" y="1668"/>
                    </a:cubicBezTo>
                    <a:cubicBezTo>
                      <a:pt x="56374" y="1935"/>
                      <a:pt x="68550" y="7239"/>
                      <a:pt x="77656" y="16212"/>
                    </a:cubicBezTo>
                    <a:cubicBezTo>
                      <a:pt x="87230" y="25685"/>
                      <a:pt x="92667" y="38395"/>
                      <a:pt x="92967" y="51938"/>
                    </a:cubicBezTo>
                    <a:cubicBezTo>
                      <a:pt x="93234" y="65647"/>
                      <a:pt x="89898" y="77056"/>
                      <a:pt x="83160" y="85895"/>
                    </a:cubicBezTo>
                    <a:cubicBezTo>
                      <a:pt x="77056" y="93834"/>
                      <a:pt x="68316" y="99572"/>
                      <a:pt x="57108" y="102941"/>
                    </a:cubicBezTo>
                    <a:cubicBezTo>
                      <a:pt x="56708" y="103074"/>
                      <a:pt x="56474" y="103441"/>
                      <a:pt x="56508" y="103808"/>
                    </a:cubicBezTo>
                    <a:cubicBezTo>
                      <a:pt x="57008" y="109746"/>
                      <a:pt x="58809" y="121287"/>
                      <a:pt x="59310" y="124323"/>
                    </a:cubicBezTo>
                    <a:cubicBezTo>
                      <a:pt x="55254" y="125371"/>
                      <a:pt x="35217" y="130449"/>
                      <a:pt x="19191" y="130449"/>
                    </a:cubicBezTo>
                    <a:cubicBezTo>
                      <a:pt x="11753" y="130449"/>
                      <a:pt x="5180" y="129355"/>
                      <a:pt x="1468" y="126257"/>
                    </a:cubicBezTo>
                    <a:cubicBezTo>
                      <a:pt x="1323" y="126127"/>
                      <a:pt x="1140" y="126066"/>
                      <a:pt x="955" y="126066"/>
                    </a:cubicBezTo>
                    <a:cubicBezTo>
                      <a:pt x="715" y="126066"/>
                      <a:pt x="471" y="126169"/>
                      <a:pt x="301" y="126358"/>
                    </a:cubicBezTo>
                    <a:cubicBezTo>
                      <a:pt x="1" y="126691"/>
                      <a:pt x="101" y="127258"/>
                      <a:pt x="434" y="127525"/>
                    </a:cubicBezTo>
                    <a:cubicBezTo>
                      <a:pt x="4504" y="130927"/>
                      <a:pt x="11576" y="132128"/>
                      <a:pt x="19481" y="132128"/>
                    </a:cubicBezTo>
                    <a:cubicBezTo>
                      <a:pt x="37261" y="132128"/>
                      <a:pt x="59176" y="126124"/>
                      <a:pt x="60444" y="125690"/>
                    </a:cubicBezTo>
                    <a:cubicBezTo>
                      <a:pt x="60811" y="125624"/>
                      <a:pt x="61111" y="125190"/>
                      <a:pt x="61011" y="124790"/>
                    </a:cubicBezTo>
                    <a:cubicBezTo>
                      <a:pt x="61011" y="124656"/>
                      <a:pt x="58843" y="111313"/>
                      <a:pt x="58176" y="104342"/>
                    </a:cubicBezTo>
                    <a:cubicBezTo>
                      <a:pt x="69450" y="100839"/>
                      <a:pt x="78223" y="95002"/>
                      <a:pt x="84461" y="86929"/>
                    </a:cubicBezTo>
                    <a:cubicBezTo>
                      <a:pt x="91466" y="77789"/>
                      <a:pt x="94868" y="65981"/>
                      <a:pt x="94602" y="51938"/>
                    </a:cubicBezTo>
                    <a:cubicBezTo>
                      <a:pt x="94301" y="37928"/>
                      <a:pt x="88697" y="24852"/>
                      <a:pt x="78790" y="15044"/>
                    </a:cubicBezTo>
                    <a:cubicBezTo>
                      <a:pt x="69384" y="5738"/>
                      <a:pt x="56775" y="267"/>
                      <a:pt x="4419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p48"/>
              <p:cNvSpPr/>
              <p:nvPr/>
            </p:nvSpPr>
            <p:spPr>
              <a:xfrm>
                <a:off x="2595996" y="2963650"/>
                <a:ext cx="1968396" cy="846568"/>
              </a:xfrm>
              <a:custGeom>
                <a:avLst/>
                <a:gdLst/>
                <a:ahLst/>
                <a:cxnLst/>
                <a:rect l="l" t="t" r="r" b="b"/>
                <a:pathLst>
                  <a:path w="77056" h="33150" extrusionOk="0">
                    <a:moveTo>
                      <a:pt x="64747" y="0"/>
                    </a:moveTo>
                    <a:cubicBezTo>
                      <a:pt x="64747" y="1"/>
                      <a:pt x="64947" y="1768"/>
                      <a:pt x="65347" y="3536"/>
                    </a:cubicBezTo>
                    <a:cubicBezTo>
                      <a:pt x="52005" y="9212"/>
                      <a:pt x="40385" y="11029"/>
                      <a:pt x="30974" y="11029"/>
                    </a:cubicBezTo>
                    <a:cubicBezTo>
                      <a:pt x="14221" y="11029"/>
                      <a:pt x="4470" y="5271"/>
                      <a:pt x="4470" y="5271"/>
                    </a:cubicBezTo>
                    <a:lnTo>
                      <a:pt x="4470" y="5271"/>
                    </a:lnTo>
                    <a:cubicBezTo>
                      <a:pt x="0" y="8773"/>
                      <a:pt x="19881" y="28488"/>
                      <a:pt x="19881" y="28488"/>
                    </a:cubicBezTo>
                    <a:cubicBezTo>
                      <a:pt x="19881" y="28488"/>
                      <a:pt x="21801" y="33149"/>
                      <a:pt x="42247" y="33149"/>
                    </a:cubicBezTo>
                    <a:cubicBezTo>
                      <a:pt x="44352" y="33149"/>
                      <a:pt x="46653" y="33100"/>
                      <a:pt x="49169" y="32991"/>
                    </a:cubicBezTo>
                    <a:cubicBezTo>
                      <a:pt x="76088" y="31823"/>
                      <a:pt x="75521" y="24184"/>
                      <a:pt x="72185" y="22083"/>
                    </a:cubicBezTo>
                    <a:cubicBezTo>
                      <a:pt x="73953" y="21716"/>
                      <a:pt x="74554" y="18214"/>
                      <a:pt x="70617" y="16813"/>
                    </a:cubicBezTo>
                    <a:cubicBezTo>
                      <a:pt x="75087" y="16612"/>
                      <a:pt x="72586" y="10375"/>
                      <a:pt x="68683" y="9974"/>
                    </a:cubicBezTo>
                    <a:cubicBezTo>
                      <a:pt x="77055" y="5671"/>
                      <a:pt x="64747" y="1"/>
                      <a:pt x="64747" y="0"/>
                    </a:cubicBezTo>
                    <a:close/>
                  </a:path>
                </a:pathLst>
              </a:custGeom>
              <a:solidFill>
                <a:srgbClr val="302E2E">
                  <a:alpha val="23137"/>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2" name="Google Shape;1192;p48"/>
              <p:cNvSpPr/>
              <p:nvPr/>
            </p:nvSpPr>
            <p:spPr>
              <a:xfrm>
                <a:off x="3083316" y="2942426"/>
                <a:ext cx="1421349" cy="888450"/>
              </a:xfrm>
              <a:custGeom>
                <a:avLst/>
                <a:gdLst/>
                <a:ahLst/>
                <a:cxnLst/>
                <a:rect l="l" t="t" r="r" b="b"/>
                <a:pathLst>
                  <a:path w="55641" h="34790" extrusionOk="0">
                    <a:moveTo>
                      <a:pt x="45607" y="0"/>
                    </a:moveTo>
                    <a:cubicBezTo>
                      <a:pt x="45275" y="0"/>
                      <a:pt x="44981" y="168"/>
                      <a:pt x="44833" y="465"/>
                    </a:cubicBezTo>
                    <a:cubicBezTo>
                      <a:pt x="44666" y="932"/>
                      <a:pt x="44833" y="1399"/>
                      <a:pt x="45266" y="1599"/>
                    </a:cubicBezTo>
                    <a:cubicBezTo>
                      <a:pt x="46901" y="2333"/>
                      <a:pt x="51571" y="4968"/>
                      <a:pt x="51604" y="7303"/>
                    </a:cubicBezTo>
                    <a:cubicBezTo>
                      <a:pt x="51638" y="8270"/>
                      <a:pt x="50804" y="9171"/>
                      <a:pt x="49136" y="10005"/>
                    </a:cubicBezTo>
                    <a:cubicBezTo>
                      <a:pt x="48802" y="10238"/>
                      <a:pt x="48602" y="10572"/>
                      <a:pt x="48669" y="10939"/>
                    </a:cubicBezTo>
                    <a:cubicBezTo>
                      <a:pt x="48769" y="11306"/>
                      <a:pt x="49036" y="11573"/>
                      <a:pt x="49436" y="11606"/>
                    </a:cubicBezTo>
                    <a:cubicBezTo>
                      <a:pt x="51304" y="11773"/>
                      <a:pt x="52638" y="13340"/>
                      <a:pt x="52772" y="14675"/>
                    </a:cubicBezTo>
                    <a:cubicBezTo>
                      <a:pt x="52872" y="15842"/>
                      <a:pt x="52238" y="16743"/>
                      <a:pt x="50804" y="17177"/>
                    </a:cubicBezTo>
                    <a:cubicBezTo>
                      <a:pt x="50470" y="17310"/>
                      <a:pt x="50203" y="17610"/>
                      <a:pt x="50203" y="17977"/>
                    </a:cubicBezTo>
                    <a:cubicBezTo>
                      <a:pt x="50170" y="18311"/>
                      <a:pt x="50437" y="18644"/>
                      <a:pt x="50770" y="18778"/>
                    </a:cubicBezTo>
                    <a:cubicBezTo>
                      <a:pt x="52638" y="19445"/>
                      <a:pt x="53439" y="20579"/>
                      <a:pt x="53372" y="21380"/>
                    </a:cubicBezTo>
                    <a:cubicBezTo>
                      <a:pt x="53372" y="21546"/>
                      <a:pt x="53305" y="21980"/>
                      <a:pt x="52838" y="22080"/>
                    </a:cubicBezTo>
                    <a:cubicBezTo>
                      <a:pt x="52505" y="22147"/>
                      <a:pt x="52271" y="22414"/>
                      <a:pt x="52205" y="22747"/>
                    </a:cubicBezTo>
                    <a:cubicBezTo>
                      <a:pt x="52171" y="23081"/>
                      <a:pt x="52305" y="23414"/>
                      <a:pt x="52605" y="23581"/>
                    </a:cubicBezTo>
                    <a:cubicBezTo>
                      <a:pt x="53339" y="24081"/>
                      <a:pt x="54039" y="24982"/>
                      <a:pt x="53706" y="26150"/>
                    </a:cubicBezTo>
                    <a:cubicBezTo>
                      <a:pt x="53372" y="27551"/>
                      <a:pt x="50537" y="32087"/>
                      <a:pt x="29989" y="32954"/>
                    </a:cubicBezTo>
                    <a:cubicBezTo>
                      <a:pt x="27450" y="33068"/>
                      <a:pt x="25135" y="33119"/>
                      <a:pt x="23024" y="33119"/>
                    </a:cubicBezTo>
                    <a:cubicBezTo>
                      <a:pt x="4027" y="33119"/>
                      <a:pt x="1568" y="28985"/>
                      <a:pt x="1568" y="28985"/>
                    </a:cubicBezTo>
                    <a:lnTo>
                      <a:pt x="1" y="29619"/>
                    </a:lnTo>
                    <a:cubicBezTo>
                      <a:pt x="268" y="30219"/>
                      <a:pt x="2803" y="34789"/>
                      <a:pt x="23117" y="34789"/>
                    </a:cubicBezTo>
                    <a:cubicBezTo>
                      <a:pt x="25252" y="34789"/>
                      <a:pt x="27587" y="34756"/>
                      <a:pt x="30055" y="34656"/>
                    </a:cubicBezTo>
                    <a:cubicBezTo>
                      <a:pt x="38762" y="34289"/>
                      <a:pt x="53639" y="32754"/>
                      <a:pt x="55307" y="26617"/>
                    </a:cubicBezTo>
                    <a:cubicBezTo>
                      <a:pt x="55640" y="25316"/>
                      <a:pt x="55307" y="23981"/>
                      <a:pt x="54406" y="22981"/>
                    </a:cubicBezTo>
                    <a:cubicBezTo>
                      <a:pt x="54773" y="22580"/>
                      <a:pt x="54973" y="22047"/>
                      <a:pt x="55007" y="21446"/>
                    </a:cubicBezTo>
                    <a:cubicBezTo>
                      <a:pt x="55073" y="20412"/>
                      <a:pt x="54506" y="18978"/>
                      <a:pt x="52905" y="17944"/>
                    </a:cubicBezTo>
                    <a:cubicBezTo>
                      <a:pt x="53973" y="17110"/>
                      <a:pt x="54573" y="15909"/>
                      <a:pt x="54406" y="14508"/>
                    </a:cubicBezTo>
                    <a:cubicBezTo>
                      <a:pt x="54206" y="12807"/>
                      <a:pt x="53072" y="11272"/>
                      <a:pt x="51471" y="10472"/>
                    </a:cubicBezTo>
                    <a:cubicBezTo>
                      <a:pt x="52672" y="9571"/>
                      <a:pt x="53305" y="8470"/>
                      <a:pt x="53272" y="7269"/>
                    </a:cubicBezTo>
                    <a:cubicBezTo>
                      <a:pt x="53239" y="3467"/>
                      <a:pt x="46701" y="398"/>
                      <a:pt x="45967" y="64"/>
                    </a:cubicBezTo>
                    <a:cubicBezTo>
                      <a:pt x="45845" y="21"/>
                      <a:pt x="45724" y="0"/>
                      <a:pt x="456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93" name="Google Shape;1193;p48"/>
              <p:cNvGrpSpPr/>
              <p:nvPr/>
            </p:nvGrpSpPr>
            <p:grpSpPr>
              <a:xfrm>
                <a:off x="3270761" y="3426208"/>
                <a:ext cx="509572" cy="288878"/>
                <a:chOff x="3270761" y="3426208"/>
                <a:chExt cx="509572" cy="288878"/>
              </a:xfrm>
            </p:grpSpPr>
            <p:sp>
              <p:nvSpPr>
                <p:cNvPr id="1194" name="Google Shape;1194;p48"/>
                <p:cNvSpPr/>
                <p:nvPr/>
              </p:nvSpPr>
              <p:spPr>
                <a:xfrm>
                  <a:off x="3270761" y="3644117"/>
                  <a:ext cx="509572" cy="70969"/>
                </a:xfrm>
                <a:custGeom>
                  <a:avLst/>
                  <a:gdLst/>
                  <a:ahLst/>
                  <a:cxnLst/>
                  <a:rect l="l" t="t" r="r" b="b"/>
                  <a:pathLst>
                    <a:path w="19948" h="2779" extrusionOk="0">
                      <a:moveTo>
                        <a:pt x="938" y="1"/>
                      </a:moveTo>
                      <a:cubicBezTo>
                        <a:pt x="523" y="1"/>
                        <a:pt x="161" y="284"/>
                        <a:pt x="100" y="677"/>
                      </a:cubicBezTo>
                      <a:cubicBezTo>
                        <a:pt x="0" y="1144"/>
                        <a:pt x="300" y="1578"/>
                        <a:pt x="767" y="1644"/>
                      </a:cubicBezTo>
                      <a:cubicBezTo>
                        <a:pt x="4937" y="2412"/>
                        <a:pt x="9140" y="2779"/>
                        <a:pt x="13410" y="2779"/>
                      </a:cubicBezTo>
                      <a:cubicBezTo>
                        <a:pt x="15278" y="2779"/>
                        <a:pt x="17179" y="2678"/>
                        <a:pt x="19147" y="2578"/>
                      </a:cubicBezTo>
                      <a:cubicBezTo>
                        <a:pt x="19614" y="2512"/>
                        <a:pt x="19948" y="2111"/>
                        <a:pt x="19914" y="1644"/>
                      </a:cubicBezTo>
                      <a:cubicBezTo>
                        <a:pt x="19853" y="1217"/>
                        <a:pt x="19514" y="902"/>
                        <a:pt x="19099" y="902"/>
                      </a:cubicBezTo>
                      <a:cubicBezTo>
                        <a:pt x="19060" y="902"/>
                        <a:pt x="19021" y="905"/>
                        <a:pt x="18980" y="911"/>
                      </a:cubicBezTo>
                      <a:cubicBezTo>
                        <a:pt x="17104" y="1067"/>
                        <a:pt x="15228" y="1145"/>
                        <a:pt x="13355" y="1145"/>
                      </a:cubicBezTo>
                      <a:cubicBezTo>
                        <a:pt x="9233" y="1145"/>
                        <a:pt x="5127" y="767"/>
                        <a:pt x="1068" y="10"/>
                      </a:cubicBezTo>
                      <a:cubicBezTo>
                        <a:pt x="1024" y="4"/>
                        <a:pt x="980" y="1"/>
                        <a:pt x="93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48"/>
                <p:cNvSpPr/>
                <p:nvPr/>
              </p:nvSpPr>
              <p:spPr>
                <a:xfrm>
                  <a:off x="3359362" y="3546170"/>
                  <a:ext cx="289731" cy="51356"/>
                </a:xfrm>
                <a:custGeom>
                  <a:avLst/>
                  <a:gdLst/>
                  <a:ahLst/>
                  <a:cxnLst/>
                  <a:rect l="l" t="t" r="r" b="b"/>
                  <a:pathLst>
                    <a:path w="11342" h="2011" extrusionOk="0">
                      <a:moveTo>
                        <a:pt x="10426" y="0"/>
                      </a:moveTo>
                      <a:cubicBezTo>
                        <a:pt x="10387" y="0"/>
                        <a:pt x="10348" y="3"/>
                        <a:pt x="10308" y="9"/>
                      </a:cubicBezTo>
                      <a:cubicBezTo>
                        <a:pt x="8627" y="244"/>
                        <a:pt x="6927" y="361"/>
                        <a:pt x="5234" y="361"/>
                      </a:cubicBezTo>
                      <a:cubicBezTo>
                        <a:pt x="3802" y="361"/>
                        <a:pt x="2374" y="277"/>
                        <a:pt x="968" y="109"/>
                      </a:cubicBezTo>
                      <a:cubicBezTo>
                        <a:pt x="946" y="107"/>
                        <a:pt x="925" y="107"/>
                        <a:pt x="903" y="107"/>
                      </a:cubicBezTo>
                      <a:cubicBezTo>
                        <a:pt x="464" y="107"/>
                        <a:pt x="97" y="429"/>
                        <a:pt x="34" y="843"/>
                      </a:cubicBezTo>
                      <a:cubicBezTo>
                        <a:pt x="0" y="1310"/>
                        <a:pt x="334" y="1743"/>
                        <a:pt x="801" y="1777"/>
                      </a:cubicBezTo>
                      <a:cubicBezTo>
                        <a:pt x="2302" y="1944"/>
                        <a:pt x="3770" y="2010"/>
                        <a:pt x="5271" y="2010"/>
                      </a:cubicBezTo>
                      <a:cubicBezTo>
                        <a:pt x="7039" y="2010"/>
                        <a:pt x="8840" y="1910"/>
                        <a:pt x="10541" y="1677"/>
                      </a:cubicBezTo>
                      <a:cubicBezTo>
                        <a:pt x="11008" y="1610"/>
                        <a:pt x="11342" y="1176"/>
                        <a:pt x="11275" y="743"/>
                      </a:cubicBezTo>
                      <a:cubicBezTo>
                        <a:pt x="11184" y="316"/>
                        <a:pt x="10841" y="0"/>
                        <a:pt x="104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48"/>
                <p:cNvSpPr/>
                <p:nvPr/>
              </p:nvSpPr>
              <p:spPr>
                <a:xfrm>
                  <a:off x="3315917" y="3426208"/>
                  <a:ext cx="278645" cy="62260"/>
                </a:xfrm>
                <a:custGeom>
                  <a:avLst/>
                  <a:gdLst/>
                  <a:ahLst/>
                  <a:cxnLst/>
                  <a:rect l="l" t="t" r="r" b="b"/>
                  <a:pathLst>
                    <a:path w="10908" h="2438" extrusionOk="0">
                      <a:moveTo>
                        <a:pt x="903" y="0"/>
                      </a:moveTo>
                      <a:cubicBezTo>
                        <a:pt x="461" y="0"/>
                        <a:pt x="65" y="324"/>
                        <a:pt x="34" y="770"/>
                      </a:cubicBezTo>
                      <a:cubicBezTo>
                        <a:pt x="0" y="1203"/>
                        <a:pt x="334" y="1637"/>
                        <a:pt x="801" y="1670"/>
                      </a:cubicBezTo>
                      <a:lnTo>
                        <a:pt x="9974" y="2438"/>
                      </a:lnTo>
                      <a:lnTo>
                        <a:pt x="10041" y="2438"/>
                      </a:lnTo>
                      <a:cubicBezTo>
                        <a:pt x="10474" y="2438"/>
                        <a:pt x="10841" y="2104"/>
                        <a:pt x="10875" y="1670"/>
                      </a:cubicBezTo>
                      <a:cubicBezTo>
                        <a:pt x="10908" y="1203"/>
                        <a:pt x="10574" y="803"/>
                        <a:pt x="10141" y="770"/>
                      </a:cubicBezTo>
                      <a:lnTo>
                        <a:pt x="968" y="2"/>
                      </a:lnTo>
                      <a:cubicBezTo>
                        <a:pt x="946" y="1"/>
                        <a:pt x="925" y="0"/>
                        <a:pt x="9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7" name="Google Shape;1197;p48"/>
              <p:cNvSpPr/>
              <p:nvPr/>
            </p:nvSpPr>
            <p:spPr>
              <a:xfrm>
                <a:off x="4265860" y="3508652"/>
                <a:ext cx="131250" cy="58200"/>
              </a:xfrm>
              <a:custGeom>
                <a:avLst/>
                <a:gdLst/>
                <a:ahLst/>
                <a:cxnLst/>
                <a:rect l="l" t="t" r="r" b="b"/>
                <a:pathLst>
                  <a:path w="5138" h="2279" extrusionOk="0">
                    <a:moveTo>
                      <a:pt x="4200" y="1"/>
                    </a:moveTo>
                    <a:cubicBezTo>
                      <a:pt x="4157" y="1"/>
                      <a:pt x="4114" y="4"/>
                      <a:pt x="4070" y="10"/>
                    </a:cubicBezTo>
                    <a:lnTo>
                      <a:pt x="734" y="611"/>
                    </a:lnTo>
                    <a:cubicBezTo>
                      <a:pt x="301" y="711"/>
                      <a:pt x="0" y="1111"/>
                      <a:pt x="67" y="1578"/>
                    </a:cubicBezTo>
                    <a:cubicBezTo>
                      <a:pt x="167" y="1978"/>
                      <a:pt x="501" y="2278"/>
                      <a:pt x="901" y="2278"/>
                    </a:cubicBezTo>
                    <a:cubicBezTo>
                      <a:pt x="968" y="2278"/>
                      <a:pt x="1001" y="2278"/>
                      <a:pt x="1034" y="2245"/>
                    </a:cubicBezTo>
                    <a:lnTo>
                      <a:pt x="4370" y="1645"/>
                    </a:lnTo>
                    <a:cubicBezTo>
                      <a:pt x="4837" y="1578"/>
                      <a:pt x="5137" y="1144"/>
                      <a:pt x="5037" y="677"/>
                    </a:cubicBezTo>
                    <a:cubicBezTo>
                      <a:pt x="4977" y="284"/>
                      <a:pt x="4615" y="1"/>
                      <a:pt x="42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p48"/>
              <p:cNvSpPr/>
              <p:nvPr/>
            </p:nvSpPr>
            <p:spPr>
              <a:xfrm>
                <a:off x="1935713" y="1427588"/>
                <a:ext cx="222420" cy="546911"/>
              </a:xfrm>
              <a:custGeom>
                <a:avLst/>
                <a:gdLst/>
                <a:ahLst/>
                <a:cxnLst/>
                <a:rect l="l" t="t" r="r" b="b"/>
                <a:pathLst>
                  <a:path w="8707" h="21416" extrusionOk="0">
                    <a:moveTo>
                      <a:pt x="835" y="0"/>
                    </a:moveTo>
                    <a:cubicBezTo>
                      <a:pt x="368" y="34"/>
                      <a:pt x="1" y="401"/>
                      <a:pt x="34" y="868"/>
                    </a:cubicBezTo>
                    <a:cubicBezTo>
                      <a:pt x="368" y="8073"/>
                      <a:pt x="2869" y="15245"/>
                      <a:pt x="7139" y="21082"/>
                    </a:cubicBezTo>
                    <a:cubicBezTo>
                      <a:pt x="7306" y="21316"/>
                      <a:pt x="7539" y="21416"/>
                      <a:pt x="7806" y="21416"/>
                    </a:cubicBezTo>
                    <a:cubicBezTo>
                      <a:pt x="7973" y="21416"/>
                      <a:pt x="8140" y="21382"/>
                      <a:pt x="8307" y="21249"/>
                    </a:cubicBezTo>
                    <a:cubicBezTo>
                      <a:pt x="8673" y="20982"/>
                      <a:pt x="8707" y="20482"/>
                      <a:pt x="8473" y="20081"/>
                    </a:cubicBezTo>
                    <a:cubicBezTo>
                      <a:pt x="4404" y="14544"/>
                      <a:pt x="2035" y="7673"/>
                      <a:pt x="1702" y="801"/>
                    </a:cubicBezTo>
                    <a:cubicBezTo>
                      <a:pt x="1668" y="334"/>
                      <a:pt x="1302" y="0"/>
                      <a:pt x="8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48"/>
              <p:cNvSpPr/>
              <p:nvPr/>
            </p:nvSpPr>
            <p:spPr>
              <a:xfrm>
                <a:off x="1950194" y="72172"/>
                <a:ext cx="934794" cy="1207924"/>
              </a:xfrm>
              <a:custGeom>
                <a:avLst/>
                <a:gdLst/>
                <a:ahLst/>
                <a:cxnLst/>
                <a:rect l="l" t="t" r="r" b="b"/>
                <a:pathLst>
                  <a:path w="36594" h="47300" extrusionOk="0">
                    <a:moveTo>
                      <a:pt x="35718" y="1"/>
                    </a:moveTo>
                    <a:cubicBezTo>
                      <a:pt x="35644" y="1"/>
                      <a:pt x="35568" y="11"/>
                      <a:pt x="35493" y="32"/>
                    </a:cubicBezTo>
                    <a:cubicBezTo>
                      <a:pt x="28855" y="1700"/>
                      <a:pt x="22717" y="5003"/>
                      <a:pt x="17647" y="9573"/>
                    </a:cubicBezTo>
                    <a:cubicBezTo>
                      <a:pt x="13477" y="13342"/>
                      <a:pt x="9808" y="18212"/>
                      <a:pt x="6472" y="24383"/>
                    </a:cubicBezTo>
                    <a:cubicBezTo>
                      <a:pt x="2136" y="32389"/>
                      <a:pt x="1" y="39627"/>
                      <a:pt x="1" y="46466"/>
                    </a:cubicBezTo>
                    <a:cubicBezTo>
                      <a:pt x="1" y="46933"/>
                      <a:pt x="401" y="47300"/>
                      <a:pt x="835" y="47300"/>
                    </a:cubicBezTo>
                    <a:cubicBezTo>
                      <a:pt x="1302" y="47300"/>
                      <a:pt x="1669" y="46933"/>
                      <a:pt x="1635" y="46532"/>
                    </a:cubicBezTo>
                    <a:cubicBezTo>
                      <a:pt x="1635" y="39961"/>
                      <a:pt x="3670" y="32956"/>
                      <a:pt x="7906" y="25217"/>
                    </a:cubicBezTo>
                    <a:cubicBezTo>
                      <a:pt x="11175" y="19213"/>
                      <a:pt x="14711" y="14510"/>
                      <a:pt x="18747" y="10840"/>
                    </a:cubicBezTo>
                    <a:cubicBezTo>
                      <a:pt x="23584" y="6404"/>
                      <a:pt x="29488" y="3235"/>
                      <a:pt x="35860" y="1667"/>
                    </a:cubicBezTo>
                    <a:cubicBezTo>
                      <a:pt x="36327" y="1567"/>
                      <a:pt x="36593" y="1100"/>
                      <a:pt x="36493" y="666"/>
                    </a:cubicBezTo>
                    <a:cubicBezTo>
                      <a:pt x="36437" y="275"/>
                      <a:pt x="36100" y="1"/>
                      <a:pt x="357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48"/>
              <p:cNvSpPr/>
              <p:nvPr/>
            </p:nvSpPr>
            <p:spPr>
              <a:xfrm>
                <a:off x="2298649" y="84891"/>
                <a:ext cx="265029" cy="235175"/>
              </a:xfrm>
              <a:custGeom>
                <a:avLst/>
                <a:gdLst/>
                <a:ahLst/>
                <a:cxnLst/>
                <a:rect l="l" t="t" r="r" b="b"/>
                <a:pathLst>
                  <a:path w="10375" h="9209" extrusionOk="0">
                    <a:moveTo>
                      <a:pt x="9454" y="0"/>
                    </a:moveTo>
                    <a:cubicBezTo>
                      <a:pt x="9373" y="0"/>
                      <a:pt x="9290" y="11"/>
                      <a:pt x="9207" y="35"/>
                    </a:cubicBezTo>
                    <a:cubicBezTo>
                      <a:pt x="5271" y="1269"/>
                      <a:pt x="1935" y="4271"/>
                      <a:pt x="201" y="8041"/>
                    </a:cubicBezTo>
                    <a:cubicBezTo>
                      <a:pt x="1" y="8441"/>
                      <a:pt x="201" y="8908"/>
                      <a:pt x="635" y="9108"/>
                    </a:cubicBezTo>
                    <a:cubicBezTo>
                      <a:pt x="701" y="9175"/>
                      <a:pt x="835" y="9208"/>
                      <a:pt x="968" y="9208"/>
                    </a:cubicBezTo>
                    <a:cubicBezTo>
                      <a:pt x="1268" y="9208"/>
                      <a:pt x="1602" y="9041"/>
                      <a:pt x="1769" y="8708"/>
                    </a:cubicBezTo>
                    <a:cubicBezTo>
                      <a:pt x="3270" y="5372"/>
                      <a:pt x="6205" y="2703"/>
                      <a:pt x="9708" y="1603"/>
                    </a:cubicBezTo>
                    <a:cubicBezTo>
                      <a:pt x="10141" y="1503"/>
                      <a:pt x="10375" y="1002"/>
                      <a:pt x="10275" y="569"/>
                    </a:cubicBezTo>
                    <a:cubicBezTo>
                      <a:pt x="10165" y="239"/>
                      <a:pt x="9829" y="0"/>
                      <a:pt x="94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p48"/>
              <p:cNvSpPr/>
              <p:nvPr/>
            </p:nvSpPr>
            <p:spPr>
              <a:xfrm>
                <a:off x="2371083" y="12714"/>
                <a:ext cx="148289" cy="121635"/>
              </a:xfrm>
              <a:custGeom>
                <a:avLst/>
                <a:gdLst/>
                <a:ahLst/>
                <a:cxnLst/>
                <a:rect l="l" t="t" r="r" b="b"/>
                <a:pathLst>
                  <a:path w="5805" h="4763" extrusionOk="0">
                    <a:moveTo>
                      <a:pt x="4866" y="0"/>
                    </a:moveTo>
                    <a:cubicBezTo>
                      <a:pt x="4766" y="0"/>
                      <a:pt x="4665" y="19"/>
                      <a:pt x="4570" y="59"/>
                    </a:cubicBezTo>
                    <a:cubicBezTo>
                      <a:pt x="2835" y="726"/>
                      <a:pt x="1334" y="1927"/>
                      <a:pt x="267" y="3428"/>
                    </a:cubicBezTo>
                    <a:cubicBezTo>
                      <a:pt x="0" y="3795"/>
                      <a:pt x="100" y="4362"/>
                      <a:pt x="467" y="4595"/>
                    </a:cubicBezTo>
                    <a:cubicBezTo>
                      <a:pt x="634" y="4729"/>
                      <a:pt x="801" y="4762"/>
                      <a:pt x="967" y="4762"/>
                    </a:cubicBezTo>
                    <a:cubicBezTo>
                      <a:pt x="1234" y="4762"/>
                      <a:pt x="1501" y="4695"/>
                      <a:pt x="1635" y="4429"/>
                    </a:cubicBezTo>
                    <a:cubicBezTo>
                      <a:pt x="2502" y="3194"/>
                      <a:pt x="3769" y="2194"/>
                      <a:pt x="5170" y="1593"/>
                    </a:cubicBezTo>
                    <a:cubicBezTo>
                      <a:pt x="5604" y="1426"/>
                      <a:pt x="5804" y="926"/>
                      <a:pt x="5637" y="526"/>
                    </a:cubicBezTo>
                    <a:cubicBezTo>
                      <a:pt x="5510" y="195"/>
                      <a:pt x="5189" y="0"/>
                      <a:pt x="48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p48"/>
              <p:cNvSpPr/>
              <p:nvPr/>
            </p:nvSpPr>
            <p:spPr>
              <a:xfrm>
                <a:off x="4865637" y="918777"/>
                <a:ext cx="124430" cy="803512"/>
              </a:xfrm>
              <a:custGeom>
                <a:avLst/>
                <a:gdLst/>
                <a:ahLst/>
                <a:cxnLst/>
                <a:rect l="l" t="t" r="r" b="b"/>
                <a:pathLst>
                  <a:path w="4871" h="31464" extrusionOk="0">
                    <a:moveTo>
                      <a:pt x="935" y="1"/>
                    </a:moveTo>
                    <a:cubicBezTo>
                      <a:pt x="846" y="1"/>
                      <a:pt x="757" y="14"/>
                      <a:pt x="668" y="42"/>
                    </a:cubicBezTo>
                    <a:cubicBezTo>
                      <a:pt x="201" y="142"/>
                      <a:pt x="1" y="609"/>
                      <a:pt x="101" y="1076"/>
                    </a:cubicBezTo>
                    <a:cubicBezTo>
                      <a:pt x="3070" y="10482"/>
                      <a:pt x="3203" y="20923"/>
                      <a:pt x="368" y="30397"/>
                    </a:cubicBezTo>
                    <a:cubicBezTo>
                      <a:pt x="201" y="30830"/>
                      <a:pt x="434" y="31297"/>
                      <a:pt x="901" y="31431"/>
                    </a:cubicBezTo>
                    <a:cubicBezTo>
                      <a:pt x="1002" y="31464"/>
                      <a:pt x="1068" y="31464"/>
                      <a:pt x="1168" y="31464"/>
                    </a:cubicBezTo>
                    <a:cubicBezTo>
                      <a:pt x="1535" y="31464"/>
                      <a:pt x="1869" y="31231"/>
                      <a:pt x="1936" y="30830"/>
                    </a:cubicBezTo>
                    <a:cubicBezTo>
                      <a:pt x="4871" y="21057"/>
                      <a:pt x="4771" y="10282"/>
                      <a:pt x="1702" y="575"/>
                    </a:cubicBezTo>
                    <a:cubicBezTo>
                      <a:pt x="1596" y="204"/>
                      <a:pt x="1278" y="1"/>
                      <a:pt x="9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48"/>
              <p:cNvSpPr/>
              <p:nvPr/>
            </p:nvSpPr>
            <p:spPr>
              <a:xfrm>
                <a:off x="2297806" y="438060"/>
                <a:ext cx="507017" cy="1053345"/>
              </a:xfrm>
              <a:custGeom>
                <a:avLst/>
                <a:gdLst/>
                <a:ahLst/>
                <a:cxnLst/>
                <a:rect l="l" t="t" r="r" b="b"/>
                <a:pathLst>
                  <a:path w="19848" h="41247" extrusionOk="0">
                    <a:moveTo>
                      <a:pt x="18931" y="0"/>
                    </a:moveTo>
                    <a:cubicBezTo>
                      <a:pt x="18722" y="0"/>
                      <a:pt x="18514" y="83"/>
                      <a:pt x="18347" y="250"/>
                    </a:cubicBezTo>
                    <a:cubicBezTo>
                      <a:pt x="12309" y="6455"/>
                      <a:pt x="7906" y="12392"/>
                      <a:pt x="5004" y="18397"/>
                    </a:cubicBezTo>
                    <a:cubicBezTo>
                      <a:pt x="1401" y="25802"/>
                      <a:pt x="0" y="33441"/>
                      <a:pt x="901" y="40546"/>
                    </a:cubicBezTo>
                    <a:cubicBezTo>
                      <a:pt x="968" y="40946"/>
                      <a:pt x="1335" y="41246"/>
                      <a:pt x="1735" y="41246"/>
                    </a:cubicBezTo>
                    <a:cubicBezTo>
                      <a:pt x="1802" y="41246"/>
                      <a:pt x="1835" y="41246"/>
                      <a:pt x="1835" y="41213"/>
                    </a:cubicBezTo>
                    <a:cubicBezTo>
                      <a:pt x="2302" y="41146"/>
                      <a:pt x="2602" y="40746"/>
                      <a:pt x="2536" y="40279"/>
                    </a:cubicBezTo>
                    <a:cubicBezTo>
                      <a:pt x="1668" y="33541"/>
                      <a:pt x="3003" y="26202"/>
                      <a:pt x="6472" y="19097"/>
                    </a:cubicBezTo>
                    <a:cubicBezTo>
                      <a:pt x="9307" y="13260"/>
                      <a:pt x="13610" y="7455"/>
                      <a:pt x="19514" y="1418"/>
                    </a:cubicBezTo>
                    <a:cubicBezTo>
                      <a:pt x="19848" y="1084"/>
                      <a:pt x="19848" y="584"/>
                      <a:pt x="19514" y="250"/>
                    </a:cubicBezTo>
                    <a:cubicBezTo>
                      <a:pt x="19348" y="83"/>
                      <a:pt x="19139" y="0"/>
                      <a:pt x="189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48"/>
              <p:cNvSpPr/>
              <p:nvPr/>
            </p:nvSpPr>
            <p:spPr>
              <a:xfrm>
                <a:off x="2336143" y="1572427"/>
                <a:ext cx="84375" cy="153353"/>
              </a:xfrm>
              <a:custGeom>
                <a:avLst/>
                <a:gdLst/>
                <a:ahLst/>
                <a:cxnLst/>
                <a:rect l="l" t="t" r="r" b="b"/>
                <a:pathLst>
                  <a:path w="3303" h="6005" extrusionOk="0">
                    <a:moveTo>
                      <a:pt x="801" y="0"/>
                    </a:moveTo>
                    <a:cubicBezTo>
                      <a:pt x="334" y="34"/>
                      <a:pt x="0" y="400"/>
                      <a:pt x="0" y="867"/>
                    </a:cubicBezTo>
                    <a:cubicBezTo>
                      <a:pt x="67" y="2569"/>
                      <a:pt x="668" y="4303"/>
                      <a:pt x="1668" y="5671"/>
                    </a:cubicBezTo>
                    <a:cubicBezTo>
                      <a:pt x="1835" y="5871"/>
                      <a:pt x="2069" y="6004"/>
                      <a:pt x="2335" y="6004"/>
                    </a:cubicBezTo>
                    <a:cubicBezTo>
                      <a:pt x="2502" y="6004"/>
                      <a:pt x="2669" y="5904"/>
                      <a:pt x="2836" y="5804"/>
                    </a:cubicBezTo>
                    <a:cubicBezTo>
                      <a:pt x="3203" y="5504"/>
                      <a:pt x="3303" y="5004"/>
                      <a:pt x="3003" y="4637"/>
                    </a:cubicBezTo>
                    <a:cubicBezTo>
                      <a:pt x="2202" y="3536"/>
                      <a:pt x="1702" y="2168"/>
                      <a:pt x="1668" y="801"/>
                    </a:cubicBezTo>
                    <a:cubicBezTo>
                      <a:pt x="1635" y="334"/>
                      <a:pt x="1235" y="0"/>
                      <a:pt x="8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48"/>
              <p:cNvSpPr/>
              <p:nvPr/>
            </p:nvSpPr>
            <p:spPr>
              <a:xfrm>
                <a:off x="2767248" y="590228"/>
                <a:ext cx="1831193" cy="2604059"/>
              </a:xfrm>
              <a:custGeom>
                <a:avLst/>
                <a:gdLst/>
                <a:ahLst/>
                <a:cxnLst/>
                <a:rect l="l" t="t" r="r" b="b"/>
                <a:pathLst>
                  <a:path w="71685" h="101970" extrusionOk="0">
                    <a:moveTo>
                      <a:pt x="47834" y="9937"/>
                    </a:moveTo>
                    <a:lnTo>
                      <a:pt x="47834" y="9937"/>
                    </a:lnTo>
                    <a:cubicBezTo>
                      <a:pt x="48535" y="12906"/>
                      <a:pt x="48001" y="16008"/>
                      <a:pt x="46300" y="18409"/>
                    </a:cubicBezTo>
                    <a:cubicBezTo>
                      <a:pt x="45699" y="19277"/>
                      <a:pt x="44465" y="20744"/>
                      <a:pt x="42664" y="20945"/>
                    </a:cubicBezTo>
                    <a:cubicBezTo>
                      <a:pt x="42578" y="20952"/>
                      <a:pt x="42490" y="20956"/>
                      <a:pt x="42403" y="20956"/>
                    </a:cubicBezTo>
                    <a:cubicBezTo>
                      <a:pt x="41712" y="20956"/>
                      <a:pt x="40999" y="20725"/>
                      <a:pt x="40496" y="20311"/>
                    </a:cubicBezTo>
                    <a:cubicBezTo>
                      <a:pt x="40196" y="20077"/>
                      <a:pt x="39795" y="19610"/>
                      <a:pt x="39695" y="18977"/>
                    </a:cubicBezTo>
                    <a:cubicBezTo>
                      <a:pt x="39628" y="18143"/>
                      <a:pt x="40062" y="17275"/>
                      <a:pt x="40529" y="16508"/>
                    </a:cubicBezTo>
                    <a:cubicBezTo>
                      <a:pt x="42364" y="13506"/>
                      <a:pt x="44966" y="11238"/>
                      <a:pt x="47834" y="9937"/>
                    </a:cubicBezTo>
                    <a:close/>
                    <a:moveTo>
                      <a:pt x="26686" y="6568"/>
                    </a:moveTo>
                    <a:cubicBezTo>
                      <a:pt x="26819" y="6734"/>
                      <a:pt x="26886" y="6901"/>
                      <a:pt x="27019" y="7068"/>
                    </a:cubicBezTo>
                    <a:cubicBezTo>
                      <a:pt x="28687" y="9903"/>
                      <a:pt x="28621" y="13406"/>
                      <a:pt x="28220" y="15841"/>
                    </a:cubicBezTo>
                    <a:cubicBezTo>
                      <a:pt x="27853" y="18309"/>
                      <a:pt x="27120" y="20011"/>
                      <a:pt x="25952" y="21111"/>
                    </a:cubicBezTo>
                    <a:cubicBezTo>
                      <a:pt x="25229" y="21776"/>
                      <a:pt x="24175" y="22188"/>
                      <a:pt x="23177" y="22188"/>
                    </a:cubicBezTo>
                    <a:cubicBezTo>
                      <a:pt x="22471" y="22188"/>
                      <a:pt x="21793" y="21982"/>
                      <a:pt x="21282" y="21512"/>
                    </a:cubicBezTo>
                    <a:cubicBezTo>
                      <a:pt x="20315" y="20644"/>
                      <a:pt x="20148" y="19243"/>
                      <a:pt x="20148" y="18143"/>
                    </a:cubicBezTo>
                    <a:cubicBezTo>
                      <a:pt x="20181" y="14907"/>
                      <a:pt x="21716" y="11404"/>
                      <a:pt x="24451" y="8602"/>
                    </a:cubicBezTo>
                    <a:cubicBezTo>
                      <a:pt x="25118" y="7902"/>
                      <a:pt x="25885" y="7235"/>
                      <a:pt x="26686" y="6568"/>
                    </a:cubicBezTo>
                    <a:close/>
                    <a:moveTo>
                      <a:pt x="38690" y="1"/>
                    </a:moveTo>
                    <a:cubicBezTo>
                      <a:pt x="35292" y="1"/>
                      <a:pt x="30965" y="1238"/>
                      <a:pt x="26819" y="4166"/>
                    </a:cubicBezTo>
                    <a:cubicBezTo>
                      <a:pt x="24638" y="2012"/>
                      <a:pt x="21473" y="727"/>
                      <a:pt x="18177" y="727"/>
                    </a:cubicBezTo>
                    <a:cubicBezTo>
                      <a:pt x="17491" y="727"/>
                      <a:pt x="16801" y="782"/>
                      <a:pt x="16112" y="897"/>
                    </a:cubicBezTo>
                    <a:cubicBezTo>
                      <a:pt x="11842" y="1597"/>
                      <a:pt x="7772" y="4500"/>
                      <a:pt x="5171" y="8669"/>
                    </a:cubicBezTo>
                    <a:cubicBezTo>
                      <a:pt x="0" y="17008"/>
                      <a:pt x="1968" y="27316"/>
                      <a:pt x="3603" y="32686"/>
                    </a:cubicBezTo>
                    <a:cubicBezTo>
                      <a:pt x="4937" y="37156"/>
                      <a:pt x="6838" y="41426"/>
                      <a:pt x="8706" y="45596"/>
                    </a:cubicBezTo>
                    <a:cubicBezTo>
                      <a:pt x="10107" y="48664"/>
                      <a:pt x="11508" y="51833"/>
                      <a:pt x="12676" y="55036"/>
                    </a:cubicBezTo>
                    <a:cubicBezTo>
                      <a:pt x="18013" y="69646"/>
                      <a:pt x="18347" y="85824"/>
                      <a:pt x="13643" y="100635"/>
                    </a:cubicBezTo>
                    <a:cubicBezTo>
                      <a:pt x="13510" y="101035"/>
                      <a:pt x="13710" y="101536"/>
                      <a:pt x="14177" y="101669"/>
                    </a:cubicBezTo>
                    <a:cubicBezTo>
                      <a:pt x="14259" y="101694"/>
                      <a:pt x="14344" y="101707"/>
                      <a:pt x="14428" y="101707"/>
                    </a:cubicBezTo>
                    <a:cubicBezTo>
                      <a:pt x="14786" y="101707"/>
                      <a:pt x="15130" y="101487"/>
                      <a:pt x="15211" y="101135"/>
                    </a:cubicBezTo>
                    <a:cubicBezTo>
                      <a:pt x="20048" y="85958"/>
                      <a:pt x="19714" y="69379"/>
                      <a:pt x="14277" y="54469"/>
                    </a:cubicBezTo>
                    <a:cubicBezTo>
                      <a:pt x="13110" y="51200"/>
                      <a:pt x="11642" y="47997"/>
                      <a:pt x="10274" y="44928"/>
                    </a:cubicBezTo>
                    <a:cubicBezTo>
                      <a:pt x="8440" y="40826"/>
                      <a:pt x="6505" y="36589"/>
                      <a:pt x="5204" y="32253"/>
                    </a:cubicBezTo>
                    <a:cubicBezTo>
                      <a:pt x="3669" y="27149"/>
                      <a:pt x="1835" y="17409"/>
                      <a:pt x="6638" y="9603"/>
                    </a:cubicBezTo>
                    <a:cubicBezTo>
                      <a:pt x="8973" y="5800"/>
                      <a:pt x="12643" y="3165"/>
                      <a:pt x="16445" y="2531"/>
                    </a:cubicBezTo>
                    <a:cubicBezTo>
                      <a:pt x="17043" y="2432"/>
                      <a:pt x="17642" y="2384"/>
                      <a:pt x="18236" y="2384"/>
                    </a:cubicBezTo>
                    <a:cubicBezTo>
                      <a:pt x="21028" y="2384"/>
                      <a:pt x="23709" y="3446"/>
                      <a:pt x="25552" y="5233"/>
                    </a:cubicBezTo>
                    <a:cubicBezTo>
                      <a:pt x="24785" y="5901"/>
                      <a:pt x="23984" y="6601"/>
                      <a:pt x="23250" y="7402"/>
                    </a:cubicBezTo>
                    <a:cubicBezTo>
                      <a:pt x="20181" y="10504"/>
                      <a:pt x="18513" y="14307"/>
                      <a:pt x="18480" y="18076"/>
                    </a:cubicBezTo>
                    <a:cubicBezTo>
                      <a:pt x="18447" y="20111"/>
                      <a:pt x="19014" y="21678"/>
                      <a:pt x="20115" y="22679"/>
                    </a:cubicBezTo>
                    <a:cubicBezTo>
                      <a:pt x="20972" y="23465"/>
                      <a:pt x="22043" y="23804"/>
                      <a:pt x="23124" y="23804"/>
                    </a:cubicBezTo>
                    <a:cubicBezTo>
                      <a:pt x="24567" y="23804"/>
                      <a:pt x="26028" y="23199"/>
                      <a:pt x="27019" y="22246"/>
                    </a:cubicBezTo>
                    <a:cubicBezTo>
                      <a:pt x="28487" y="20878"/>
                      <a:pt x="29354" y="18843"/>
                      <a:pt x="29821" y="16008"/>
                    </a:cubicBezTo>
                    <a:cubicBezTo>
                      <a:pt x="30389" y="12105"/>
                      <a:pt x="29888" y="8669"/>
                      <a:pt x="28354" y="6101"/>
                    </a:cubicBezTo>
                    <a:cubicBezTo>
                      <a:pt x="28220" y="5934"/>
                      <a:pt x="28120" y="5700"/>
                      <a:pt x="27987" y="5500"/>
                    </a:cubicBezTo>
                    <a:cubicBezTo>
                      <a:pt x="31202" y="3249"/>
                      <a:pt x="35063" y="1666"/>
                      <a:pt x="38550" y="1666"/>
                    </a:cubicBezTo>
                    <a:cubicBezTo>
                      <a:pt x="39404" y="1666"/>
                      <a:pt x="40235" y="1761"/>
                      <a:pt x="41029" y="1964"/>
                    </a:cubicBezTo>
                    <a:cubicBezTo>
                      <a:pt x="43998" y="2698"/>
                      <a:pt x="46066" y="4833"/>
                      <a:pt x="47334" y="8302"/>
                    </a:cubicBezTo>
                    <a:cubicBezTo>
                      <a:pt x="44098" y="9703"/>
                      <a:pt x="41163" y="12305"/>
                      <a:pt x="39128" y="15641"/>
                    </a:cubicBezTo>
                    <a:cubicBezTo>
                      <a:pt x="38561" y="16608"/>
                      <a:pt x="37894" y="17842"/>
                      <a:pt x="38061" y="19177"/>
                    </a:cubicBezTo>
                    <a:cubicBezTo>
                      <a:pt x="38161" y="20144"/>
                      <a:pt x="38661" y="21011"/>
                      <a:pt x="39495" y="21645"/>
                    </a:cubicBezTo>
                    <a:cubicBezTo>
                      <a:pt x="40296" y="22331"/>
                      <a:pt x="41341" y="22674"/>
                      <a:pt x="42359" y="22674"/>
                    </a:cubicBezTo>
                    <a:cubicBezTo>
                      <a:pt x="42529" y="22674"/>
                      <a:pt x="42697" y="22665"/>
                      <a:pt x="42864" y="22646"/>
                    </a:cubicBezTo>
                    <a:cubicBezTo>
                      <a:pt x="44665" y="22446"/>
                      <a:pt x="46367" y="21278"/>
                      <a:pt x="47668" y="19410"/>
                    </a:cubicBezTo>
                    <a:cubicBezTo>
                      <a:pt x="49636" y="16508"/>
                      <a:pt x="50236" y="12805"/>
                      <a:pt x="49369" y="9336"/>
                    </a:cubicBezTo>
                    <a:cubicBezTo>
                      <a:pt x="49669" y="9270"/>
                      <a:pt x="49936" y="9236"/>
                      <a:pt x="50203" y="9136"/>
                    </a:cubicBezTo>
                    <a:cubicBezTo>
                      <a:pt x="51268" y="8880"/>
                      <a:pt x="52381" y="8753"/>
                      <a:pt x="53519" y="8753"/>
                    </a:cubicBezTo>
                    <a:cubicBezTo>
                      <a:pt x="56085" y="8753"/>
                      <a:pt x="58779" y="9400"/>
                      <a:pt x="61344" y="10671"/>
                    </a:cubicBezTo>
                    <a:cubicBezTo>
                      <a:pt x="64913" y="12439"/>
                      <a:pt x="67515" y="15007"/>
                      <a:pt x="68582" y="17976"/>
                    </a:cubicBezTo>
                    <a:cubicBezTo>
                      <a:pt x="70050" y="21845"/>
                      <a:pt x="69216" y="26649"/>
                      <a:pt x="66014" y="32686"/>
                    </a:cubicBezTo>
                    <a:cubicBezTo>
                      <a:pt x="63979" y="36522"/>
                      <a:pt x="61544" y="40292"/>
                      <a:pt x="59209" y="43861"/>
                    </a:cubicBezTo>
                    <a:cubicBezTo>
                      <a:pt x="57808" y="46096"/>
                      <a:pt x="56307" y="48331"/>
                      <a:pt x="54906" y="50633"/>
                    </a:cubicBezTo>
                    <a:cubicBezTo>
                      <a:pt x="41363" y="73115"/>
                      <a:pt x="41463" y="90561"/>
                      <a:pt x="43898" y="101302"/>
                    </a:cubicBezTo>
                    <a:cubicBezTo>
                      <a:pt x="43998" y="101702"/>
                      <a:pt x="44332" y="101969"/>
                      <a:pt x="44699" y="101969"/>
                    </a:cubicBezTo>
                    <a:cubicBezTo>
                      <a:pt x="44799" y="101969"/>
                      <a:pt x="44832" y="101969"/>
                      <a:pt x="44799" y="101836"/>
                    </a:cubicBezTo>
                    <a:cubicBezTo>
                      <a:pt x="45232" y="101702"/>
                      <a:pt x="45499" y="101269"/>
                      <a:pt x="45399" y="100835"/>
                    </a:cubicBezTo>
                    <a:cubicBezTo>
                      <a:pt x="43031" y="90394"/>
                      <a:pt x="42964" y="73382"/>
                      <a:pt x="56240" y="51366"/>
                    </a:cubicBezTo>
                    <a:cubicBezTo>
                      <a:pt x="57641" y="49131"/>
                      <a:pt x="59076" y="46830"/>
                      <a:pt x="60510" y="44662"/>
                    </a:cubicBezTo>
                    <a:cubicBezTo>
                      <a:pt x="62878" y="41026"/>
                      <a:pt x="65313" y="37290"/>
                      <a:pt x="67382" y="33354"/>
                    </a:cubicBezTo>
                    <a:cubicBezTo>
                      <a:pt x="70817" y="26916"/>
                      <a:pt x="71685" y="21612"/>
                      <a:pt x="70050" y="17275"/>
                    </a:cubicBezTo>
                    <a:cubicBezTo>
                      <a:pt x="68816" y="13940"/>
                      <a:pt x="65914" y="11004"/>
                      <a:pt x="61978" y="9069"/>
                    </a:cubicBezTo>
                    <a:cubicBezTo>
                      <a:pt x="59141" y="7685"/>
                      <a:pt x="56192" y="6971"/>
                      <a:pt x="53374" y="6971"/>
                    </a:cubicBezTo>
                    <a:cubicBezTo>
                      <a:pt x="52117" y="6971"/>
                      <a:pt x="50886" y="7113"/>
                      <a:pt x="49702" y="7402"/>
                    </a:cubicBezTo>
                    <a:cubicBezTo>
                      <a:pt x="49402" y="7468"/>
                      <a:pt x="49069" y="7568"/>
                      <a:pt x="48802" y="7635"/>
                    </a:cubicBezTo>
                    <a:cubicBezTo>
                      <a:pt x="47034" y="2732"/>
                      <a:pt x="43831" y="930"/>
                      <a:pt x="41363" y="297"/>
                    </a:cubicBezTo>
                    <a:cubicBezTo>
                      <a:pt x="40566" y="103"/>
                      <a:pt x="39667" y="1"/>
                      <a:pt x="386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48"/>
              <p:cNvSpPr/>
              <p:nvPr/>
            </p:nvSpPr>
            <p:spPr>
              <a:xfrm>
                <a:off x="3954899" y="1924932"/>
                <a:ext cx="1181048" cy="1979080"/>
              </a:xfrm>
              <a:custGeom>
                <a:avLst/>
                <a:gdLst/>
                <a:ahLst/>
                <a:cxnLst/>
                <a:rect l="l" t="t" r="r" b="b"/>
                <a:pathLst>
                  <a:path w="46234" h="77497" extrusionOk="0">
                    <a:moveTo>
                      <a:pt x="954" y="0"/>
                    </a:moveTo>
                    <a:cubicBezTo>
                      <a:pt x="815" y="0"/>
                      <a:pt x="671" y="34"/>
                      <a:pt x="534" y="108"/>
                    </a:cubicBezTo>
                    <a:cubicBezTo>
                      <a:pt x="167" y="342"/>
                      <a:pt x="0" y="842"/>
                      <a:pt x="234" y="1242"/>
                    </a:cubicBezTo>
                    <a:lnTo>
                      <a:pt x="44565" y="77097"/>
                    </a:lnTo>
                    <a:cubicBezTo>
                      <a:pt x="44699" y="77330"/>
                      <a:pt x="44999" y="77497"/>
                      <a:pt x="45266" y="77497"/>
                    </a:cubicBezTo>
                    <a:cubicBezTo>
                      <a:pt x="45399" y="77497"/>
                      <a:pt x="45566" y="77463"/>
                      <a:pt x="45699" y="77397"/>
                    </a:cubicBezTo>
                    <a:cubicBezTo>
                      <a:pt x="46066" y="77163"/>
                      <a:pt x="46233" y="76663"/>
                      <a:pt x="46000" y="76263"/>
                    </a:cubicBezTo>
                    <a:lnTo>
                      <a:pt x="1668" y="408"/>
                    </a:lnTo>
                    <a:cubicBezTo>
                      <a:pt x="1531" y="158"/>
                      <a:pt x="1254" y="0"/>
                      <a:pt x="95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48"/>
              <p:cNvSpPr/>
              <p:nvPr/>
            </p:nvSpPr>
            <p:spPr>
              <a:xfrm>
                <a:off x="4351907" y="1798253"/>
                <a:ext cx="1181891" cy="1979667"/>
              </a:xfrm>
              <a:custGeom>
                <a:avLst/>
                <a:gdLst/>
                <a:ahLst/>
                <a:cxnLst/>
                <a:rect l="l" t="t" r="r" b="b"/>
                <a:pathLst>
                  <a:path w="46267" h="77520" extrusionOk="0">
                    <a:moveTo>
                      <a:pt x="983" y="0"/>
                    </a:moveTo>
                    <a:cubicBezTo>
                      <a:pt x="835" y="0"/>
                      <a:pt x="681" y="41"/>
                      <a:pt x="534" y="131"/>
                    </a:cubicBezTo>
                    <a:cubicBezTo>
                      <a:pt x="167" y="331"/>
                      <a:pt x="0" y="832"/>
                      <a:pt x="267" y="1232"/>
                    </a:cubicBezTo>
                    <a:lnTo>
                      <a:pt x="44566" y="77086"/>
                    </a:lnTo>
                    <a:cubicBezTo>
                      <a:pt x="44699" y="77353"/>
                      <a:pt x="44999" y="77520"/>
                      <a:pt x="45300" y="77520"/>
                    </a:cubicBezTo>
                    <a:cubicBezTo>
                      <a:pt x="45400" y="77520"/>
                      <a:pt x="45533" y="77453"/>
                      <a:pt x="45700" y="77387"/>
                    </a:cubicBezTo>
                    <a:cubicBezTo>
                      <a:pt x="46100" y="77186"/>
                      <a:pt x="46267" y="76686"/>
                      <a:pt x="46000" y="76252"/>
                    </a:cubicBezTo>
                    <a:lnTo>
                      <a:pt x="1668" y="398"/>
                    </a:lnTo>
                    <a:cubicBezTo>
                      <a:pt x="1536" y="155"/>
                      <a:pt x="1272" y="0"/>
                      <a:pt x="98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48"/>
              <p:cNvSpPr/>
              <p:nvPr/>
            </p:nvSpPr>
            <p:spPr>
              <a:xfrm>
                <a:off x="4041790" y="1964877"/>
                <a:ext cx="455059" cy="135757"/>
              </a:xfrm>
              <a:custGeom>
                <a:avLst/>
                <a:gdLst/>
                <a:ahLst/>
                <a:cxnLst/>
                <a:rect l="l" t="t" r="r" b="b"/>
                <a:pathLst>
                  <a:path w="17814" h="5316" extrusionOk="0">
                    <a:moveTo>
                      <a:pt x="16835" y="1"/>
                    </a:moveTo>
                    <a:cubicBezTo>
                      <a:pt x="16784" y="1"/>
                      <a:pt x="16732" y="4"/>
                      <a:pt x="16679" y="12"/>
                    </a:cubicBezTo>
                    <a:lnTo>
                      <a:pt x="734" y="3648"/>
                    </a:lnTo>
                    <a:cubicBezTo>
                      <a:pt x="267" y="3781"/>
                      <a:pt x="0" y="4181"/>
                      <a:pt x="101" y="4648"/>
                    </a:cubicBezTo>
                    <a:cubicBezTo>
                      <a:pt x="167" y="5049"/>
                      <a:pt x="501" y="5316"/>
                      <a:pt x="901" y="5316"/>
                    </a:cubicBezTo>
                    <a:cubicBezTo>
                      <a:pt x="934" y="5316"/>
                      <a:pt x="1001" y="5316"/>
                      <a:pt x="1101" y="5282"/>
                    </a:cubicBezTo>
                    <a:lnTo>
                      <a:pt x="17079" y="1646"/>
                    </a:lnTo>
                    <a:cubicBezTo>
                      <a:pt x="17513" y="1513"/>
                      <a:pt x="17813" y="1113"/>
                      <a:pt x="17680" y="646"/>
                    </a:cubicBezTo>
                    <a:cubicBezTo>
                      <a:pt x="17591" y="231"/>
                      <a:pt x="17239" y="1"/>
                      <a:pt x="168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48"/>
              <p:cNvSpPr/>
              <p:nvPr/>
            </p:nvSpPr>
            <p:spPr>
              <a:xfrm>
                <a:off x="4160223" y="2169096"/>
                <a:ext cx="454190" cy="136013"/>
              </a:xfrm>
              <a:custGeom>
                <a:avLst/>
                <a:gdLst/>
                <a:ahLst/>
                <a:cxnLst/>
                <a:rect l="l" t="t" r="r" b="b"/>
                <a:pathLst>
                  <a:path w="17780" h="5326" extrusionOk="0">
                    <a:moveTo>
                      <a:pt x="16872" y="1"/>
                    </a:moveTo>
                    <a:cubicBezTo>
                      <a:pt x="16809" y="1"/>
                      <a:pt x="16744" y="7"/>
                      <a:pt x="16679" y="22"/>
                    </a:cubicBezTo>
                    <a:lnTo>
                      <a:pt x="701" y="3658"/>
                    </a:lnTo>
                    <a:cubicBezTo>
                      <a:pt x="267" y="3791"/>
                      <a:pt x="0" y="4191"/>
                      <a:pt x="100" y="4658"/>
                    </a:cubicBezTo>
                    <a:cubicBezTo>
                      <a:pt x="167" y="5059"/>
                      <a:pt x="500" y="5325"/>
                      <a:pt x="867" y="5325"/>
                    </a:cubicBezTo>
                    <a:cubicBezTo>
                      <a:pt x="967" y="5325"/>
                      <a:pt x="1001" y="5325"/>
                      <a:pt x="1101" y="5292"/>
                    </a:cubicBezTo>
                    <a:lnTo>
                      <a:pt x="17046" y="1656"/>
                    </a:lnTo>
                    <a:cubicBezTo>
                      <a:pt x="17513" y="1523"/>
                      <a:pt x="17779" y="1089"/>
                      <a:pt x="17679" y="655"/>
                    </a:cubicBezTo>
                    <a:cubicBezTo>
                      <a:pt x="17565" y="254"/>
                      <a:pt x="17253" y="1"/>
                      <a:pt x="1687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48"/>
              <p:cNvSpPr/>
              <p:nvPr/>
            </p:nvSpPr>
            <p:spPr>
              <a:xfrm>
                <a:off x="4279499" y="2372728"/>
                <a:ext cx="455033" cy="135987"/>
              </a:xfrm>
              <a:custGeom>
                <a:avLst/>
                <a:gdLst/>
                <a:ahLst/>
                <a:cxnLst/>
                <a:rect l="l" t="t" r="r" b="b"/>
                <a:pathLst>
                  <a:path w="17813" h="5325" extrusionOk="0">
                    <a:moveTo>
                      <a:pt x="16872" y="0"/>
                    </a:moveTo>
                    <a:cubicBezTo>
                      <a:pt x="16809" y="0"/>
                      <a:pt x="16744" y="7"/>
                      <a:pt x="16679" y="21"/>
                    </a:cubicBezTo>
                    <a:lnTo>
                      <a:pt x="701" y="3657"/>
                    </a:lnTo>
                    <a:cubicBezTo>
                      <a:pt x="267" y="3757"/>
                      <a:pt x="0" y="4191"/>
                      <a:pt x="100" y="4658"/>
                    </a:cubicBezTo>
                    <a:cubicBezTo>
                      <a:pt x="167" y="5058"/>
                      <a:pt x="500" y="5325"/>
                      <a:pt x="867" y="5325"/>
                    </a:cubicBezTo>
                    <a:cubicBezTo>
                      <a:pt x="934" y="5325"/>
                      <a:pt x="1001" y="5325"/>
                      <a:pt x="1101" y="5258"/>
                    </a:cubicBezTo>
                    <a:lnTo>
                      <a:pt x="17046" y="1655"/>
                    </a:lnTo>
                    <a:cubicBezTo>
                      <a:pt x="17513" y="1522"/>
                      <a:pt x="17813" y="1088"/>
                      <a:pt x="17679" y="655"/>
                    </a:cubicBezTo>
                    <a:cubicBezTo>
                      <a:pt x="17565" y="254"/>
                      <a:pt x="17253" y="0"/>
                      <a:pt x="1687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48"/>
              <p:cNvSpPr/>
              <p:nvPr/>
            </p:nvSpPr>
            <p:spPr>
              <a:xfrm>
                <a:off x="4517182" y="2781651"/>
                <a:ext cx="455059" cy="136013"/>
              </a:xfrm>
              <a:custGeom>
                <a:avLst/>
                <a:gdLst/>
                <a:ahLst/>
                <a:cxnLst/>
                <a:rect l="l" t="t" r="r" b="b"/>
                <a:pathLst>
                  <a:path w="17814" h="5326" extrusionOk="0">
                    <a:moveTo>
                      <a:pt x="16872" y="0"/>
                    </a:moveTo>
                    <a:cubicBezTo>
                      <a:pt x="16810" y="0"/>
                      <a:pt x="16745" y="7"/>
                      <a:pt x="16679" y="21"/>
                    </a:cubicBezTo>
                    <a:lnTo>
                      <a:pt x="701" y="3657"/>
                    </a:lnTo>
                    <a:cubicBezTo>
                      <a:pt x="234" y="3757"/>
                      <a:pt x="1" y="4191"/>
                      <a:pt x="67" y="4658"/>
                    </a:cubicBezTo>
                    <a:cubicBezTo>
                      <a:pt x="168" y="5058"/>
                      <a:pt x="501" y="5325"/>
                      <a:pt x="868" y="5325"/>
                    </a:cubicBezTo>
                    <a:cubicBezTo>
                      <a:pt x="901" y="5325"/>
                      <a:pt x="1001" y="5325"/>
                      <a:pt x="1068" y="5258"/>
                    </a:cubicBezTo>
                    <a:lnTo>
                      <a:pt x="17046" y="1656"/>
                    </a:lnTo>
                    <a:cubicBezTo>
                      <a:pt x="17513" y="1522"/>
                      <a:pt x="17813" y="1089"/>
                      <a:pt x="17680" y="655"/>
                    </a:cubicBezTo>
                    <a:cubicBezTo>
                      <a:pt x="17565" y="254"/>
                      <a:pt x="17254" y="0"/>
                      <a:pt x="1687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48"/>
              <p:cNvSpPr/>
              <p:nvPr/>
            </p:nvSpPr>
            <p:spPr>
              <a:xfrm>
                <a:off x="4636458" y="2985257"/>
                <a:ext cx="455059" cy="135170"/>
              </a:xfrm>
              <a:custGeom>
                <a:avLst/>
                <a:gdLst/>
                <a:ahLst/>
                <a:cxnLst/>
                <a:rect l="l" t="t" r="r" b="b"/>
                <a:pathLst>
                  <a:path w="17814" h="5293" extrusionOk="0">
                    <a:moveTo>
                      <a:pt x="16873" y="1"/>
                    </a:moveTo>
                    <a:cubicBezTo>
                      <a:pt x="16810" y="1"/>
                      <a:pt x="16746" y="8"/>
                      <a:pt x="16679" y="22"/>
                    </a:cubicBezTo>
                    <a:lnTo>
                      <a:pt x="701" y="3624"/>
                    </a:lnTo>
                    <a:cubicBezTo>
                      <a:pt x="234" y="3758"/>
                      <a:pt x="1" y="4191"/>
                      <a:pt x="67" y="4625"/>
                    </a:cubicBezTo>
                    <a:cubicBezTo>
                      <a:pt x="168" y="5059"/>
                      <a:pt x="501" y="5292"/>
                      <a:pt x="868" y="5292"/>
                    </a:cubicBezTo>
                    <a:cubicBezTo>
                      <a:pt x="901" y="5292"/>
                      <a:pt x="968" y="5292"/>
                      <a:pt x="1068" y="5259"/>
                    </a:cubicBezTo>
                    <a:lnTo>
                      <a:pt x="17046" y="1623"/>
                    </a:lnTo>
                    <a:cubicBezTo>
                      <a:pt x="17513" y="1523"/>
                      <a:pt x="17813" y="1089"/>
                      <a:pt x="17680" y="622"/>
                    </a:cubicBezTo>
                    <a:cubicBezTo>
                      <a:pt x="17566" y="250"/>
                      <a:pt x="17255" y="1"/>
                      <a:pt x="1687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48"/>
              <p:cNvSpPr/>
              <p:nvPr/>
            </p:nvSpPr>
            <p:spPr>
              <a:xfrm>
                <a:off x="4754892" y="3189732"/>
                <a:ext cx="454190" cy="135144"/>
              </a:xfrm>
              <a:custGeom>
                <a:avLst/>
                <a:gdLst/>
                <a:ahLst/>
                <a:cxnLst/>
                <a:rect l="l" t="t" r="r" b="b"/>
                <a:pathLst>
                  <a:path w="17780" h="5292" extrusionOk="0">
                    <a:moveTo>
                      <a:pt x="16863" y="1"/>
                    </a:moveTo>
                    <a:cubicBezTo>
                      <a:pt x="16802" y="1"/>
                      <a:pt x="16741" y="7"/>
                      <a:pt x="16679" y="22"/>
                    </a:cubicBezTo>
                    <a:lnTo>
                      <a:pt x="701" y="3624"/>
                    </a:lnTo>
                    <a:cubicBezTo>
                      <a:pt x="234" y="3758"/>
                      <a:pt x="0" y="4191"/>
                      <a:pt x="67" y="4625"/>
                    </a:cubicBezTo>
                    <a:cubicBezTo>
                      <a:pt x="167" y="5058"/>
                      <a:pt x="501" y="5292"/>
                      <a:pt x="868" y="5292"/>
                    </a:cubicBezTo>
                    <a:cubicBezTo>
                      <a:pt x="901" y="5292"/>
                      <a:pt x="1001" y="5292"/>
                      <a:pt x="1068" y="5259"/>
                    </a:cubicBezTo>
                    <a:lnTo>
                      <a:pt x="17046" y="1623"/>
                    </a:lnTo>
                    <a:cubicBezTo>
                      <a:pt x="17513" y="1523"/>
                      <a:pt x="17780" y="1089"/>
                      <a:pt x="17680" y="622"/>
                    </a:cubicBezTo>
                    <a:cubicBezTo>
                      <a:pt x="17565" y="250"/>
                      <a:pt x="17230" y="1"/>
                      <a:pt x="168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48"/>
              <p:cNvSpPr/>
              <p:nvPr/>
            </p:nvSpPr>
            <p:spPr>
              <a:xfrm>
                <a:off x="4874167" y="3394206"/>
                <a:ext cx="453347" cy="135144"/>
              </a:xfrm>
              <a:custGeom>
                <a:avLst/>
                <a:gdLst/>
                <a:ahLst/>
                <a:cxnLst/>
                <a:rect l="l" t="t" r="r" b="b"/>
                <a:pathLst>
                  <a:path w="17747" h="5292" extrusionOk="0">
                    <a:moveTo>
                      <a:pt x="16863" y="0"/>
                    </a:moveTo>
                    <a:cubicBezTo>
                      <a:pt x="16802" y="0"/>
                      <a:pt x="16741" y="7"/>
                      <a:pt x="16679" y="21"/>
                    </a:cubicBezTo>
                    <a:lnTo>
                      <a:pt x="701" y="3624"/>
                    </a:lnTo>
                    <a:cubicBezTo>
                      <a:pt x="234" y="3757"/>
                      <a:pt x="0" y="4191"/>
                      <a:pt x="67" y="4625"/>
                    </a:cubicBezTo>
                    <a:cubicBezTo>
                      <a:pt x="167" y="5058"/>
                      <a:pt x="501" y="5292"/>
                      <a:pt x="868" y="5292"/>
                    </a:cubicBezTo>
                    <a:cubicBezTo>
                      <a:pt x="901" y="5292"/>
                      <a:pt x="934" y="5258"/>
                      <a:pt x="1068" y="5258"/>
                    </a:cubicBezTo>
                    <a:lnTo>
                      <a:pt x="17046" y="1622"/>
                    </a:lnTo>
                    <a:cubicBezTo>
                      <a:pt x="17513" y="1489"/>
                      <a:pt x="17746" y="1089"/>
                      <a:pt x="17680" y="622"/>
                    </a:cubicBezTo>
                    <a:cubicBezTo>
                      <a:pt x="17565" y="250"/>
                      <a:pt x="17230" y="0"/>
                      <a:pt x="1686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48"/>
              <p:cNvSpPr/>
              <p:nvPr/>
            </p:nvSpPr>
            <p:spPr>
              <a:xfrm>
                <a:off x="4991732" y="3597225"/>
                <a:ext cx="454216" cy="135732"/>
              </a:xfrm>
              <a:custGeom>
                <a:avLst/>
                <a:gdLst/>
                <a:ahLst/>
                <a:cxnLst/>
                <a:rect l="l" t="t" r="r" b="b"/>
                <a:pathLst>
                  <a:path w="17781" h="5315" extrusionOk="0">
                    <a:moveTo>
                      <a:pt x="16835" y="0"/>
                    </a:moveTo>
                    <a:cubicBezTo>
                      <a:pt x="16784" y="0"/>
                      <a:pt x="16732" y="4"/>
                      <a:pt x="16679" y="11"/>
                    </a:cubicBezTo>
                    <a:lnTo>
                      <a:pt x="735" y="3647"/>
                    </a:lnTo>
                    <a:cubicBezTo>
                      <a:pt x="268" y="3781"/>
                      <a:pt x="1" y="4181"/>
                      <a:pt x="101" y="4648"/>
                    </a:cubicBezTo>
                    <a:cubicBezTo>
                      <a:pt x="167" y="5082"/>
                      <a:pt x="501" y="5315"/>
                      <a:pt x="901" y="5315"/>
                    </a:cubicBezTo>
                    <a:cubicBezTo>
                      <a:pt x="968" y="5315"/>
                      <a:pt x="1001" y="5315"/>
                      <a:pt x="1101" y="5282"/>
                    </a:cubicBezTo>
                    <a:lnTo>
                      <a:pt x="17080" y="1646"/>
                    </a:lnTo>
                    <a:cubicBezTo>
                      <a:pt x="17513" y="1512"/>
                      <a:pt x="17780" y="1112"/>
                      <a:pt x="17680" y="645"/>
                    </a:cubicBezTo>
                    <a:cubicBezTo>
                      <a:pt x="17591" y="231"/>
                      <a:pt x="17240" y="0"/>
                      <a:pt x="1683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48"/>
              <p:cNvSpPr/>
              <p:nvPr/>
            </p:nvSpPr>
            <p:spPr>
              <a:xfrm>
                <a:off x="4398775" y="2577177"/>
                <a:ext cx="455033" cy="136013"/>
              </a:xfrm>
              <a:custGeom>
                <a:avLst/>
                <a:gdLst/>
                <a:ahLst/>
                <a:cxnLst/>
                <a:rect l="l" t="t" r="r" b="b"/>
                <a:pathLst>
                  <a:path w="17813" h="5326" extrusionOk="0">
                    <a:moveTo>
                      <a:pt x="16872" y="1"/>
                    </a:moveTo>
                    <a:cubicBezTo>
                      <a:pt x="16809" y="1"/>
                      <a:pt x="16744" y="8"/>
                      <a:pt x="16679" y="22"/>
                    </a:cubicBezTo>
                    <a:lnTo>
                      <a:pt x="701" y="3658"/>
                    </a:lnTo>
                    <a:cubicBezTo>
                      <a:pt x="267" y="3758"/>
                      <a:pt x="0" y="4191"/>
                      <a:pt x="100" y="4658"/>
                    </a:cubicBezTo>
                    <a:cubicBezTo>
                      <a:pt x="167" y="5059"/>
                      <a:pt x="500" y="5325"/>
                      <a:pt x="867" y="5325"/>
                    </a:cubicBezTo>
                    <a:cubicBezTo>
                      <a:pt x="934" y="5325"/>
                      <a:pt x="967" y="5325"/>
                      <a:pt x="1101" y="5259"/>
                    </a:cubicBezTo>
                    <a:lnTo>
                      <a:pt x="17046" y="1656"/>
                    </a:lnTo>
                    <a:cubicBezTo>
                      <a:pt x="17513" y="1523"/>
                      <a:pt x="17813" y="1089"/>
                      <a:pt x="17679" y="655"/>
                    </a:cubicBezTo>
                    <a:cubicBezTo>
                      <a:pt x="17565" y="254"/>
                      <a:pt x="17253" y="1"/>
                      <a:pt x="1687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7" name="Google Shape;1217;p48"/>
              <p:cNvGrpSpPr/>
              <p:nvPr/>
            </p:nvGrpSpPr>
            <p:grpSpPr>
              <a:xfrm>
                <a:off x="5185996" y="628998"/>
                <a:ext cx="366382" cy="1204859"/>
                <a:chOff x="5185996" y="628998"/>
                <a:chExt cx="366382" cy="1204859"/>
              </a:xfrm>
            </p:grpSpPr>
            <p:sp>
              <p:nvSpPr>
                <p:cNvPr id="1218" name="Google Shape;1218;p48"/>
                <p:cNvSpPr/>
                <p:nvPr/>
              </p:nvSpPr>
              <p:spPr>
                <a:xfrm>
                  <a:off x="5185996" y="628998"/>
                  <a:ext cx="247991" cy="1204859"/>
                </a:xfrm>
                <a:custGeom>
                  <a:avLst/>
                  <a:gdLst/>
                  <a:ahLst/>
                  <a:cxnLst/>
                  <a:rect l="l" t="t" r="r" b="b"/>
                  <a:pathLst>
                    <a:path w="9708" h="47180" extrusionOk="0">
                      <a:moveTo>
                        <a:pt x="970" y="1"/>
                      </a:moveTo>
                      <a:cubicBezTo>
                        <a:pt x="856" y="1"/>
                        <a:pt x="741" y="26"/>
                        <a:pt x="634" y="79"/>
                      </a:cubicBezTo>
                      <a:cubicBezTo>
                        <a:pt x="200" y="280"/>
                        <a:pt x="0" y="780"/>
                        <a:pt x="200" y="1214"/>
                      </a:cubicBezTo>
                      <a:cubicBezTo>
                        <a:pt x="6538" y="15057"/>
                        <a:pt x="7973" y="31435"/>
                        <a:pt x="4036" y="46146"/>
                      </a:cubicBezTo>
                      <a:cubicBezTo>
                        <a:pt x="3903" y="46579"/>
                        <a:pt x="4170" y="47013"/>
                        <a:pt x="4637" y="47146"/>
                      </a:cubicBezTo>
                      <a:cubicBezTo>
                        <a:pt x="4703" y="47180"/>
                        <a:pt x="4737" y="47180"/>
                        <a:pt x="4837" y="47180"/>
                      </a:cubicBezTo>
                      <a:cubicBezTo>
                        <a:pt x="5204" y="47180"/>
                        <a:pt x="5537" y="46946"/>
                        <a:pt x="5671" y="46579"/>
                      </a:cubicBezTo>
                      <a:cubicBezTo>
                        <a:pt x="9707" y="31469"/>
                        <a:pt x="8273" y="14657"/>
                        <a:pt x="1768" y="480"/>
                      </a:cubicBezTo>
                      <a:cubicBezTo>
                        <a:pt x="1597" y="187"/>
                        <a:pt x="1283" y="1"/>
                        <a:pt x="9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48"/>
                <p:cNvSpPr/>
                <p:nvPr/>
              </p:nvSpPr>
              <p:spPr>
                <a:xfrm>
                  <a:off x="5413464" y="938826"/>
                  <a:ext cx="138914" cy="756216"/>
                </a:xfrm>
                <a:custGeom>
                  <a:avLst/>
                  <a:gdLst/>
                  <a:ahLst/>
                  <a:cxnLst/>
                  <a:rect l="l" t="t" r="r" b="b"/>
                  <a:pathLst>
                    <a:path w="5438" h="29612" extrusionOk="0">
                      <a:moveTo>
                        <a:pt x="885" y="1"/>
                      </a:moveTo>
                      <a:cubicBezTo>
                        <a:pt x="813" y="1"/>
                        <a:pt x="741" y="8"/>
                        <a:pt x="668" y="24"/>
                      </a:cubicBezTo>
                      <a:cubicBezTo>
                        <a:pt x="267" y="157"/>
                        <a:pt x="1" y="624"/>
                        <a:pt x="134" y="1091"/>
                      </a:cubicBezTo>
                      <a:cubicBezTo>
                        <a:pt x="2769" y="9931"/>
                        <a:pt x="3770" y="19471"/>
                        <a:pt x="2936" y="28678"/>
                      </a:cubicBezTo>
                      <a:cubicBezTo>
                        <a:pt x="2903" y="29145"/>
                        <a:pt x="3236" y="29545"/>
                        <a:pt x="3670" y="29612"/>
                      </a:cubicBezTo>
                      <a:lnTo>
                        <a:pt x="3770" y="29612"/>
                      </a:lnTo>
                      <a:cubicBezTo>
                        <a:pt x="4170" y="29612"/>
                        <a:pt x="4570" y="29278"/>
                        <a:pt x="4604" y="28811"/>
                      </a:cubicBezTo>
                      <a:cubicBezTo>
                        <a:pt x="5438" y="19371"/>
                        <a:pt x="4437" y="9631"/>
                        <a:pt x="1735" y="557"/>
                      </a:cubicBezTo>
                      <a:cubicBezTo>
                        <a:pt x="1622" y="220"/>
                        <a:pt x="1272" y="1"/>
                        <a:pt x="8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0" name="Google Shape;1220;p48"/>
              <p:cNvSpPr/>
              <p:nvPr/>
            </p:nvSpPr>
            <p:spPr>
              <a:xfrm>
                <a:off x="1474802" y="2676553"/>
                <a:ext cx="1762171" cy="1336582"/>
              </a:xfrm>
              <a:custGeom>
                <a:avLst/>
                <a:gdLst/>
                <a:ahLst/>
                <a:cxnLst/>
                <a:rect l="l" t="t" r="r" b="b"/>
                <a:pathLst>
                  <a:path w="68983" h="52338" extrusionOk="0">
                    <a:moveTo>
                      <a:pt x="34258" y="0"/>
                    </a:moveTo>
                    <a:lnTo>
                      <a:pt x="26419" y="2469"/>
                    </a:lnTo>
                    <a:lnTo>
                      <a:pt x="26853" y="6972"/>
                    </a:lnTo>
                    <a:lnTo>
                      <a:pt x="26853" y="6972"/>
                    </a:lnTo>
                    <a:lnTo>
                      <a:pt x="21349" y="6672"/>
                    </a:lnTo>
                    <a:lnTo>
                      <a:pt x="21216" y="11175"/>
                    </a:lnTo>
                    <a:lnTo>
                      <a:pt x="14377" y="12342"/>
                    </a:lnTo>
                    <a:lnTo>
                      <a:pt x="14211" y="17313"/>
                    </a:lnTo>
                    <a:lnTo>
                      <a:pt x="7105" y="18880"/>
                    </a:lnTo>
                    <a:lnTo>
                      <a:pt x="7673" y="24684"/>
                    </a:lnTo>
                    <a:lnTo>
                      <a:pt x="701" y="26152"/>
                    </a:lnTo>
                    <a:lnTo>
                      <a:pt x="0" y="32990"/>
                    </a:lnTo>
                    <a:lnTo>
                      <a:pt x="28888" y="52338"/>
                    </a:lnTo>
                    <a:lnTo>
                      <a:pt x="49302" y="34892"/>
                    </a:lnTo>
                    <a:lnTo>
                      <a:pt x="68983" y="7272"/>
                    </a:lnTo>
                    <a:lnTo>
                      <a:pt x="3425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p48"/>
              <p:cNvSpPr/>
              <p:nvPr/>
            </p:nvSpPr>
            <p:spPr>
              <a:xfrm>
                <a:off x="1487572" y="3338657"/>
                <a:ext cx="779710" cy="460722"/>
              </a:xfrm>
              <a:custGeom>
                <a:avLst/>
                <a:gdLst/>
                <a:ahLst/>
                <a:cxnLst/>
                <a:rect l="l" t="t" r="r" b="b"/>
                <a:pathLst>
                  <a:path w="30523" h="18041" extrusionOk="0">
                    <a:moveTo>
                      <a:pt x="220" y="0"/>
                    </a:moveTo>
                    <a:cubicBezTo>
                      <a:pt x="131" y="0"/>
                      <a:pt x="58" y="48"/>
                      <a:pt x="34" y="95"/>
                    </a:cubicBezTo>
                    <a:cubicBezTo>
                      <a:pt x="1" y="228"/>
                      <a:pt x="34" y="362"/>
                      <a:pt x="101" y="395"/>
                    </a:cubicBezTo>
                    <a:lnTo>
                      <a:pt x="30189" y="17974"/>
                    </a:lnTo>
                    <a:cubicBezTo>
                      <a:pt x="30222" y="18041"/>
                      <a:pt x="30256" y="18041"/>
                      <a:pt x="30289" y="18041"/>
                    </a:cubicBezTo>
                    <a:cubicBezTo>
                      <a:pt x="30356" y="18041"/>
                      <a:pt x="30422" y="17974"/>
                      <a:pt x="30456" y="17907"/>
                    </a:cubicBezTo>
                    <a:cubicBezTo>
                      <a:pt x="30523" y="17774"/>
                      <a:pt x="30456" y="17641"/>
                      <a:pt x="30389" y="17607"/>
                    </a:cubicBezTo>
                    <a:lnTo>
                      <a:pt x="334" y="28"/>
                    </a:lnTo>
                    <a:cubicBezTo>
                      <a:pt x="295" y="8"/>
                      <a:pt x="256" y="0"/>
                      <a:pt x="22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48"/>
              <p:cNvSpPr/>
              <p:nvPr/>
            </p:nvSpPr>
            <p:spPr>
              <a:xfrm>
                <a:off x="1663932" y="3301547"/>
                <a:ext cx="761803" cy="460365"/>
              </a:xfrm>
              <a:custGeom>
                <a:avLst/>
                <a:gdLst/>
                <a:ahLst/>
                <a:cxnLst/>
                <a:rect l="l" t="t" r="r" b="b"/>
                <a:pathLst>
                  <a:path w="29822" h="18027" extrusionOk="0">
                    <a:moveTo>
                      <a:pt x="234" y="0"/>
                    </a:moveTo>
                    <a:cubicBezTo>
                      <a:pt x="150" y="0"/>
                      <a:pt x="83" y="31"/>
                      <a:pt x="34" y="80"/>
                    </a:cubicBezTo>
                    <a:cubicBezTo>
                      <a:pt x="1" y="213"/>
                      <a:pt x="34" y="347"/>
                      <a:pt x="134" y="380"/>
                    </a:cubicBezTo>
                    <a:lnTo>
                      <a:pt x="29488" y="17993"/>
                    </a:lnTo>
                    <a:cubicBezTo>
                      <a:pt x="29522" y="18026"/>
                      <a:pt x="29555" y="18026"/>
                      <a:pt x="29622" y="18026"/>
                    </a:cubicBezTo>
                    <a:cubicBezTo>
                      <a:pt x="29689" y="18026"/>
                      <a:pt x="29789" y="17993"/>
                      <a:pt x="29789" y="17893"/>
                    </a:cubicBezTo>
                    <a:cubicBezTo>
                      <a:pt x="29822" y="17759"/>
                      <a:pt x="29789" y="17659"/>
                      <a:pt x="29689" y="17593"/>
                    </a:cubicBezTo>
                    <a:lnTo>
                      <a:pt x="334" y="13"/>
                    </a:lnTo>
                    <a:cubicBezTo>
                      <a:pt x="298" y="4"/>
                      <a:pt x="265" y="0"/>
                      <a:pt x="23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p48"/>
              <p:cNvSpPr/>
              <p:nvPr/>
            </p:nvSpPr>
            <p:spPr>
              <a:xfrm>
                <a:off x="1650293" y="3153312"/>
                <a:ext cx="776313" cy="445859"/>
              </a:xfrm>
              <a:custGeom>
                <a:avLst/>
                <a:gdLst/>
                <a:ahLst/>
                <a:cxnLst/>
                <a:rect l="l" t="t" r="r" b="b"/>
                <a:pathLst>
                  <a:path w="30390" h="17459" extrusionOk="0">
                    <a:moveTo>
                      <a:pt x="241" y="1"/>
                    </a:moveTo>
                    <a:cubicBezTo>
                      <a:pt x="153" y="1"/>
                      <a:pt x="84" y="38"/>
                      <a:pt x="34" y="113"/>
                    </a:cubicBezTo>
                    <a:cubicBezTo>
                      <a:pt x="1" y="213"/>
                      <a:pt x="34" y="347"/>
                      <a:pt x="134" y="380"/>
                    </a:cubicBezTo>
                    <a:lnTo>
                      <a:pt x="30056" y="17392"/>
                    </a:lnTo>
                    <a:cubicBezTo>
                      <a:pt x="30056" y="17459"/>
                      <a:pt x="30089" y="17459"/>
                      <a:pt x="30156" y="17459"/>
                    </a:cubicBezTo>
                    <a:cubicBezTo>
                      <a:pt x="30223" y="17459"/>
                      <a:pt x="30323" y="17392"/>
                      <a:pt x="30356" y="17326"/>
                    </a:cubicBezTo>
                    <a:cubicBezTo>
                      <a:pt x="30389" y="17192"/>
                      <a:pt x="30356" y="17059"/>
                      <a:pt x="30289" y="17025"/>
                    </a:cubicBezTo>
                    <a:lnTo>
                      <a:pt x="335" y="13"/>
                    </a:lnTo>
                    <a:cubicBezTo>
                      <a:pt x="301" y="5"/>
                      <a:pt x="270" y="1"/>
                      <a:pt x="24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48"/>
              <p:cNvSpPr/>
              <p:nvPr/>
            </p:nvSpPr>
            <p:spPr>
              <a:xfrm>
                <a:off x="1832630" y="3111579"/>
                <a:ext cx="831669" cy="438198"/>
              </a:xfrm>
              <a:custGeom>
                <a:avLst/>
                <a:gdLst/>
                <a:ahLst/>
                <a:cxnLst/>
                <a:rect l="l" t="t" r="r" b="b"/>
                <a:pathLst>
                  <a:path w="32557" h="17159" extrusionOk="0">
                    <a:moveTo>
                      <a:pt x="235" y="0"/>
                    </a:moveTo>
                    <a:cubicBezTo>
                      <a:pt x="140" y="0"/>
                      <a:pt x="59" y="38"/>
                      <a:pt x="34" y="113"/>
                    </a:cubicBezTo>
                    <a:cubicBezTo>
                      <a:pt x="0" y="246"/>
                      <a:pt x="34" y="346"/>
                      <a:pt x="100" y="413"/>
                    </a:cubicBezTo>
                    <a:lnTo>
                      <a:pt x="32223" y="17125"/>
                    </a:lnTo>
                    <a:cubicBezTo>
                      <a:pt x="32223" y="17158"/>
                      <a:pt x="32257" y="17158"/>
                      <a:pt x="32323" y="17158"/>
                    </a:cubicBezTo>
                    <a:cubicBezTo>
                      <a:pt x="32390" y="17158"/>
                      <a:pt x="32457" y="17158"/>
                      <a:pt x="32524" y="17025"/>
                    </a:cubicBezTo>
                    <a:cubicBezTo>
                      <a:pt x="32557" y="16925"/>
                      <a:pt x="32524" y="16791"/>
                      <a:pt x="32424" y="16758"/>
                    </a:cubicBezTo>
                    <a:lnTo>
                      <a:pt x="334" y="13"/>
                    </a:lnTo>
                    <a:cubicBezTo>
                      <a:pt x="301" y="4"/>
                      <a:pt x="267" y="0"/>
                      <a:pt x="23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p48"/>
              <p:cNvSpPr/>
              <p:nvPr/>
            </p:nvSpPr>
            <p:spPr>
              <a:xfrm>
                <a:off x="1835184" y="2987198"/>
                <a:ext cx="847021" cy="344475"/>
              </a:xfrm>
              <a:custGeom>
                <a:avLst/>
                <a:gdLst/>
                <a:ahLst/>
                <a:cxnLst/>
                <a:rect l="l" t="t" r="r" b="b"/>
                <a:pathLst>
                  <a:path w="33158" h="13489" extrusionOk="0">
                    <a:moveTo>
                      <a:pt x="244" y="0"/>
                    </a:moveTo>
                    <a:cubicBezTo>
                      <a:pt x="177" y="0"/>
                      <a:pt x="93" y="44"/>
                      <a:pt x="67" y="146"/>
                    </a:cubicBezTo>
                    <a:cubicBezTo>
                      <a:pt x="0" y="213"/>
                      <a:pt x="67" y="346"/>
                      <a:pt x="167" y="379"/>
                    </a:cubicBezTo>
                    <a:lnTo>
                      <a:pt x="32857" y="13489"/>
                    </a:lnTo>
                    <a:lnTo>
                      <a:pt x="32957" y="13489"/>
                    </a:lnTo>
                    <a:cubicBezTo>
                      <a:pt x="33057" y="13489"/>
                      <a:pt x="33124" y="13455"/>
                      <a:pt x="33124" y="13355"/>
                    </a:cubicBezTo>
                    <a:cubicBezTo>
                      <a:pt x="33157" y="13289"/>
                      <a:pt x="33124" y="13155"/>
                      <a:pt x="32991" y="13122"/>
                    </a:cubicBezTo>
                    <a:lnTo>
                      <a:pt x="301" y="12"/>
                    </a:lnTo>
                    <a:cubicBezTo>
                      <a:pt x="285" y="5"/>
                      <a:pt x="265" y="0"/>
                      <a:pt x="24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48"/>
              <p:cNvSpPr/>
              <p:nvPr/>
            </p:nvSpPr>
            <p:spPr>
              <a:xfrm>
                <a:off x="2008990" y="2957367"/>
                <a:ext cx="843598" cy="329153"/>
              </a:xfrm>
              <a:custGeom>
                <a:avLst/>
                <a:gdLst/>
                <a:ahLst/>
                <a:cxnLst/>
                <a:rect l="l" t="t" r="r" b="b"/>
                <a:pathLst>
                  <a:path w="33024" h="12889" extrusionOk="0">
                    <a:moveTo>
                      <a:pt x="230" y="1"/>
                    </a:moveTo>
                    <a:cubicBezTo>
                      <a:pt x="155" y="1"/>
                      <a:pt x="85" y="44"/>
                      <a:pt x="34" y="146"/>
                    </a:cubicBezTo>
                    <a:cubicBezTo>
                      <a:pt x="0" y="213"/>
                      <a:pt x="34" y="347"/>
                      <a:pt x="167" y="380"/>
                    </a:cubicBezTo>
                    <a:lnTo>
                      <a:pt x="32724" y="12889"/>
                    </a:lnTo>
                    <a:lnTo>
                      <a:pt x="32824" y="12889"/>
                    </a:lnTo>
                    <a:cubicBezTo>
                      <a:pt x="32890" y="12889"/>
                      <a:pt x="32991" y="12856"/>
                      <a:pt x="32991" y="12789"/>
                    </a:cubicBezTo>
                    <a:cubicBezTo>
                      <a:pt x="33024" y="12689"/>
                      <a:pt x="32991" y="12555"/>
                      <a:pt x="32857" y="12522"/>
                    </a:cubicBezTo>
                    <a:lnTo>
                      <a:pt x="301" y="13"/>
                    </a:lnTo>
                    <a:cubicBezTo>
                      <a:pt x="277" y="5"/>
                      <a:pt x="253" y="1"/>
                      <a:pt x="23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48"/>
              <p:cNvSpPr/>
              <p:nvPr/>
            </p:nvSpPr>
            <p:spPr>
              <a:xfrm>
                <a:off x="2013255" y="2843228"/>
                <a:ext cx="843598" cy="280581"/>
              </a:xfrm>
              <a:custGeom>
                <a:avLst/>
                <a:gdLst/>
                <a:ahLst/>
                <a:cxnLst/>
                <a:rect l="l" t="t" r="r" b="b"/>
                <a:pathLst>
                  <a:path w="33024" h="10987" extrusionOk="0">
                    <a:moveTo>
                      <a:pt x="230" y="0"/>
                    </a:moveTo>
                    <a:cubicBezTo>
                      <a:pt x="155" y="0"/>
                      <a:pt x="84" y="44"/>
                      <a:pt x="33" y="146"/>
                    </a:cubicBezTo>
                    <a:cubicBezTo>
                      <a:pt x="0" y="212"/>
                      <a:pt x="33" y="346"/>
                      <a:pt x="167" y="412"/>
                    </a:cubicBezTo>
                    <a:lnTo>
                      <a:pt x="32757" y="10987"/>
                    </a:lnTo>
                    <a:lnTo>
                      <a:pt x="32824" y="10987"/>
                    </a:lnTo>
                    <a:cubicBezTo>
                      <a:pt x="32890" y="10987"/>
                      <a:pt x="32990" y="10920"/>
                      <a:pt x="32990" y="10853"/>
                    </a:cubicBezTo>
                    <a:cubicBezTo>
                      <a:pt x="33024" y="10787"/>
                      <a:pt x="32990" y="10653"/>
                      <a:pt x="32857" y="10620"/>
                    </a:cubicBezTo>
                    <a:lnTo>
                      <a:pt x="300" y="12"/>
                    </a:lnTo>
                    <a:cubicBezTo>
                      <a:pt x="277" y="4"/>
                      <a:pt x="253" y="0"/>
                      <a:pt x="23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48"/>
              <p:cNvSpPr/>
              <p:nvPr/>
            </p:nvSpPr>
            <p:spPr>
              <a:xfrm>
                <a:off x="2155518" y="2849486"/>
                <a:ext cx="852999" cy="230042"/>
              </a:xfrm>
              <a:custGeom>
                <a:avLst/>
                <a:gdLst/>
                <a:ahLst/>
                <a:cxnLst/>
                <a:rect l="l" t="t" r="r" b="b"/>
                <a:pathLst>
                  <a:path w="33392" h="9008" extrusionOk="0">
                    <a:moveTo>
                      <a:pt x="234" y="1"/>
                    </a:moveTo>
                    <a:cubicBezTo>
                      <a:pt x="101" y="1"/>
                      <a:pt x="34" y="34"/>
                      <a:pt x="1" y="167"/>
                    </a:cubicBezTo>
                    <a:cubicBezTo>
                      <a:pt x="1" y="267"/>
                      <a:pt x="34" y="368"/>
                      <a:pt x="134" y="401"/>
                    </a:cubicBezTo>
                    <a:lnTo>
                      <a:pt x="33124" y="9007"/>
                    </a:lnTo>
                    <a:lnTo>
                      <a:pt x="33158" y="9007"/>
                    </a:lnTo>
                    <a:cubicBezTo>
                      <a:pt x="33291" y="9007"/>
                      <a:pt x="33391" y="8907"/>
                      <a:pt x="33391" y="8840"/>
                    </a:cubicBezTo>
                    <a:cubicBezTo>
                      <a:pt x="33391" y="8707"/>
                      <a:pt x="33358" y="8607"/>
                      <a:pt x="33224" y="8573"/>
                    </a:cubicBezTo>
                    <a:lnTo>
                      <a:pt x="23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p48"/>
              <p:cNvSpPr/>
              <p:nvPr/>
            </p:nvSpPr>
            <p:spPr>
              <a:xfrm>
                <a:off x="2144459" y="2734478"/>
                <a:ext cx="882810" cy="192553"/>
              </a:xfrm>
              <a:custGeom>
                <a:avLst/>
                <a:gdLst/>
                <a:ahLst/>
                <a:cxnLst/>
                <a:rect l="l" t="t" r="r" b="b"/>
                <a:pathLst>
                  <a:path w="34559" h="7540" extrusionOk="0">
                    <a:moveTo>
                      <a:pt x="267" y="0"/>
                    </a:moveTo>
                    <a:cubicBezTo>
                      <a:pt x="134" y="0"/>
                      <a:pt x="33" y="34"/>
                      <a:pt x="0" y="167"/>
                    </a:cubicBezTo>
                    <a:cubicBezTo>
                      <a:pt x="0" y="267"/>
                      <a:pt x="33" y="367"/>
                      <a:pt x="167" y="401"/>
                    </a:cubicBezTo>
                    <a:lnTo>
                      <a:pt x="34325" y="7539"/>
                    </a:lnTo>
                    <a:lnTo>
                      <a:pt x="34358" y="7539"/>
                    </a:lnTo>
                    <a:cubicBezTo>
                      <a:pt x="34425" y="7539"/>
                      <a:pt x="34525" y="7439"/>
                      <a:pt x="34558" y="7372"/>
                    </a:cubicBezTo>
                    <a:cubicBezTo>
                      <a:pt x="34558" y="7239"/>
                      <a:pt x="34525" y="7172"/>
                      <a:pt x="34391" y="7105"/>
                    </a:cubicBezTo>
                    <a:lnTo>
                      <a:pt x="267"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48"/>
              <p:cNvSpPr/>
              <p:nvPr/>
            </p:nvSpPr>
            <p:spPr>
              <a:xfrm>
                <a:off x="2212602" y="2862256"/>
                <a:ext cx="1024252" cy="1150899"/>
              </a:xfrm>
              <a:custGeom>
                <a:avLst/>
                <a:gdLst/>
                <a:ahLst/>
                <a:cxnLst/>
                <a:rect l="l" t="t" r="r" b="b"/>
                <a:pathLst>
                  <a:path w="40096" h="45067" extrusionOk="0">
                    <a:moveTo>
                      <a:pt x="40096" y="1"/>
                    </a:moveTo>
                    <a:lnTo>
                      <a:pt x="31690" y="2336"/>
                    </a:lnTo>
                    <a:lnTo>
                      <a:pt x="30923" y="8274"/>
                    </a:lnTo>
                    <a:lnTo>
                      <a:pt x="25019" y="10042"/>
                    </a:lnTo>
                    <a:lnTo>
                      <a:pt x="24852" y="16413"/>
                    </a:lnTo>
                    <a:lnTo>
                      <a:pt x="18180" y="18181"/>
                    </a:lnTo>
                    <a:lnTo>
                      <a:pt x="17446" y="26720"/>
                    </a:lnTo>
                    <a:lnTo>
                      <a:pt x="8140" y="28621"/>
                    </a:lnTo>
                    <a:lnTo>
                      <a:pt x="8140" y="35026"/>
                    </a:lnTo>
                    <a:lnTo>
                      <a:pt x="1902" y="36460"/>
                    </a:lnTo>
                    <a:lnTo>
                      <a:pt x="1" y="45067"/>
                    </a:lnTo>
                    <a:lnTo>
                      <a:pt x="39662" y="38062"/>
                    </a:lnTo>
                    <a:lnTo>
                      <a:pt x="4009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31" name="Google Shape;1231;p48"/>
              <p:cNvGrpSpPr/>
              <p:nvPr/>
            </p:nvGrpSpPr>
            <p:grpSpPr>
              <a:xfrm>
                <a:off x="3394302" y="2670500"/>
                <a:ext cx="935501" cy="1522661"/>
                <a:chOff x="3394302" y="2670500"/>
                <a:chExt cx="935501" cy="1522661"/>
              </a:xfrm>
            </p:grpSpPr>
            <p:sp>
              <p:nvSpPr>
                <p:cNvPr id="1232" name="Google Shape;1232;p48"/>
                <p:cNvSpPr/>
                <p:nvPr/>
              </p:nvSpPr>
              <p:spPr>
                <a:xfrm>
                  <a:off x="3799330" y="2670500"/>
                  <a:ext cx="279156" cy="151054"/>
                </a:xfrm>
                <a:custGeom>
                  <a:avLst/>
                  <a:gdLst/>
                  <a:ahLst/>
                  <a:cxnLst/>
                  <a:rect l="l" t="t" r="r" b="b"/>
                  <a:pathLst>
                    <a:path w="10928" h="5915" extrusionOk="0">
                      <a:moveTo>
                        <a:pt x="5377" y="1"/>
                      </a:moveTo>
                      <a:cubicBezTo>
                        <a:pt x="5305" y="1"/>
                        <a:pt x="5232" y="12"/>
                        <a:pt x="5157" y="37"/>
                      </a:cubicBezTo>
                      <a:cubicBezTo>
                        <a:pt x="4390" y="270"/>
                        <a:pt x="4557" y="1071"/>
                        <a:pt x="4557" y="1071"/>
                      </a:cubicBezTo>
                      <a:cubicBezTo>
                        <a:pt x="4557" y="1071"/>
                        <a:pt x="3922" y="370"/>
                        <a:pt x="3220" y="370"/>
                      </a:cubicBezTo>
                      <a:cubicBezTo>
                        <a:pt x="3055" y="370"/>
                        <a:pt x="2887" y="409"/>
                        <a:pt x="2722" y="504"/>
                      </a:cubicBezTo>
                      <a:cubicBezTo>
                        <a:pt x="1788" y="1004"/>
                        <a:pt x="2222" y="1938"/>
                        <a:pt x="2222" y="1938"/>
                      </a:cubicBezTo>
                      <a:cubicBezTo>
                        <a:pt x="2222" y="1938"/>
                        <a:pt x="1971" y="1454"/>
                        <a:pt x="1565" y="1454"/>
                      </a:cubicBezTo>
                      <a:cubicBezTo>
                        <a:pt x="1397" y="1454"/>
                        <a:pt x="1202" y="1537"/>
                        <a:pt x="987" y="1772"/>
                      </a:cubicBezTo>
                      <a:cubicBezTo>
                        <a:pt x="287" y="2605"/>
                        <a:pt x="1087" y="3573"/>
                        <a:pt x="1087" y="3573"/>
                      </a:cubicBezTo>
                      <a:cubicBezTo>
                        <a:pt x="1087" y="3573"/>
                        <a:pt x="1079" y="3572"/>
                        <a:pt x="1063" y="3572"/>
                      </a:cubicBezTo>
                      <a:cubicBezTo>
                        <a:pt x="911" y="3572"/>
                        <a:pt x="114" y="3627"/>
                        <a:pt x="53" y="4774"/>
                      </a:cubicBezTo>
                      <a:cubicBezTo>
                        <a:pt x="0" y="5809"/>
                        <a:pt x="1152" y="5915"/>
                        <a:pt x="1624" y="5915"/>
                      </a:cubicBezTo>
                      <a:cubicBezTo>
                        <a:pt x="1745" y="5915"/>
                        <a:pt x="1821" y="5908"/>
                        <a:pt x="1821" y="5908"/>
                      </a:cubicBezTo>
                      <a:lnTo>
                        <a:pt x="2989" y="3206"/>
                      </a:lnTo>
                      <a:lnTo>
                        <a:pt x="7826" y="2872"/>
                      </a:lnTo>
                      <a:lnTo>
                        <a:pt x="9560" y="5274"/>
                      </a:lnTo>
                      <a:lnTo>
                        <a:pt x="10828" y="5374"/>
                      </a:lnTo>
                      <a:cubicBezTo>
                        <a:pt x="10828" y="5374"/>
                        <a:pt x="10928" y="2372"/>
                        <a:pt x="10327" y="1338"/>
                      </a:cubicBezTo>
                      <a:cubicBezTo>
                        <a:pt x="10116" y="941"/>
                        <a:pt x="9887" y="816"/>
                        <a:pt x="9682" y="816"/>
                      </a:cubicBezTo>
                      <a:cubicBezTo>
                        <a:pt x="9336" y="816"/>
                        <a:pt x="9060" y="1171"/>
                        <a:pt x="9060" y="1171"/>
                      </a:cubicBezTo>
                      <a:cubicBezTo>
                        <a:pt x="9060" y="1171"/>
                        <a:pt x="8752" y="31"/>
                        <a:pt x="7573" y="31"/>
                      </a:cubicBezTo>
                      <a:cubicBezTo>
                        <a:pt x="7525" y="31"/>
                        <a:pt x="7476" y="33"/>
                        <a:pt x="7425" y="37"/>
                      </a:cubicBezTo>
                      <a:cubicBezTo>
                        <a:pt x="6133" y="103"/>
                        <a:pt x="6618" y="1058"/>
                        <a:pt x="6625" y="1071"/>
                      </a:cubicBezTo>
                      <a:lnTo>
                        <a:pt x="6625" y="1071"/>
                      </a:lnTo>
                      <a:cubicBezTo>
                        <a:pt x="6618" y="1058"/>
                        <a:pt x="6072" y="1"/>
                        <a:pt x="53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p48"/>
                <p:cNvSpPr/>
                <p:nvPr/>
              </p:nvSpPr>
              <p:spPr>
                <a:xfrm>
                  <a:off x="3718033" y="3016467"/>
                  <a:ext cx="244593" cy="138720"/>
                </a:xfrm>
                <a:custGeom>
                  <a:avLst/>
                  <a:gdLst/>
                  <a:ahLst/>
                  <a:cxnLst/>
                  <a:rect l="l" t="t" r="r" b="b"/>
                  <a:pathLst>
                    <a:path w="9575" h="5432" extrusionOk="0">
                      <a:moveTo>
                        <a:pt x="8607" y="1"/>
                      </a:moveTo>
                      <a:cubicBezTo>
                        <a:pt x="8607" y="1"/>
                        <a:pt x="6176" y="2762"/>
                        <a:pt x="2868" y="2762"/>
                      </a:cubicBezTo>
                      <a:cubicBezTo>
                        <a:pt x="1967" y="2762"/>
                        <a:pt x="1000" y="2557"/>
                        <a:pt x="1" y="2035"/>
                      </a:cubicBezTo>
                      <a:lnTo>
                        <a:pt x="1" y="2035"/>
                      </a:lnTo>
                      <a:cubicBezTo>
                        <a:pt x="268" y="3170"/>
                        <a:pt x="501" y="5038"/>
                        <a:pt x="501" y="5038"/>
                      </a:cubicBezTo>
                      <a:cubicBezTo>
                        <a:pt x="501" y="5038"/>
                        <a:pt x="1471" y="5431"/>
                        <a:pt x="2953" y="5431"/>
                      </a:cubicBezTo>
                      <a:cubicBezTo>
                        <a:pt x="4699" y="5431"/>
                        <a:pt x="7156" y="4884"/>
                        <a:pt x="9574" y="2502"/>
                      </a:cubicBezTo>
                      <a:cubicBezTo>
                        <a:pt x="9107" y="1035"/>
                        <a:pt x="8607" y="1"/>
                        <a:pt x="86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p48"/>
                <p:cNvSpPr/>
                <p:nvPr/>
              </p:nvSpPr>
              <p:spPr>
                <a:xfrm>
                  <a:off x="3396856" y="2700408"/>
                  <a:ext cx="484870" cy="800754"/>
                </a:xfrm>
                <a:custGeom>
                  <a:avLst/>
                  <a:gdLst/>
                  <a:ahLst/>
                  <a:cxnLst/>
                  <a:rect l="l" t="t" r="r" b="b"/>
                  <a:pathLst>
                    <a:path w="18981" h="31356" extrusionOk="0">
                      <a:moveTo>
                        <a:pt x="5671" y="0"/>
                      </a:moveTo>
                      <a:cubicBezTo>
                        <a:pt x="5671" y="0"/>
                        <a:pt x="2502" y="3436"/>
                        <a:pt x="0" y="6505"/>
                      </a:cubicBezTo>
                      <a:cubicBezTo>
                        <a:pt x="3703" y="11842"/>
                        <a:pt x="2335" y="18680"/>
                        <a:pt x="2335" y="18680"/>
                      </a:cubicBezTo>
                      <a:lnTo>
                        <a:pt x="13476" y="31356"/>
                      </a:lnTo>
                      <a:lnTo>
                        <a:pt x="18380" y="28521"/>
                      </a:lnTo>
                      <a:lnTo>
                        <a:pt x="17513" y="24951"/>
                      </a:lnTo>
                      <a:lnTo>
                        <a:pt x="18980" y="22716"/>
                      </a:lnTo>
                      <a:lnTo>
                        <a:pt x="567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p48"/>
                <p:cNvSpPr/>
                <p:nvPr/>
              </p:nvSpPr>
              <p:spPr>
                <a:xfrm>
                  <a:off x="3960851" y="2867389"/>
                  <a:ext cx="84375" cy="152765"/>
                </a:xfrm>
                <a:custGeom>
                  <a:avLst/>
                  <a:gdLst/>
                  <a:ahLst/>
                  <a:cxnLst/>
                  <a:rect l="l" t="t" r="r" b="b"/>
                  <a:pathLst>
                    <a:path w="3303" h="5982" extrusionOk="0">
                      <a:moveTo>
                        <a:pt x="2769" y="0"/>
                      </a:moveTo>
                      <a:lnTo>
                        <a:pt x="1" y="1635"/>
                      </a:lnTo>
                      <a:cubicBezTo>
                        <a:pt x="1" y="1635"/>
                        <a:pt x="301" y="2302"/>
                        <a:pt x="401" y="3236"/>
                      </a:cubicBezTo>
                      <a:cubicBezTo>
                        <a:pt x="468" y="4003"/>
                        <a:pt x="434" y="5004"/>
                        <a:pt x="1" y="5904"/>
                      </a:cubicBezTo>
                      <a:cubicBezTo>
                        <a:pt x="223" y="5958"/>
                        <a:pt x="437" y="5982"/>
                        <a:pt x="643" y="5982"/>
                      </a:cubicBezTo>
                      <a:cubicBezTo>
                        <a:pt x="2231" y="5982"/>
                        <a:pt x="3303" y="4570"/>
                        <a:pt x="3303" y="4570"/>
                      </a:cubicBezTo>
                      <a:lnTo>
                        <a:pt x="2903" y="1068"/>
                      </a:lnTo>
                      <a:lnTo>
                        <a:pt x="2769" y="0"/>
                      </a:ln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48"/>
                <p:cNvSpPr/>
                <p:nvPr/>
              </p:nvSpPr>
              <p:spPr>
                <a:xfrm>
                  <a:off x="3928465" y="4034549"/>
                  <a:ext cx="145760" cy="80775"/>
                </a:xfrm>
                <a:custGeom>
                  <a:avLst/>
                  <a:gdLst/>
                  <a:ahLst/>
                  <a:cxnLst/>
                  <a:rect l="l" t="t" r="r" b="b"/>
                  <a:pathLst>
                    <a:path w="5706" h="3163" extrusionOk="0">
                      <a:moveTo>
                        <a:pt x="3770" y="1"/>
                      </a:moveTo>
                      <a:lnTo>
                        <a:pt x="3437" y="1702"/>
                      </a:lnTo>
                      <a:cubicBezTo>
                        <a:pt x="3437" y="1702"/>
                        <a:pt x="1" y="2502"/>
                        <a:pt x="1102" y="3003"/>
                      </a:cubicBezTo>
                      <a:cubicBezTo>
                        <a:pt x="1363" y="3118"/>
                        <a:pt x="1750" y="3163"/>
                        <a:pt x="2189" y="3163"/>
                      </a:cubicBezTo>
                      <a:cubicBezTo>
                        <a:pt x="3652" y="3163"/>
                        <a:pt x="5705" y="2669"/>
                        <a:pt x="5705" y="2669"/>
                      </a:cubicBezTo>
                      <a:lnTo>
                        <a:pt x="5271" y="167"/>
                      </a:lnTo>
                      <a:lnTo>
                        <a:pt x="37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48"/>
                <p:cNvSpPr/>
                <p:nvPr/>
              </p:nvSpPr>
              <p:spPr>
                <a:xfrm>
                  <a:off x="4243716" y="4018357"/>
                  <a:ext cx="86087" cy="174804"/>
                </a:xfrm>
                <a:custGeom>
                  <a:avLst/>
                  <a:gdLst/>
                  <a:ahLst/>
                  <a:cxnLst/>
                  <a:rect l="l" t="t" r="r" b="b"/>
                  <a:pathLst>
                    <a:path w="3370" h="6845" extrusionOk="0">
                      <a:moveTo>
                        <a:pt x="1835" y="1"/>
                      </a:moveTo>
                      <a:lnTo>
                        <a:pt x="567" y="368"/>
                      </a:lnTo>
                      <a:lnTo>
                        <a:pt x="1268" y="2970"/>
                      </a:lnTo>
                      <a:cubicBezTo>
                        <a:pt x="1268" y="2970"/>
                        <a:pt x="0" y="6672"/>
                        <a:pt x="767" y="6839"/>
                      </a:cubicBezTo>
                      <a:cubicBezTo>
                        <a:pt x="785" y="6843"/>
                        <a:pt x="802" y="6844"/>
                        <a:pt x="820" y="6844"/>
                      </a:cubicBezTo>
                      <a:cubicBezTo>
                        <a:pt x="1644" y="6844"/>
                        <a:pt x="3369" y="3203"/>
                        <a:pt x="3369" y="3203"/>
                      </a:cubicBezTo>
                      <a:lnTo>
                        <a:pt x="18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48"/>
                <p:cNvSpPr/>
                <p:nvPr/>
              </p:nvSpPr>
              <p:spPr>
                <a:xfrm>
                  <a:off x="3952371" y="3396428"/>
                  <a:ext cx="367235" cy="667040"/>
                </a:xfrm>
                <a:custGeom>
                  <a:avLst/>
                  <a:gdLst/>
                  <a:ahLst/>
                  <a:cxnLst/>
                  <a:rect l="l" t="t" r="r" b="b"/>
                  <a:pathLst>
                    <a:path w="14376" h="26120" extrusionOk="0">
                      <a:moveTo>
                        <a:pt x="9606" y="1"/>
                      </a:moveTo>
                      <a:lnTo>
                        <a:pt x="333" y="368"/>
                      </a:lnTo>
                      <a:cubicBezTo>
                        <a:pt x="333" y="368"/>
                        <a:pt x="333" y="367"/>
                        <a:pt x="333" y="367"/>
                      </a:cubicBezTo>
                      <a:cubicBezTo>
                        <a:pt x="330" y="367"/>
                        <a:pt x="0" y="7894"/>
                        <a:pt x="266" y="12643"/>
                      </a:cubicBezTo>
                      <a:cubicBezTo>
                        <a:pt x="499" y="17380"/>
                        <a:pt x="1967" y="25519"/>
                        <a:pt x="1967" y="25519"/>
                      </a:cubicBezTo>
                      <a:lnTo>
                        <a:pt x="5436" y="25686"/>
                      </a:lnTo>
                      <a:cubicBezTo>
                        <a:pt x="5436" y="25686"/>
                        <a:pt x="3101" y="7640"/>
                        <a:pt x="4302" y="6839"/>
                      </a:cubicBezTo>
                      <a:cubicBezTo>
                        <a:pt x="4519" y="6699"/>
                        <a:pt x="4734" y="6627"/>
                        <a:pt x="4946" y="6627"/>
                      </a:cubicBezTo>
                      <a:cubicBezTo>
                        <a:pt x="5942" y="6627"/>
                        <a:pt x="6860" y="8210"/>
                        <a:pt x="7438" y="11676"/>
                      </a:cubicBezTo>
                      <a:cubicBezTo>
                        <a:pt x="8138" y="15879"/>
                        <a:pt x="10740" y="24885"/>
                        <a:pt x="11707" y="26120"/>
                      </a:cubicBezTo>
                      <a:cubicBezTo>
                        <a:pt x="12641" y="26120"/>
                        <a:pt x="14376" y="25219"/>
                        <a:pt x="14376" y="25219"/>
                      </a:cubicBezTo>
                      <a:cubicBezTo>
                        <a:pt x="14376" y="25219"/>
                        <a:pt x="10973" y="15312"/>
                        <a:pt x="10740" y="11776"/>
                      </a:cubicBezTo>
                      <a:cubicBezTo>
                        <a:pt x="10473" y="8207"/>
                        <a:pt x="9606" y="1"/>
                        <a:pt x="960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48"/>
                <p:cNvSpPr/>
                <p:nvPr/>
              </p:nvSpPr>
              <p:spPr>
                <a:xfrm>
                  <a:off x="3934441" y="2962808"/>
                  <a:ext cx="132962" cy="470248"/>
                </a:xfrm>
                <a:custGeom>
                  <a:avLst/>
                  <a:gdLst/>
                  <a:ahLst/>
                  <a:cxnLst/>
                  <a:rect l="l" t="t" r="r" b="b"/>
                  <a:pathLst>
                    <a:path w="5205" h="18414" extrusionOk="0">
                      <a:moveTo>
                        <a:pt x="5204" y="0"/>
                      </a:moveTo>
                      <a:lnTo>
                        <a:pt x="1502" y="2102"/>
                      </a:lnTo>
                      <a:lnTo>
                        <a:pt x="301" y="1801"/>
                      </a:lnTo>
                      <a:lnTo>
                        <a:pt x="0" y="3169"/>
                      </a:lnTo>
                      <a:lnTo>
                        <a:pt x="2102" y="18313"/>
                      </a:lnTo>
                      <a:lnTo>
                        <a:pt x="4604" y="18413"/>
                      </a:lnTo>
                      <a:cubicBezTo>
                        <a:pt x="4604" y="18413"/>
                        <a:pt x="1935" y="4303"/>
                        <a:pt x="2969" y="2602"/>
                      </a:cubicBezTo>
                      <a:cubicBezTo>
                        <a:pt x="4003" y="901"/>
                        <a:pt x="5204" y="0"/>
                        <a:pt x="520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48"/>
                <p:cNvSpPr/>
                <p:nvPr/>
              </p:nvSpPr>
              <p:spPr>
                <a:xfrm>
                  <a:off x="3988103" y="2950012"/>
                  <a:ext cx="247148" cy="553423"/>
                </a:xfrm>
                <a:custGeom>
                  <a:avLst/>
                  <a:gdLst/>
                  <a:ahLst/>
                  <a:cxnLst/>
                  <a:rect l="l" t="t" r="r" b="b"/>
                  <a:pathLst>
                    <a:path w="9675" h="21671" extrusionOk="0">
                      <a:moveTo>
                        <a:pt x="3103" y="1"/>
                      </a:moveTo>
                      <a:cubicBezTo>
                        <a:pt x="3103" y="1"/>
                        <a:pt x="1" y="2503"/>
                        <a:pt x="601" y="5905"/>
                      </a:cubicBezTo>
                      <a:cubicBezTo>
                        <a:pt x="1269" y="9241"/>
                        <a:pt x="2169" y="20849"/>
                        <a:pt x="2169" y="20849"/>
                      </a:cubicBezTo>
                      <a:cubicBezTo>
                        <a:pt x="2169" y="20849"/>
                        <a:pt x="3437" y="21671"/>
                        <a:pt x="5283" y="21671"/>
                      </a:cubicBezTo>
                      <a:cubicBezTo>
                        <a:pt x="6549" y="21671"/>
                        <a:pt x="8087" y="21284"/>
                        <a:pt x="9675" y="19982"/>
                      </a:cubicBezTo>
                      <a:cubicBezTo>
                        <a:pt x="9341" y="14978"/>
                        <a:pt x="6906" y="2002"/>
                        <a:pt x="5705" y="1135"/>
                      </a:cubicBezTo>
                      <a:cubicBezTo>
                        <a:pt x="4504" y="268"/>
                        <a:pt x="3103" y="1"/>
                        <a:pt x="3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48"/>
                <p:cNvSpPr/>
                <p:nvPr/>
              </p:nvSpPr>
              <p:spPr>
                <a:xfrm>
                  <a:off x="3929333" y="2955988"/>
                  <a:ext cx="61385" cy="77532"/>
                </a:xfrm>
                <a:custGeom>
                  <a:avLst/>
                  <a:gdLst/>
                  <a:ahLst/>
                  <a:cxnLst/>
                  <a:rect l="l" t="t" r="r" b="b"/>
                  <a:pathLst>
                    <a:path w="2403" h="3036" extrusionOk="0">
                      <a:moveTo>
                        <a:pt x="1034" y="0"/>
                      </a:moveTo>
                      <a:lnTo>
                        <a:pt x="0" y="1535"/>
                      </a:lnTo>
                      <a:lnTo>
                        <a:pt x="1668" y="3036"/>
                      </a:lnTo>
                      <a:lnTo>
                        <a:pt x="1702" y="3036"/>
                      </a:lnTo>
                      <a:lnTo>
                        <a:pt x="2402" y="1068"/>
                      </a:lnTo>
                      <a:lnTo>
                        <a:pt x="103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48"/>
                <p:cNvSpPr/>
                <p:nvPr/>
              </p:nvSpPr>
              <p:spPr>
                <a:xfrm>
                  <a:off x="3925068" y="2986330"/>
                  <a:ext cx="63939" cy="51458"/>
                </a:xfrm>
                <a:custGeom>
                  <a:avLst/>
                  <a:gdLst/>
                  <a:ahLst/>
                  <a:cxnLst/>
                  <a:rect l="l" t="t" r="r" b="b"/>
                  <a:pathLst>
                    <a:path w="2503" h="2015" extrusionOk="0">
                      <a:moveTo>
                        <a:pt x="2310" y="0"/>
                      </a:moveTo>
                      <a:cubicBezTo>
                        <a:pt x="2253" y="0"/>
                        <a:pt x="2193" y="31"/>
                        <a:pt x="2169" y="80"/>
                      </a:cubicBezTo>
                      <a:lnTo>
                        <a:pt x="1635" y="1648"/>
                      </a:lnTo>
                      <a:lnTo>
                        <a:pt x="301" y="413"/>
                      </a:lnTo>
                      <a:cubicBezTo>
                        <a:pt x="267" y="380"/>
                        <a:pt x="226" y="363"/>
                        <a:pt x="184" y="363"/>
                      </a:cubicBezTo>
                      <a:cubicBezTo>
                        <a:pt x="142" y="363"/>
                        <a:pt x="101" y="380"/>
                        <a:pt x="67" y="413"/>
                      </a:cubicBezTo>
                      <a:cubicBezTo>
                        <a:pt x="1" y="480"/>
                        <a:pt x="1" y="580"/>
                        <a:pt x="67" y="647"/>
                      </a:cubicBezTo>
                      <a:lnTo>
                        <a:pt x="1568" y="1981"/>
                      </a:lnTo>
                      <a:cubicBezTo>
                        <a:pt x="1635" y="2015"/>
                        <a:pt x="1668" y="2015"/>
                        <a:pt x="1702" y="2015"/>
                      </a:cubicBezTo>
                      <a:cubicBezTo>
                        <a:pt x="1802" y="2015"/>
                        <a:pt x="1835" y="1981"/>
                        <a:pt x="1835" y="1981"/>
                      </a:cubicBezTo>
                      <a:lnTo>
                        <a:pt x="2469" y="213"/>
                      </a:lnTo>
                      <a:cubicBezTo>
                        <a:pt x="2502" y="147"/>
                        <a:pt x="2469" y="46"/>
                        <a:pt x="2369" y="13"/>
                      </a:cubicBezTo>
                      <a:cubicBezTo>
                        <a:pt x="2351" y="4"/>
                        <a:pt x="2331" y="0"/>
                        <a:pt x="23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48"/>
                <p:cNvSpPr/>
                <p:nvPr/>
              </p:nvSpPr>
              <p:spPr>
                <a:xfrm>
                  <a:off x="3902924" y="3008805"/>
                  <a:ext cx="95462" cy="488941"/>
                </a:xfrm>
                <a:custGeom>
                  <a:avLst/>
                  <a:gdLst/>
                  <a:ahLst/>
                  <a:cxnLst/>
                  <a:rect l="l" t="t" r="r" b="b"/>
                  <a:pathLst>
                    <a:path w="3737" h="19146" extrusionOk="0">
                      <a:moveTo>
                        <a:pt x="1568" y="0"/>
                      </a:moveTo>
                      <a:lnTo>
                        <a:pt x="1501" y="100"/>
                      </a:lnTo>
                      <a:cubicBezTo>
                        <a:pt x="1201" y="367"/>
                        <a:pt x="401" y="1602"/>
                        <a:pt x="868" y="4670"/>
                      </a:cubicBezTo>
                      <a:cubicBezTo>
                        <a:pt x="1468" y="8373"/>
                        <a:pt x="0" y="18480"/>
                        <a:pt x="868" y="18847"/>
                      </a:cubicBezTo>
                      <a:cubicBezTo>
                        <a:pt x="1358" y="19092"/>
                        <a:pt x="1912" y="19146"/>
                        <a:pt x="2301" y="19146"/>
                      </a:cubicBezTo>
                      <a:cubicBezTo>
                        <a:pt x="2600" y="19146"/>
                        <a:pt x="2802" y="19114"/>
                        <a:pt x="2802" y="19114"/>
                      </a:cubicBezTo>
                      <a:cubicBezTo>
                        <a:pt x="2802" y="19114"/>
                        <a:pt x="3736" y="18047"/>
                        <a:pt x="3036" y="13377"/>
                      </a:cubicBezTo>
                      <a:cubicBezTo>
                        <a:pt x="2269" y="8707"/>
                        <a:pt x="1568" y="0"/>
                        <a:pt x="15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48"/>
                <p:cNvSpPr/>
                <p:nvPr/>
              </p:nvSpPr>
              <p:spPr>
                <a:xfrm>
                  <a:off x="3649609" y="3354696"/>
                  <a:ext cx="219278" cy="159328"/>
                </a:xfrm>
                <a:custGeom>
                  <a:avLst/>
                  <a:gdLst/>
                  <a:ahLst/>
                  <a:cxnLst/>
                  <a:rect l="l" t="t" r="r" b="b"/>
                  <a:pathLst>
                    <a:path w="8584" h="6239" extrusionOk="0">
                      <a:moveTo>
                        <a:pt x="8584" y="1135"/>
                      </a:moveTo>
                      <a:lnTo>
                        <a:pt x="8220" y="1431"/>
                      </a:lnTo>
                      <a:lnTo>
                        <a:pt x="8220" y="1431"/>
                      </a:lnTo>
                      <a:cubicBezTo>
                        <a:pt x="8464" y="1283"/>
                        <a:pt x="8584" y="1135"/>
                        <a:pt x="8584" y="1135"/>
                      </a:cubicBezTo>
                      <a:close/>
                      <a:moveTo>
                        <a:pt x="3414" y="0"/>
                      </a:moveTo>
                      <a:lnTo>
                        <a:pt x="4047" y="1235"/>
                      </a:lnTo>
                      <a:cubicBezTo>
                        <a:pt x="4047" y="1235"/>
                        <a:pt x="3846" y="1230"/>
                        <a:pt x="3535" y="1230"/>
                      </a:cubicBezTo>
                      <a:cubicBezTo>
                        <a:pt x="2445" y="1230"/>
                        <a:pt x="0" y="1290"/>
                        <a:pt x="78" y="1835"/>
                      </a:cubicBezTo>
                      <a:cubicBezTo>
                        <a:pt x="110" y="2186"/>
                        <a:pt x="722" y="2278"/>
                        <a:pt x="1351" y="2278"/>
                      </a:cubicBezTo>
                      <a:cubicBezTo>
                        <a:pt x="2038" y="2278"/>
                        <a:pt x="2746" y="2169"/>
                        <a:pt x="2746" y="2169"/>
                      </a:cubicBezTo>
                      <a:lnTo>
                        <a:pt x="2746" y="2169"/>
                      </a:lnTo>
                      <a:cubicBezTo>
                        <a:pt x="2746" y="2169"/>
                        <a:pt x="478" y="2769"/>
                        <a:pt x="912" y="3470"/>
                      </a:cubicBezTo>
                      <a:cubicBezTo>
                        <a:pt x="1013" y="3647"/>
                        <a:pt x="1196" y="3713"/>
                        <a:pt x="1412" y="3713"/>
                      </a:cubicBezTo>
                      <a:cubicBezTo>
                        <a:pt x="2049" y="3713"/>
                        <a:pt x="2980" y="3136"/>
                        <a:pt x="2980" y="3136"/>
                      </a:cubicBezTo>
                      <a:lnTo>
                        <a:pt x="2980" y="3136"/>
                      </a:lnTo>
                      <a:cubicBezTo>
                        <a:pt x="2980" y="3136"/>
                        <a:pt x="1212" y="4337"/>
                        <a:pt x="1546" y="4771"/>
                      </a:cubicBezTo>
                      <a:cubicBezTo>
                        <a:pt x="1623" y="4863"/>
                        <a:pt x="1771" y="4898"/>
                        <a:pt x="1953" y="4898"/>
                      </a:cubicBezTo>
                      <a:cubicBezTo>
                        <a:pt x="2560" y="4898"/>
                        <a:pt x="3547" y="4504"/>
                        <a:pt x="3547" y="4504"/>
                      </a:cubicBezTo>
                      <a:lnTo>
                        <a:pt x="3547" y="4504"/>
                      </a:lnTo>
                      <a:cubicBezTo>
                        <a:pt x="3547" y="4504"/>
                        <a:pt x="1913" y="5571"/>
                        <a:pt x="2313" y="6238"/>
                      </a:cubicBezTo>
                      <a:lnTo>
                        <a:pt x="8220" y="1431"/>
                      </a:lnTo>
                      <a:lnTo>
                        <a:pt x="8220" y="1431"/>
                      </a:lnTo>
                      <a:cubicBezTo>
                        <a:pt x="7976" y="1578"/>
                        <a:pt x="7610" y="1725"/>
                        <a:pt x="7115" y="1725"/>
                      </a:cubicBezTo>
                      <a:cubicBezTo>
                        <a:pt x="6905" y="1725"/>
                        <a:pt x="6672" y="1699"/>
                        <a:pt x="6416" y="1635"/>
                      </a:cubicBezTo>
                      <a:cubicBezTo>
                        <a:pt x="5982" y="1135"/>
                        <a:pt x="3414" y="0"/>
                        <a:pt x="3414" y="0"/>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p48"/>
                <p:cNvSpPr/>
                <p:nvPr/>
              </p:nvSpPr>
              <p:spPr>
                <a:xfrm>
                  <a:off x="3709528" y="3384501"/>
                  <a:ext cx="184077" cy="132923"/>
                </a:xfrm>
                <a:custGeom>
                  <a:avLst/>
                  <a:gdLst/>
                  <a:ahLst/>
                  <a:cxnLst/>
                  <a:rect l="l" t="t" r="r" b="b"/>
                  <a:pathLst>
                    <a:path w="7206" h="5205" extrusionOk="0">
                      <a:moveTo>
                        <a:pt x="6238" y="1"/>
                      </a:moveTo>
                      <a:lnTo>
                        <a:pt x="0" y="5071"/>
                      </a:lnTo>
                      <a:cubicBezTo>
                        <a:pt x="67" y="5164"/>
                        <a:pt x="190" y="5205"/>
                        <a:pt x="352" y="5205"/>
                      </a:cubicBezTo>
                      <a:cubicBezTo>
                        <a:pt x="1246" y="5205"/>
                        <a:pt x="3339" y="3965"/>
                        <a:pt x="3903" y="3203"/>
                      </a:cubicBezTo>
                      <a:cubicBezTo>
                        <a:pt x="5204" y="3036"/>
                        <a:pt x="7205" y="2269"/>
                        <a:pt x="7205" y="2269"/>
                      </a:cubicBezTo>
                      <a:lnTo>
                        <a:pt x="6238" y="1"/>
                      </a:ln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48"/>
                <p:cNvSpPr/>
                <p:nvPr/>
              </p:nvSpPr>
              <p:spPr>
                <a:xfrm>
                  <a:off x="3646468" y="3350099"/>
                  <a:ext cx="247991" cy="170744"/>
                </a:xfrm>
                <a:custGeom>
                  <a:avLst/>
                  <a:gdLst/>
                  <a:ahLst/>
                  <a:cxnLst/>
                  <a:rect l="l" t="t" r="r" b="b"/>
                  <a:pathLst>
                    <a:path w="9708" h="6686" extrusionOk="0">
                      <a:moveTo>
                        <a:pt x="3904" y="481"/>
                      </a:moveTo>
                      <a:cubicBezTo>
                        <a:pt x="4737" y="848"/>
                        <a:pt x="6172" y="1515"/>
                        <a:pt x="6405" y="1848"/>
                      </a:cubicBezTo>
                      <a:cubicBezTo>
                        <a:pt x="6439" y="1848"/>
                        <a:pt x="6439" y="1915"/>
                        <a:pt x="6505" y="1915"/>
                      </a:cubicBezTo>
                      <a:cubicBezTo>
                        <a:pt x="6761" y="1977"/>
                        <a:pt x="6999" y="2003"/>
                        <a:pt x="7217" y="2003"/>
                      </a:cubicBezTo>
                      <a:cubicBezTo>
                        <a:pt x="7938" y="2003"/>
                        <a:pt x="8443" y="1720"/>
                        <a:pt x="8674" y="1515"/>
                      </a:cubicBezTo>
                      <a:lnTo>
                        <a:pt x="9508" y="3449"/>
                      </a:lnTo>
                      <a:cubicBezTo>
                        <a:pt x="9007" y="3650"/>
                        <a:pt x="7406" y="4250"/>
                        <a:pt x="6372" y="4350"/>
                      </a:cubicBezTo>
                      <a:cubicBezTo>
                        <a:pt x="6305" y="4417"/>
                        <a:pt x="6272" y="4417"/>
                        <a:pt x="6239" y="4450"/>
                      </a:cubicBezTo>
                      <a:cubicBezTo>
                        <a:pt x="5738" y="5117"/>
                        <a:pt x="3703" y="6352"/>
                        <a:pt x="2869" y="6352"/>
                      </a:cubicBezTo>
                      <a:lnTo>
                        <a:pt x="2803" y="6352"/>
                      </a:lnTo>
                      <a:cubicBezTo>
                        <a:pt x="2736" y="6352"/>
                        <a:pt x="2636" y="6318"/>
                        <a:pt x="2603" y="6285"/>
                      </a:cubicBezTo>
                      <a:cubicBezTo>
                        <a:pt x="2369" y="5918"/>
                        <a:pt x="3270" y="5151"/>
                        <a:pt x="3770" y="4817"/>
                      </a:cubicBezTo>
                      <a:cubicBezTo>
                        <a:pt x="3837" y="4784"/>
                        <a:pt x="3870" y="4684"/>
                        <a:pt x="3837" y="4617"/>
                      </a:cubicBezTo>
                      <a:cubicBezTo>
                        <a:pt x="3837" y="4550"/>
                        <a:pt x="3737" y="4517"/>
                        <a:pt x="3703" y="4517"/>
                      </a:cubicBezTo>
                      <a:cubicBezTo>
                        <a:pt x="3703" y="4517"/>
                        <a:pt x="3637" y="4517"/>
                        <a:pt x="3703" y="4484"/>
                      </a:cubicBezTo>
                      <a:lnTo>
                        <a:pt x="3703" y="4484"/>
                      </a:lnTo>
                      <a:cubicBezTo>
                        <a:pt x="3168" y="4693"/>
                        <a:pt x="2567" y="4838"/>
                        <a:pt x="2196" y="4838"/>
                      </a:cubicBezTo>
                      <a:cubicBezTo>
                        <a:pt x="2036" y="4838"/>
                        <a:pt x="1919" y="4811"/>
                        <a:pt x="1869" y="4750"/>
                      </a:cubicBezTo>
                      <a:cubicBezTo>
                        <a:pt x="1902" y="4450"/>
                        <a:pt x="2703" y="3783"/>
                        <a:pt x="3270" y="3416"/>
                      </a:cubicBezTo>
                      <a:cubicBezTo>
                        <a:pt x="3370" y="3349"/>
                        <a:pt x="3370" y="3283"/>
                        <a:pt x="3336" y="3183"/>
                      </a:cubicBezTo>
                      <a:cubicBezTo>
                        <a:pt x="3297" y="3144"/>
                        <a:pt x="3258" y="3127"/>
                        <a:pt x="3213" y="3127"/>
                      </a:cubicBezTo>
                      <a:cubicBezTo>
                        <a:pt x="3180" y="3127"/>
                        <a:pt x="3144" y="3135"/>
                        <a:pt x="3103" y="3149"/>
                      </a:cubicBezTo>
                      <a:cubicBezTo>
                        <a:pt x="2869" y="3325"/>
                        <a:pt x="2120" y="3707"/>
                        <a:pt x="1625" y="3707"/>
                      </a:cubicBezTo>
                      <a:cubicBezTo>
                        <a:pt x="1556" y="3707"/>
                        <a:pt x="1492" y="3699"/>
                        <a:pt x="1435" y="3683"/>
                      </a:cubicBezTo>
                      <a:cubicBezTo>
                        <a:pt x="1368" y="3650"/>
                        <a:pt x="1268" y="3616"/>
                        <a:pt x="1235" y="3516"/>
                      </a:cubicBezTo>
                      <a:cubicBezTo>
                        <a:pt x="1202" y="3483"/>
                        <a:pt x="1202" y="3416"/>
                        <a:pt x="1235" y="3349"/>
                      </a:cubicBezTo>
                      <a:cubicBezTo>
                        <a:pt x="1368" y="3016"/>
                        <a:pt x="2402" y="2649"/>
                        <a:pt x="3003" y="2482"/>
                      </a:cubicBezTo>
                      <a:cubicBezTo>
                        <a:pt x="3070" y="2482"/>
                        <a:pt x="3103" y="2415"/>
                        <a:pt x="3103" y="2315"/>
                      </a:cubicBezTo>
                      <a:cubicBezTo>
                        <a:pt x="3103" y="2249"/>
                        <a:pt x="3036" y="2182"/>
                        <a:pt x="2936" y="2182"/>
                      </a:cubicBezTo>
                      <a:cubicBezTo>
                        <a:pt x="2648" y="2236"/>
                        <a:pt x="2088" y="2300"/>
                        <a:pt x="1570" y="2300"/>
                      </a:cubicBezTo>
                      <a:cubicBezTo>
                        <a:pt x="1129" y="2300"/>
                        <a:pt x="719" y="2253"/>
                        <a:pt x="534" y="2115"/>
                      </a:cubicBezTo>
                      <a:cubicBezTo>
                        <a:pt x="434" y="2082"/>
                        <a:pt x="434" y="2015"/>
                        <a:pt x="434" y="1982"/>
                      </a:cubicBezTo>
                      <a:cubicBezTo>
                        <a:pt x="401" y="1982"/>
                        <a:pt x="401" y="1982"/>
                        <a:pt x="434" y="1948"/>
                      </a:cubicBezTo>
                      <a:cubicBezTo>
                        <a:pt x="705" y="1648"/>
                        <a:pt x="2492" y="1510"/>
                        <a:pt x="3794" y="1510"/>
                      </a:cubicBezTo>
                      <a:cubicBezTo>
                        <a:pt x="3938" y="1510"/>
                        <a:pt x="4075" y="1511"/>
                        <a:pt x="4204" y="1515"/>
                      </a:cubicBezTo>
                      <a:cubicBezTo>
                        <a:pt x="4237" y="1515"/>
                        <a:pt x="4270" y="1481"/>
                        <a:pt x="4337" y="1448"/>
                      </a:cubicBezTo>
                      <a:cubicBezTo>
                        <a:pt x="4371" y="1415"/>
                        <a:pt x="4371" y="1315"/>
                        <a:pt x="4337" y="1281"/>
                      </a:cubicBezTo>
                      <a:lnTo>
                        <a:pt x="3904" y="481"/>
                      </a:lnTo>
                      <a:close/>
                      <a:moveTo>
                        <a:pt x="3498" y="1"/>
                      </a:moveTo>
                      <a:cubicBezTo>
                        <a:pt x="3454" y="1"/>
                        <a:pt x="3394" y="32"/>
                        <a:pt x="3370" y="80"/>
                      </a:cubicBezTo>
                      <a:cubicBezTo>
                        <a:pt x="3270" y="114"/>
                        <a:pt x="3270" y="180"/>
                        <a:pt x="3336" y="247"/>
                      </a:cubicBezTo>
                      <a:lnTo>
                        <a:pt x="3837" y="1181"/>
                      </a:lnTo>
                      <a:cubicBezTo>
                        <a:pt x="2903" y="1181"/>
                        <a:pt x="534" y="1215"/>
                        <a:pt x="67" y="1748"/>
                      </a:cubicBezTo>
                      <a:cubicBezTo>
                        <a:pt x="1" y="1848"/>
                        <a:pt x="1" y="1948"/>
                        <a:pt x="1" y="2015"/>
                      </a:cubicBezTo>
                      <a:cubicBezTo>
                        <a:pt x="34" y="2149"/>
                        <a:pt x="67" y="2282"/>
                        <a:pt x="201" y="2349"/>
                      </a:cubicBezTo>
                      <a:cubicBezTo>
                        <a:pt x="501" y="2582"/>
                        <a:pt x="1068" y="2616"/>
                        <a:pt x="1602" y="2616"/>
                      </a:cubicBezTo>
                      <a:cubicBezTo>
                        <a:pt x="1235" y="2782"/>
                        <a:pt x="935" y="2982"/>
                        <a:pt x="835" y="3216"/>
                      </a:cubicBezTo>
                      <a:cubicBezTo>
                        <a:pt x="768" y="3383"/>
                        <a:pt x="768" y="3516"/>
                        <a:pt x="868" y="3683"/>
                      </a:cubicBezTo>
                      <a:cubicBezTo>
                        <a:pt x="935" y="3816"/>
                        <a:pt x="1102" y="3950"/>
                        <a:pt x="1268" y="3983"/>
                      </a:cubicBezTo>
                      <a:cubicBezTo>
                        <a:pt x="1365" y="3997"/>
                        <a:pt x="1467" y="4005"/>
                        <a:pt x="1573" y="4005"/>
                      </a:cubicBezTo>
                      <a:cubicBezTo>
                        <a:pt x="1723" y="4005"/>
                        <a:pt x="1879" y="3989"/>
                        <a:pt x="2036" y="3950"/>
                      </a:cubicBezTo>
                      <a:lnTo>
                        <a:pt x="2036" y="3950"/>
                      </a:lnTo>
                      <a:cubicBezTo>
                        <a:pt x="1769" y="4250"/>
                        <a:pt x="1535" y="4517"/>
                        <a:pt x="1502" y="4750"/>
                      </a:cubicBezTo>
                      <a:cubicBezTo>
                        <a:pt x="1502" y="4850"/>
                        <a:pt x="1535" y="4951"/>
                        <a:pt x="1569" y="5017"/>
                      </a:cubicBezTo>
                      <a:cubicBezTo>
                        <a:pt x="1673" y="5173"/>
                        <a:pt x="1885" y="5230"/>
                        <a:pt x="2139" y="5230"/>
                      </a:cubicBezTo>
                      <a:cubicBezTo>
                        <a:pt x="2375" y="5230"/>
                        <a:pt x="2646" y="5181"/>
                        <a:pt x="2903" y="5117"/>
                      </a:cubicBezTo>
                      <a:lnTo>
                        <a:pt x="2903" y="5117"/>
                      </a:lnTo>
                      <a:cubicBezTo>
                        <a:pt x="2503" y="5518"/>
                        <a:pt x="2069" y="6085"/>
                        <a:pt x="2369" y="6485"/>
                      </a:cubicBezTo>
                      <a:cubicBezTo>
                        <a:pt x="2436" y="6585"/>
                        <a:pt x="2569" y="6685"/>
                        <a:pt x="2869" y="6685"/>
                      </a:cubicBezTo>
                      <a:cubicBezTo>
                        <a:pt x="3770" y="6685"/>
                        <a:pt x="5805" y="5484"/>
                        <a:pt x="6339" y="4650"/>
                      </a:cubicBezTo>
                      <a:cubicBezTo>
                        <a:pt x="7606" y="4484"/>
                        <a:pt x="9541" y="3750"/>
                        <a:pt x="9608" y="3683"/>
                      </a:cubicBezTo>
                      <a:cubicBezTo>
                        <a:pt x="9674" y="3683"/>
                        <a:pt x="9708" y="3650"/>
                        <a:pt x="9708" y="3616"/>
                      </a:cubicBezTo>
                      <a:lnTo>
                        <a:pt x="9708" y="3483"/>
                      </a:lnTo>
                      <a:lnTo>
                        <a:pt x="8740" y="1248"/>
                      </a:lnTo>
                      <a:cubicBezTo>
                        <a:pt x="8707" y="1181"/>
                        <a:pt x="8674" y="1148"/>
                        <a:pt x="8607" y="1148"/>
                      </a:cubicBezTo>
                      <a:cubicBezTo>
                        <a:pt x="8597" y="1138"/>
                        <a:pt x="8587" y="1134"/>
                        <a:pt x="8578" y="1134"/>
                      </a:cubicBezTo>
                      <a:cubicBezTo>
                        <a:pt x="8554" y="1134"/>
                        <a:pt x="8530" y="1158"/>
                        <a:pt x="8507" y="1181"/>
                      </a:cubicBezTo>
                      <a:cubicBezTo>
                        <a:pt x="8507" y="1236"/>
                        <a:pt x="8062" y="1735"/>
                        <a:pt x="7191" y="1735"/>
                      </a:cubicBezTo>
                      <a:cubicBezTo>
                        <a:pt x="6995" y="1735"/>
                        <a:pt x="6778" y="1709"/>
                        <a:pt x="6539" y="1648"/>
                      </a:cubicBezTo>
                      <a:cubicBezTo>
                        <a:pt x="6038" y="1148"/>
                        <a:pt x="3770" y="147"/>
                        <a:pt x="3537" y="14"/>
                      </a:cubicBezTo>
                      <a:cubicBezTo>
                        <a:pt x="3528" y="5"/>
                        <a:pt x="3514" y="1"/>
                        <a:pt x="349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47" name="Google Shape;1247;p48"/>
                <p:cNvGrpSpPr/>
                <p:nvPr/>
              </p:nvGrpSpPr>
              <p:grpSpPr>
                <a:xfrm>
                  <a:off x="3394302" y="2855667"/>
                  <a:ext cx="453347" cy="534813"/>
                  <a:chOff x="3394302" y="2855667"/>
                  <a:chExt cx="453347" cy="534813"/>
                </a:xfrm>
              </p:grpSpPr>
              <p:sp>
                <p:nvSpPr>
                  <p:cNvPr id="1248" name="Google Shape;1248;p48"/>
                  <p:cNvSpPr/>
                  <p:nvPr/>
                </p:nvSpPr>
                <p:spPr>
                  <a:xfrm>
                    <a:off x="3453072" y="3172390"/>
                    <a:ext cx="305084" cy="218090"/>
                  </a:xfrm>
                  <a:custGeom>
                    <a:avLst/>
                    <a:gdLst/>
                    <a:ahLst/>
                    <a:cxnLst/>
                    <a:rect l="l" t="t" r="r" b="b"/>
                    <a:pathLst>
                      <a:path w="11943" h="8540" extrusionOk="0">
                        <a:moveTo>
                          <a:pt x="167" y="0"/>
                        </a:moveTo>
                        <a:cubicBezTo>
                          <a:pt x="101" y="0"/>
                          <a:pt x="1" y="100"/>
                          <a:pt x="1" y="167"/>
                        </a:cubicBezTo>
                        <a:cubicBezTo>
                          <a:pt x="1" y="267"/>
                          <a:pt x="101" y="367"/>
                          <a:pt x="167" y="367"/>
                        </a:cubicBezTo>
                        <a:lnTo>
                          <a:pt x="6038" y="367"/>
                        </a:lnTo>
                        <a:lnTo>
                          <a:pt x="11642" y="8439"/>
                        </a:lnTo>
                        <a:cubicBezTo>
                          <a:pt x="11676" y="8473"/>
                          <a:pt x="11709" y="8539"/>
                          <a:pt x="11776" y="8539"/>
                        </a:cubicBezTo>
                        <a:cubicBezTo>
                          <a:pt x="11809" y="8539"/>
                          <a:pt x="11809" y="8473"/>
                          <a:pt x="11842" y="8439"/>
                        </a:cubicBezTo>
                        <a:cubicBezTo>
                          <a:pt x="11943" y="8406"/>
                          <a:pt x="11943" y="8306"/>
                          <a:pt x="11876" y="8239"/>
                        </a:cubicBezTo>
                        <a:lnTo>
                          <a:pt x="6272" y="100"/>
                        </a:lnTo>
                        <a:cubicBezTo>
                          <a:pt x="6205" y="67"/>
                          <a:pt x="6172" y="0"/>
                          <a:pt x="61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48"/>
                  <p:cNvSpPr/>
                  <p:nvPr/>
                </p:nvSpPr>
                <p:spPr>
                  <a:xfrm>
                    <a:off x="3394302" y="2855667"/>
                    <a:ext cx="453347" cy="486234"/>
                  </a:xfrm>
                  <a:custGeom>
                    <a:avLst/>
                    <a:gdLst/>
                    <a:ahLst/>
                    <a:cxnLst/>
                    <a:rect l="l" t="t" r="r" b="b"/>
                    <a:pathLst>
                      <a:path w="17747" h="19040" extrusionOk="0">
                        <a:moveTo>
                          <a:pt x="179" y="0"/>
                        </a:moveTo>
                        <a:cubicBezTo>
                          <a:pt x="142" y="0"/>
                          <a:pt x="100" y="9"/>
                          <a:pt x="67" y="25"/>
                        </a:cubicBezTo>
                        <a:cubicBezTo>
                          <a:pt x="0" y="92"/>
                          <a:pt x="0" y="159"/>
                          <a:pt x="67" y="259"/>
                        </a:cubicBezTo>
                        <a:lnTo>
                          <a:pt x="17479" y="19006"/>
                        </a:lnTo>
                        <a:cubicBezTo>
                          <a:pt x="17546" y="19039"/>
                          <a:pt x="17579" y="19039"/>
                          <a:pt x="17613" y="19039"/>
                        </a:cubicBezTo>
                        <a:cubicBezTo>
                          <a:pt x="17646" y="19039"/>
                          <a:pt x="17679" y="19039"/>
                          <a:pt x="17679" y="19006"/>
                        </a:cubicBezTo>
                        <a:cubicBezTo>
                          <a:pt x="17746" y="18972"/>
                          <a:pt x="17746" y="18872"/>
                          <a:pt x="17679" y="18806"/>
                        </a:cubicBezTo>
                        <a:lnTo>
                          <a:pt x="267" y="25"/>
                        </a:lnTo>
                        <a:cubicBezTo>
                          <a:pt x="250" y="9"/>
                          <a:pt x="217" y="0"/>
                          <a:pt x="1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50" name="Google Shape;1250;p48"/>
                <p:cNvSpPr/>
                <p:nvPr/>
              </p:nvSpPr>
              <p:spPr>
                <a:xfrm>
                  <a:off x="3822828" y="2715400"/>
                  <a:ext cx="267277" cy="222457"/>
                </a:xfrm>
                <a:custGeom>
                  <a:avLst/>
                  <a:gdLst/>
                  <a:ahLst/>
                  <a:cxnLst/>
                  <a:rect l="l" t="t" r="r" b="b"/>
                  <a:pathLst>
                    <a:path w="10463" h="8711" extrusionOk="0">
                      <a:moveTo>
                        <a:pt x="5182" y="1"/>
                      </a:moveTo>
                      <a:cubicBezTo>
                        <a:pt x="4373" y="1"/>
                        <a:pt x="3492" y="255"/>
                        <a:pt x="2569" y="681"/>
                      </a:cubicBezTo>
                      <a:cubicBezTo>
                        <a:pt x="1" y="1915"/>
                        <a:pt x="401" y="3983"/>
                        <a:pt x="1468" y="6752"/>
                      </a:cubicBezTo>
                      <a:cubicBezTo>
                        <a:pt x="2037" y="8255"/>
                        <a:pt x="3149" y="8711"/>
                        <a:pt x="4263" y="8711"/>
                      </a:cubicBezTo>
                      <a:cubicBezTo>
                        <a:pt x="5176" y="8711"/>
                        <a:pt x="6090" y="8405"/>
                        <a:pt x="6705" y="8119"/>
                      </a:cubicBezTo>
                      <a:cubicBezTo>
                        <a:pt x="8073" y="7452"/>
                        <a:pt x="8407" y="5351"/>
                        <a:pt x="8407" y="5351"/>
                      </a:cubicBezTo>
                      <a:cubicBezTo>
                        <a:pt x="8407" y="5351"/>
                        <a:pt x="8854" y="5543"/>
                        <a:pt x="9327" y="5543"/>
                      </a:cubicBezTo>
                      <a:cubicBezTo>
                        <a:pt x="9878" y="5543"/>
                        <a:pt x="10462" y="5281"/>
                        <a:pt x="10408" y="4150"/>
                      </a:cubicBezTo>
                      <a:cubicBezTo>
                        <a:pt x="10373" y="3063"/>
                        <a:pt x="9905" y="2805"/>
                        <a:pt x="9469" y="2805"/>
                      </a:cubicBezTo>
                      <a:cubicBezTo>
                        <a:pt x="9075" y="2805"/>
                        <a:pt x="8707" y="3016"/>
                        <a:pt x="8707" y="3016"/>
                      </a:cubicBezTo>
                      <a:cubicBezTo>
                        <a:pt x="7889" y="841"/>
                        <a:pt x="6654" y="1"/>
                        <a:pt x="5182"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48"/>
                <p:cNvSpPr/>
                <p:nvPr/>
              </p:nvSpPr>
              <p:spPr>
                <a:xfrm>
                  <a:off x="3895262" y="2704648"/>
                  <a:ext cx="149975" cy="89407"/>
                </a:xfrm>
                <a:custGeom>
                  <a:avLst/>
                  <a:gdLst/>
                  <a:ahLst/>
                  <a:cxnLst/>
                  <a:rect l="l" t="t" r="r" b="b"/>
                  <a:pathLst>
                    <a:path w="5871" h="3501" extrusionOk="0">
                      <a:moveTo>
                        <a:pt x="4770" y="1"/>
                      </a:moveTo>
                      <a:lnTo>
                        <a:pt x="0" y="234"/>
                      </a:lnTo>
                      <a:cubicBezTo>
                        <a:pt x="0" y="234"/>
                        <a:pt x="3123" y="3501"/>
                        <a:pt x="5360" y="3501"/>
                      </a:cubicBezTo>
                      <a:cubicBezTo>
                        <a:pt x="5536" y="3501"/>
                        <a:pt x="5707" y="3481"/>
                        <a:pt x="5871" y="3437"/>
                      </a:cubicBezTo>
                      <a:cubicBezTo>
                        <a:pt x="5871" y="1435"/>
                        <a:pt x="4770" y="1"/>
                        <a:pt x="477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48"/>
                <p:cNvSpPr/>
                <p:nvPr/>
              </p:nvSpPr>
              <p:spPr>
                <a:xfrm>
                  <a:off x="3850105" y="3036874"/>
                  <a:ext cx="278875" cy="439628"/>
                </a:xfrm>
                <a:custGeom>
                  <a:avLst/>
                  <a:gdLst/>
                  <a:ahLst/>
                  <a:cxnLst/>
                  <a:rect l="l" t="t" r="r" b="b"/>
                  <a:pathLst>
                    <a:path w="10917" h="17215" extrusionOk="0">
                      <a:moveTo>
                        <a:pt x="9796" y="1"/>
                      </a:moveTo>
                      <a:cubicBezTo>
                        <a:pt x="9580" y="1"/>
                        <a:pt x="9278" y="187"/>
                        <a:pt x="8873" y="603"/>
                      </a:cubicBezTo>
                      <a:cubicBezTo>
                        <a:pt x="8873" y="603"/>
                        <a:pt x="7305" y="3205"/>
                        <a:pt x="5571" y="7274"/>
                      </a:cubicBezTo>
                      <a:cubicBezTo>
                        <a:pt x="3769" y="11410"/>
                        <a:pt x="0" y="13579"/>
                        <a:pt x="0" y="13579"/>
                      </a:cubicBezTo>
                      <a:lnTo>
                        <a:pt x="1401" y="17215"/>
                      </a:lnTo>
                      <a:cubicBezTo>
                        <a:pt x="1401" y="17215"/>
                        <a:pt x="7505" y="13412"/>
                        <a:pt x="8740" y="8842"/>
                      </a:cubicBezTo>
                      <a:cubicBezTo>
                        <a:pt x="9746" y="4984"/>
                        <a:pt x="10917" y="1"/>
                        <a:pt x="97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48"/>
                <p:cNvSpPr/>
                <p:nvPr/>
              </p:nvSpPr>
              <p:spPr>
                <a:xfrm>
                  <a:off x="3976175" y="2932977"/>
                  <a:ext cx="101439" cy="123372"/>
                </a:xfrm>
                <a:custGeom>
                  <a:avLst/>
                  <a:gdLst/>
                  <a:ahLst/>
                  <a:cxnLst/>
                  <a:rect l="l" t="t" r="r" b="b"/>
                  <a:pathLst>
                    <a:path w="3971" h="4831" extrusionOk="0">
                      <a:moveTo>
                        <a:pt x="2436" y="1"/>
                      </a:moveTo>
                      <a:lnTo>
                        <a:pt x="1" y="1835"/>
                      </a:lnTo>
                      <a:cubicBezTo>
                        <a:pt x="1" y="4456"/>
                        <a:pt x="920" y="4831"/>
                        <a:pt x="1445" y="4831"/>
                      </a:cubicBezTo>
                      <a:cubicBezTo>
                        <a:pt x="1655" y="4831"/>
                        <a:pt x="1802" y="4771"/>
                        <a:pt x="1802" y="4771"/>
                      </a:cubicBezTo>
                      <a:lnTo>
                        <a:pt x="3970" y="1302"/>
                      </a:lnTo>
                      <a:lnTo>
                        <a:pt x="2436"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48"/>
                <p:cNvSpPr/>
                <p:nvPr/>
              </p:nvSpPr>
              <p:spPr>
                <a:xfrm>
                  <a:off x="3971935" y="2961377"/>
                  <a:ext cx="110789" cy="98549"/>
                </a:xfrm>
                <a:custGeom>
                  <a:avLst/>
                  <a:gdLst/>
                  <a:ahLst/>
                  <a:cxnLst/>
                  <a:rect l="l" t="t" r="r" b="b"/>
                  <a:pathLst>
                    <a:path w="4337" h="3859" extrusionOk="0">
                      <a:moveTo>
                        <a:pt x="4160" y="1"/>
                      </a:moveTo>
                      <a:cubicBezTo>
                        <a:pt x="4115" y="1"/>
                        <a:pt x="4075" y="17"/>
                        <a:pt x="4036" y="56"/>
                      </a:cubicBezTo>
                      <a:lnTo>
                        <a:pt x="1868" y="3492"/>
                      </a:lnTo>
                      <a:cubicBezTo>
                        <a:pt x="1818" y="3509"/>
                        <a:pt x="1701" y="3542"/>
                        <a:pt x="1564" y="3542"/>
                      </a:cubicBezTo>
                      <a:cubicBezTo>
                        <a:pt x="1426" y="3542"/>
                        <a:pt x="1268" y="3509"/>
                        <a:pt x="1134" y="3392"/>
                      </a:cubicBezTo>
                      <a:cubicBezTo>
                        <a:pt x="767" y="3158"/>
                        <a:pt x="334" y="2525"/>
                        <a:pt x="334" y="723"/>
                      </a:cubicBezTo>
                      <a:cubicBezTo>
                        <a:pt x="334" y="657"/>
                        <a:pt x="267" y="556"/>
                        <a:pt x="167" y="556"/>
                      </a:cubicBezTo>
                      <a:cubicBezTo>
                        <a:pt x="67" y="556"/>
                        <a:pt x="0" y="657"/>
                        <a:pt x="0" y="723"/>
                      </a:cubicBezTo>
                      <a:cubicBezTo>
                        <a:pt x="0" y="2291"/>
                        <a:pt x="300" y="3225"/>
                        <a:pt x="901" y="3659"/>
                      </a:cubicBezTo>
                      <a:cubicBezTo>
                        <a:pt x="1134" y="3825"/>
                        <a:pt x="1368" y="3859"/>
                        <a:pt x="1535" y="3859"/>
                      </a:cubicBezTo>
                      <a:cubicBezTo>
                        <a:pt x="1801" y="3859"/>
                        <a:pt x="1968" y="3792"/>
                        <a:pt x="2035" y="3725"/>
                      </a:cubicBezTo>
                      <a:cubicBezTo>
                        <a:pt x="2102" y="3725"/>
                        <a:pt x="2135" y="3725"/>
                        <a:pt x="2135" y="3692"/>
                      </a:cubicBezTo>
                      <a:lnTo>
                        <a:pt x="4303" y="223"/>
                      </a:lnTo>
                      <a:cubicBezTo>
                        <a:pt x="4337" y="156"/>
                        <a:pt x="4337" y="56"/>
                        <a:pt x="4270" y="23"/>
                      </a:cubicBezTo>
                      <a:cubicBezTo>
                        <a:pt x="4228" y="9"/>
                        <a:pt x="4193" y="1"/>
                        <a:pt x="41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55" name="Google Shape;1255;p48"/>
                <p:cNvGrpSpPr/>
                <p:nvPr/>
              </p:nvGrpSpPr>
              <p:grpSpPr>
                <a:xfrm>
                  <a:off x="3850105" y="2771844"/>
                  <a:ext cx="221522" cy="115999"/>
                  <a:chOff x="3850105" y="2771844"/>
                  <a:chExt cx="221522" cy="115999"/>
                </a:xfrm>
              </p:grpSpPr>
              <p:sp>
                <p:nvSpPr>
                  <p:cNvPr id="1256" name="Google Shape;1256;p48"/>
                  <p:cNvSpPr/>
                  <p:nvPr/>
                </p:nvSpPr>
                <p:spPr>
                  <a:xfrm>
                    <a:off x="3915694" y="2828798"/>
                    <a:ext cx="12798" cy="52224"/>
                  </a:xfrm>
                  <a:custGeom>
                    <a:avLst/>
                    <a:gdLst/>
                    <a:ahLst/>
                    <a:cxnLst/>
                    <a:rect l="l" t="t" r="r" b="b"/>
                    <a:pathLst>
                      <a:path w="501" h="2045" extrusionOk="0">
                        <a:moveTo>
                          <a:pt x="155" y="1"/>
                        </a:moveTo>
                        <a:cubicBezTo>
                          <a:pt x="138" y="1"/>
                          <a:pt x="120" y="4"/>
                          <a:pt x="101" y="10"/>
                        </a:cubicBezTo>
                        <a:cubicBezTo>
                          <a:pt x="67" y="43"/>
                          <a:pt x="1" y="143"/>
                          <a:pt x="34" y="210"/>
                        </a:cubicBezTo>
                        <a:cubicBezTo>
                          <a:pt x="201" y="744"/>
                          <a:pt x="201" y="1344"/>
                          <a:pt x="34" y="1845"/>
                        </a:cubicBezTo>
                        <a:cubicBezTo>
                          <a:pt x="1" y="1911"/>
                          <a:pt x="34" y="2011"/>
                          <a:pt x="101" y="2045"/>
                        </a:cubicBezTo>
                        <a:lnTo>
                          <a:pt x="167" y="2045"/>
                        </a:lnTo>
                        <a:cubicBezTo>
                          <a:pt x="201" y="2045"/>
                          <a:pt x="267" y="2011"/>
                          <a:pt x="334" y="1878"/>
                        </a:cubicBezTo>
                        <a:cubicBezTo>
                          <a:pt x="501" y="1311"/>
                          <a:pt x="501" y="677"/>
                          <a:pt x="334" y="77"/>
                        </a:cubicBezTo>
                        <a:cubicBezTo>
                          <a:pt x="280" y="50"/>
                          <a:pt x="226" y="1"/>
                          <a:pt x="1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48"/>
                  <p:cNvSpPr/>
                  <p:nvPr/>
                </p:nvSpPr>
                <p:spPr>
                  <a:xfrm>
                    <a:off x="3947212" y="2851197"/>
                    <a:ext cx="28151" cy="36646"/>
                  </a:xfrm>
                  <a:custGeom>
                    <a:avLst/>
                    <a:gdLst/>
                    <a:ahLst/>
                    <a:cxnLst/>
                    <a:rect l="l" t="t" r="r" b="b"/>
                    <a:pathLst>
                      <a:path w="1102" h="1435" extrusionOk="0">
                        <a:moveTo>
                          <a:pt x="868" y="0"/>
                        </a:moveTo>
                        <a:cubicBezTo>
                          <a:pt x="768" y="0"/>
                          <a:pt x="701" y="100"/>
                          <a:pt x="701" y="167"/>
                        </a:cubicBezTo>
                        <a:cubicBezTo>
                          <a:pt x="768" y="534"/>
                          <a:pt x="501" y="934"/>
                          <a:pt x="134" y="1101"/>
                        </a:cubicBezTo>
                        <a:cubicBezTo>
                          <a:pt x="34" y="1134"/>
                          <a:pt x="1" y="1201"/>
                          <a:pt x="34" y="1301"/>
                        </a:cubicBezTo>
                        <a:cubicBezTo>
                          <a:pt x="34" y="1335"/>
                          <a:pt x="134" y="1368"/>
                          <a:pt x="168" y="1368"/>
                        </a:cubicBezTo>
                        <a:cubicBezTo>
                          <a:pt x="168" y="1368"/>
                          <a:pt x="201" y="1368"/>
                          <a:pt x="268" y="1435"/>
                        </a:cubicBezTo>
                        <a:cubicBezTo>
                          <a:pt x="768" y="1201"/>
                          <a:pt x="1102" y="667"/>
                          <a:pt x="1035" y="167"/>
                        </a:cubicBezTo>
                        <a:cubicBezTo>
                          <a:pt x="1035" y="34"/>
                          <a:pt x="968" y="0"/>
                          <a:pt x="8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p48"/>
                  <p:cNvSpPr/>
                  <p:nvPr/>
                </p:nvSpPr>
                <p:spPr>
                  <a:xfrm>
                    <a:off x="3918248" y="2771844"/>
                    <a:ext cx="28994" cy="18872"/>
                  </a:xfrm>
                  <a:custGeom>
                    <a:avLst/>
                    <a:gdLst/>
                    <a:ahLst/>
                    <a:cxnLst/>
                    <a:rect l="l" t="t" r="r" b="b"/>
                    <a:pathLst>
                      <a:path w="1135" h="739" extrusionOk="0">
                        <a:moveTo>
                          <a:pt x="739" y="1"/>
                        </a:moveTo>
                        <a:cubicBezTo>
                          <a:pt x="634" y="1"/>
                          <a:pt x="527" y="25"/>
                          <a:pt x="434" y="72"/>
                        </a:cubicBezTo>
                        <a:cubicBezTo>
                          <a:pt x="234" y="139"/>
                          <a:pt x="67" y="305"/>
                          <a:pt x="1" y="539"/>
                        </a:cubicBezTo>
                        <a:cubicBezTo>
                          <a:pt x="1" y="606"/>
                          <a:pt x="67" y="706"/>
                          <a:pt x="167" y="739"/>
                        </a:cubicBezTo>
                        <a:cubicBezTo>
                          <a:pt x="234" y="739"/>
                          <a:pt x="301" y="706"/>
                          <a:pt x="301" y="606"/>
                        </a:cubicBezTo>
                        <a:cubicBezTo>
                          <a:pt x="334" y="472"/>
                          <a:pt x="434" y="405"/>
                          <a:pt x="568" y="372"/>
                        </a:cubicBezTo>
                        <a:cubicBezTo>
                          <a:pt x="618" y="339"/>
                          <a:pt x="676" y="322"/>
                          <a:pt x="735" y="322"/>
                        </a:cubicBezTo>
                        <a:cubicBezTo>
                          <a:pt x="793" y="322"/>
                          <a:pt x="851" y="339"/>
                          <a:pt x="901" y="372"/>
                        </a:cubicBezTo>
                        <a:cubicBezTo>
                          <a:pt x="926" y="384"/>
                          <a:pt x="955" y="392"/>
                          <a:pt x="983" y="392"/>
                        </a:cubicBezTo>
                        <a:cubicBezTo>
                          <a:pt x="1032" y="392"/>
                          <a:pt x="1080" y="369"/>
                          <a:pt x="1101" y="305"/>
                        </a:cubicBezTo>
                        <a:cubicBezTo>
                          <a:pt x="1135" y="239"/>
                          <a:pt x="1135" y="139"/>
                          <a:pt x="1068" y="105"/>
                        </a:cubicBezTo>
                        <a:cubicBezTo>
                          <a:pt x="979" y="34"/>
                          <a:pt x="861" y="1"/>
                          <a:pt x="7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48"/>
                  <p:cNvSpPr/>
                  <p:nvPr/>
                </p:nvSpPr>
                <p:spPr>
                  <a:xfrm>
                    <a:off x="3850105" y="2809950"/>
                    <a:ext cx="40923" cy="26789"/>
                  </a:xfrm>
                  <a:custGeom>
                    <a:avLst/>
                    <a:gdLst/>
                    <a:ahLst/>
                    <a:cxnLst/>
                    <a:rect l="l" t="t" r="r" b="b"/>
                    <a:pathLst>
                      <a:path w="1602" h="1049" extrusionOk="0">
                        <a:moveTo>
                          <a:pt x="975" y="1"/>
                        </a:moveTo>
                        <a:cubicBezTo>
                          <a:pt x="839" y="1"/>
                          <a:pt x="701" y="28"/>
                          <a:pt x="567" y="81"/>
                        </a:cubicBezTo>
                        <a:cubicBezTo>
                          <a:pt x="267" y="214"/>
                          <a:pt x="0" y="548"/>
                          <a:pt x="0" y="881"/>
                        </a:cubicBezTo>
                        <a:cubicBezTo>
                          <a:pt x="0" y="948"/>
                          <a:pt x="100" y="1048"/>
                          <a:pt x="167" y="1048"/>
                        </a:cubicBezTo>
                        <a:cubicBezTo>
                          <a:pt x="267" y="1048"/>
                          <a:pt x="334" y="948"/>
                          <a:pt x="300" y="915"/>
                        </a:cubicBezTo>
                        <a:cubicBezTo>
                          <a:pt x="300" y="648"/>
                          <a:pt x="467" y="448"/>
                          <a:pt x="701" y="348"/>
                        </a:cubicBezTo>
                        <a:cubicBezTo>
                          <a:pt x="778" y="326"/>
                          <a:pt x="856" y="314"/>
                          <a:pt x="933" y="314"/>
                        </a:cubicBezTo>
                        <a:cubicBezTo>
                          <a:pt x="1086" y="314"/>
                          <a:pt x="1234" y="359"/>
                          <a:pt x="1368" y="448"/>
                        </a:cubicBezTo>
                        <a:cubicBezTo>
                          <a:pt x="1382" y="462"/>
                          <a:pt x="1413" y="470"/>
                          <a:pt x="1447" y="470"/>
                        </a:cubicBezTo>
                        <a:cubicBezTo>
                          <a:pt x="1494" y="470"/>
                          <a:pt x="1548" y="454"/>
                          <a:pt x="1568" y="414"/>
                        </a:cubicBezTo>
                        <a:cubicBezTo>
                          <a:pt x="1601" y="381"/>
                          <a:pt x="1601" y="248"/>
                          <a:pt x="1535" y="181"/>
                        </a:cubicBezTo>
                        <a:cubicBezTo>
                          <a:pt x="1374" y="61"/>
                          <a:pt x="1178" y="1"/>
                          <a:pt x="9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48"/>
                  <p:cNvSpPr/>
                  <p:nvPr/>
                </p:nvSpPr>
                <p:spPr>
                  <a:xfrm>
                    <a:off x="3936995" y="2813602"/>
                    <a:ext cx="23885" cy="28321"/>
                  </a:xfrm>
                  <a:custGeom>
                    <a:avLst/>
                    <a:gdLst/>
                    <a:ahLst/>
                    <a:cxnLst/>
                    <a:rect l="l" t="t" r="r" b="b"/>
                    <a:pathLst>
                      <a:path w="935" h="1109" extrusionOk="0">
                        <a:moveTo>
                          <a:pt x="411" y="1"/>
                        </a:moveTo>
                        <a:cubicBezTo>
                          <a:pt x="397" y="1"/>
                          <a:pt x="382" y="2"/>
                          <a:pt x="367" y="5"/>
                        </a:cubicBezTo>
                        <a:cubicBezTo>
                          <a:pt x="134" y="71"/>
                          <a:pt x="1" y="338"/>
                          <a:pt x="67" y="638"/>
                        </a:cubicBezTo>
                        <a:cubicBezTo>
                          <a:pt x="129" y="917"/>
                          <a:pt x="334" y="1109"/>
                          <a:pt x="523" y="1109"/>
                        </a:cubicBezTo>
                        <a:cubicBezTo>
                          <a:pt x="538" y="1109"/>
                          <a:pt x="553" y="1108"/>
                          <a:pt x="568" y="1105"/>
                        </a:cubicBezTo>
                        <a:cubicBezTo>
                          <a:pt x="834" y="1072"/>
                          <a:pt x="935" y="772"/>
                          <a:pt x="868" y="472"/>
                        </a:cubicBezTo>
                        <a:cubicBezTo>
                          <a:pt x="775" y="193"/>
                          <a:pt x="596" y="1"/>
                          <a:pt x="4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p48"/>
                  <p:cNvSpPr/>
                  <p:nvPr/>
                </p:nvSpPr>
                <p:spPr>
                  <a:xfrm>
                    <a:off x="3882466" y="2834673"/>
                    <a:ext cx="24753" cy="28551"/>
                  </a:xfrm>
                  <a:custGeom>
                    <a:avLst/>
                    <a:gdLst/>
                    <a:ahLst/>
                    <a:cxnLst/>
                    <a:rect l="l" t="t" r="r" b="b"/>
                    <a:pathLst>
                      <a:path w="969" h="1118" extrusionOk="0">
                        <a:moveTo>
                          <a:pt x="446" y="1"/>
                        </a:moveTo>
                        <a:cubicBezTo>
                          <a:pt x="420" y="1"/>
                          <a:pt x="393" y="5"/>
                          <a:pt x="368" y="14"/>
                        </a:cubicBezTo>
                        <a:cubicBezTo>
                          <a:pt x="134" y="80"/>
                          <a:pt x="1" y="347"/>
                          <a:pt x="101" y="647"/>
                        </a:cubicBezTo>
                        <a:cubicBezTo>
                          <a:pt x="132" y="926"/>
                          <a:pt x="335" y="1118"/>
                          <a:pt x="524" y="1118"/>
                        </a:cubicBezTo>
                        <a:cubicBezTo>
                          <a:pt x="538" y="1118"/>
                          <a:pt x="553" y="1117"/>
                          <a:pt x="568" y="1114"/>
                        </a:cubicBezTo>
                        <a:cubicBezTo>
                          <a:pt x="835" y="1081"/>
                          <a:pt x="968" y="781"/>
                          <a:pt x="868" y="481"/>
                        </a:cubicBezTo>
                        <a:cubicBezTo>
                          <a:pt x="810" y="190"/>
                          <a:pt x="625" y="1"/>
                          <a:pt x="4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p48"/>
                  <p:cNvSpPr/>
                  <p:nvPr/>
                </p:nvSpPr>
                <p:spPr>
                  <a:xfrm>
                    <a:off x="4040947" y="2801930"/>
                    <a:ext cx="30680" cy="36493"/>
                  </a:xfrm>
                  <a:custGeom>
                    <a:avLst/>
                    <a:gdLst/>
                    <a:ahLst/>
                    <a:cxnLst/>
                    <a:rect l="l" t="t" r="r" b="b"/>
                    <a:pathLst>
                      <a:path w="1201" h="1429" extrusionOk="0">
                        <a:moveTo>
                          <a:pt x="1032" y="0"/>
                        </a:moveTo>
                        <a:cubicBezTo>
                          <a:pt x="1009" y="0"/>
                          <a:pt x="987" y="8"/>
                          <a:pt x="967" y="28"/>
                        </a:cubicBezTo>
                        <a:cubicBezTo>
                          <a:pt x="967" y="61"/>
                          <a:pt x="0" y="395"/>
                          <a:pt x="0" y="1262"/>
                        </a:cubicBezTo>
                        <a:cubicBezTo>
                          <a:pt x="0" y="1362"/>
                          <a:pt x="100" y="1429"/>
                          <a:pt x="167" y="1429"/>
                        </a:cubicBezTo>
                        <a:cubicBezTo>
                          <a:pt x="267" y="1429"/>
                          <a:pt x="300" y="1362"/>
                          <a:pt x="334" y="1262"/>
                        </a:cubicBezTo>
                        <a:cubicBezTo>
                          <a:pt x="334" y="595"/>
                          <a:pt x="1068" y="295"/>
                          <a:pt x="1101" y="295"/>
                        </a:cubicBezTo>
                        <a:cubicBezTo>
                          <a:pt x="1168" y="261"/>
                          <a:pt x="1201" y="195"/>
                          <a:pt x="1168" y="95"/>
                        </a:cubicBezTo>
                        <a:cubicBezTo>
                          <a:pt x="1144" y="48"/>
                          <a:pt x="1087" y="0"/>
                          <a:pt x="10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263" name="Google Shape;1263;p48"/>
              <p:cNvGrpSpPr/>
              <p:nvPr/>
            </p:nvGrpSpPr>
            <p:grpSpPr>
              <a:xfrm>
                <a:off x="3789599" y="1208352"/>
                <a:ext cx="913364" cy="1272223"/>
                <a:chOff x="3789599" y="1208352"/>
                <a:chExt cx="913364" cy="1272223"/>
              </a:xfrm>
            </p:grpSpPr>
            <p:grpSp>
              <p:nvGrpSpPr>
                <p:cNvPr id="1264" name="Google Shape;1264;p48"/>
                <p:cNvGrpSpPr/>
                <p:nvPr/>
              </p:nvGrpSpPr>
              <p:grpSpPr>
                <a:xfrm>
                  <a:off x="3789599" y="1208352"/>
                  <a:ext cx="913364" cy="1272223"/>
                  <a:chOff x="3789599" y="1208352"/>
                  <a:chExt cx="913364" cy="1272223"/>
                </a:xfrm>
              </p:grpSpPr>
              <p:sp>
                <p:nvSpPr>
                  <p:cNvPr id="1265" name="Google Shape;1265;p48"/>
                  <p:cNvSpPr/>
                  <p:nvPr/>
                </p:nvSpPr>
                <p:spPr>
                  <a:xfrm>
                    <a:off x="4504412" y="2116815"/>
                    <a:ext cx="192609" cy="318018"/>
                  </a:xfrm>
                  <a:custGeom>
                    <a:avLst/>
                    <a:gdLst/>
                    <a:ahLst/>
                    <a:cxnLst/>
                    <a:rect l="l" t="t" r="r" b="b"/>
                    <a:pathLst>
                      <a:path w="7540" h="12453" extrusionOk="0">
                        <a:moveTo>
                          <a:pt x="2569" y="0"/>
                        </a:moveTo>
                        <a:lnTo>
                          <a:pt x="0" y="1535"/>
                        </a:lnTo>
                        <a:lnTo>
                          <a:pt x="4570" y="10741"/>
                        </a:lnTo>
                        <a:cubicBezTo>
                          <a:pt x="4570" y="10741"/>
                          <a:pt x="4170" y="11208"/>
                          <a:pt x="3903" y="11609"/>
                        </a:cubicBezTo>
                        <a:cubicBezTo>
                          <a:pt x="3670" y="12009"/>
                          <a:pt x="3536" y="12409"/>
                          <a:pt x="4003" y="12443"/>
                        </a:cubicBezTo>
                        <a:cubicBezTo>
                          <a:pt x="4053" y="12450"/>
                          <a:pt x="4107" y="12453"/>
                          <a:pt x="4164" y="12453"/>
                        </a:cubicBezTo>
                        <a:cubicBezTo>
                          <a:pt x="5227" y="12453"/>
                          <a:pt x="7539" y="11342"/>
                          <a:pt x="7539" y="11342"/>
                        </a:cubicBezTo>
                        <a:lnTo>
                          <a:pt x="7339" y="10842"/>
                        </a:lnTo>
                        <a:lnTo>
                          <a:pt x="2569" y="0"/>
                        </a:ln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p48"/>
                  <p:cNvSpPr/>
                  <p:nvPr/>
                </p:nvSpPr>
                <p:spPr>
                  <a:xfrm>
                    <a:off x="4594725" y="2394539"/>
                    <a:ext cx="102282" cy="40324"/>
                  </a:xfrm>
                  <a:custGeom>
                    <a:avLst/>
                    <a:gdLst/>
                    <a:ahLst/>
                    <a:cxnLst/>
                    <a:rect l="l" t="t" r="r" b="b"/>
                    <a:pathLst>
                      <a:path w="4004" h="1579" extrusionOk="0">
                        <a:moveTo>
                          <a:pt x="3803" y="1"/>
                        </a:moveTo>
                        <a:cubicBezTo>
                          <a:pt x="2419" y="682"/>
                          <a:pt x="1565" y="902"/>
                          <a:pt x="1024" y="902"/>
                        </a:cubicBezTo>
                        <a:cubicBezTo>
                          <a:pt x="718" y="902"/>
                          <a:pt x="512" y="831"/>
                          <a:pt x="367" y="735"/>
                        </a:cubicBezTo>
                        <a:lnTo>
                          <a:pt x="367" y="735"/>
                        </a:lnTo>
                        <a:cubicBezTo>
                          <a:pt x="134" y="1135"/>
                          <a:pt x="0" y="1535"/>
                          <a:pt x="467" y="1569"/>
                        </a:cubicBezTo>
                        <a:cubicBezTo>
                          <a:pt x="517" y="1576"/>
                          <a:pt x="571" y="1579"/>
                          <a:pt x="628" y="1579"/>
                        </a:cubicBezTo>
                        <a:cubicBezTo>
                          <a:pt x="1691" y="1579"/>
                          <a:pt x="4003" y="468"/>
                          <a:pt x="4003" y="468"/>
                        </a:cubicBezTo>
                        <a:lnTo>
                          <a:pt x="3803"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7" name="Google Shape;1267;p48"/>
                  <p:cNvSpPr/>
                  <p:nvPr/>
                </p:nvSpPr>
                <p:spPr>
                  <a:xfrm>
                    <a:off x="4566604" y="2113929"/>
                    <a:ext cx="136359" cy="326625"/>
                  </a:xfrm>
                  <a:custGeom>
                    <a:avLst/>
                    <a:gdLst/>
                    <a:ahLst/>
                    <a:cxnLst/>
                    <a:rect l="l" t="t" r="r" b="b"/>
                    <a:pathLst>
                      <a:path w="5338" h="12790" extrusionOk="0">
                        <a:moveTo>
                          <a:pt x="170" y="1"/>
                        </a:moveTo>
                        <a:cubicBezTo>
                          <a:pt x="149" y="1"/>
                          <a:pt x="126" y="5"/>
                          <a:pt x="101" y="13"/>
                        </a:cubicBezTo>
                        <a:cubicBezTo>
                          <a:pt x="34" y="47"/>
                          <a:pt x="0" y="147"/>
                          <a:pt x="34" y="213"/>
                        </a:cubicBezTo>
                        <a:lnTo>
                          <a:pt x="4904" y="11388"/>
                        </a:lnTo>
                        <a:cubicBezTo>
                          <a:pt x="4397" y="11578"/>
                          <a:pt x="2598" y="12430"/>
                          <a:pt x="1732" y="12430"/>
                        </a:cubicBezTo>
                        <a:cubicBezTo>
                          <a:pt x="1686" y="12430"/>
                          <a:pt x="1642" y="12427"/>
                          <a:pt x="1602" y="12422"/>
                        </a:cubicBezTo>
                        <a:cubicBezTo>
                          <a:pt x="1535" y="12422"/>
                          <a:pt x="1468" y="12422"/>
                          <a:pt x="1435" y="12389"/>
                        </a:cubicBezTo>
                        <a:cubicBezTo>
                          <a:pt x="1418" y="12372"/>
                          <a:pt x="1393" y="12364"/>
                          <a:pt x="1360" y="12364"/>
                        </a:cubicBezTo>
                        <a:cubicBezTo>
                          <a:pt x="1326" y="12364"/>
                          <a:pt x="1285" y="12372"/>
                          <a:pt x="1235" y="12389"/>
                        </a:cubicBezTo>
                        <a:cubicBezTo>
                          <a:pt x="1201" y="12422"/>
                          <a:pt x="1201" y="12522"/>
                          <a:pt x="1235" y="12622"/>
                        </a:cubicBezTo>
                        <a:cubicBezTo>
                          <a:pt x="1335" y="12689"/>
                          <a:pt x="1401" y="12789"/>
                          <a:pt x="1568" y="12789"/>
                        </a:cubicBezTo>
                        <a:lnTo>
                          <a:pt x="1702" y="12789"/>
                        </a:lnTo>
                        <a:cubicBezTo>
                          <a:pt x="2769" y="12789"/>
                          <a:pt x="5071" y="11655"/>
                          <a:pt x="5204" y="11588"/>
                        </a:cubicBezTo>
                        <a:cubicBezTo>
                          <a:pt x="5271" y="11555"/>
                          <a:pt x="5338" y="11488"/>
                          <a:pt x="5271" y="11388"/>
                        </a:cubicBezTo>
                        <a:lnTo>
                          <a:pt x="334" y="113"/>
                        </a:lnTo>
                        <a:cubicBezTo>
                          <a:pt x="284" y="38"/>
                          <a:pt x="234" y="1"/>
                          <a:pt x="1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48"/>
                  <p:cNvSpPr/>
                  <p:nvPr/>
                </p:nvSpPr>
                <p:spPr>
                  <a:xfrm>
                    <a:off x="4322944" y="2155151"/>
                    <a:ext cx="126141" cy="320445"/>
                  </a:xfrm>
                  <a:custGeom>
                    <a:avLst/>
                    <a:gdLst/>
                    <a:ahLst/>
                    <a:cxnLst/>
                    <a:rect l="l" t="t" r="r" b="b"/>
                    <a:pathLst>
                      <a:path w="4938" h="12548" extrusionOk="0">
                        <a:moveTo>
                          <a:pt x="2902" y="0"/>
                        </a:moveTo>
                        <a:lnTo>
                          <a:pt x="0" y="868"/>
                        </a:lnTo>
                        <a:lnTo>
                          <a:pt x="2235" y="10908"/>
                        </a:lnTo>
                        <a:cubicBezTo>
                          <a:pt x="2235" y="10908"/>
                          <a:pt x="1835" y="11142"/>
                          <a:pt x="1501" y="11442"/>
                        </a:cubicBezTo>
                        <a:cubicBezTo>
                          <a:pt x="1101" y="11842"/>
                          <a:pt x="768" y="12276"/>
                          <a:pt x="1268" y="12443"/>
                        </a:cubicBezTo>
                        <a:cubicBezTo>
                          <a:pt x="1465" y="12519"/>
                          <a:pt x="1762" y="12548"/>
                          <a:pt x="2103" y="12548"/>
                        </a:cubicBezTo>
                        <a:cubicBezTo>
                          <a:pt x="3264" y="12548"/>
                          <a:pt x="4937" y="12209"/>
                          <a:pt x="4937" y="12209"/>
                        </a:cubicBezTo>
                        <a:lnTo>
                          <a:pt x="4837" y="11442"/>
                        </a:lnTo>
                        <a:lnTo>
                          <a:pt x="2902" y="0"/>
                        </a:ln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48"/>
                  <p:cNvSpPr/>
                  <p:nvPr/>
                </p:nvSpPr>
                <p:spPr>
                  <a:xfrm>
                    <a:off x="4342534" y="2447381"/>
                    <a:ext cx="106548" cy="28244"/>
                  </a:xfrm>
                  <a:custGeom>
                    <a:avLst/>
                    <a:gdLst/>
                    <a:ahLst/>
                    <a:cxnLst/>
                    <a:rect l="l" t="t" r="r" b="b"/>
                    <a:pathLst>
                      <a:path w="4171" h="1106" extrusionOk="0">
                        <a:moveTo>
                          <a:pt x="734" y="0"/>
                        </a:moveTo>
                        <a:cubicBezTo>
                          <a:pt x="334" y="400"/>
                          <a:pt x="1" y="834"/>
                          <a:pt x="501" y="1001"/>
                        </a:cubicBezTo>
                        <a:cubicBezTo>
                          <a:pt x="698" y="1077"/>
                          <a:pt x="995" y="1106"/>
                          <a:pt x="1336" y="1106"/>
                        </a:cubicBezTo>
                        <a:cubicBezTo>
                          <a:pt x="2497" y="1106"/>
                          <a:pt x="4170" y="767"/>
                          <a:pt x="4170" y="767"/>
                        </a:cubicBezTo>
                        <a:lnTo>
                          <a:pt x="4070" y="33"/>
                        </a:lnTo>
                        <a:cubicBezTo>
                          <a:pt x="3120" y="261"/>
                          <a:pt x="2438" y="343"/>
                          <a:pt x="1945" y="343"/>
                        </a:cubicBezTo>
                        <a:cubicBezTo>
                          <a:pt x="1209" y="343"/>
                          <a:pt x="894" y="160"/>
                          <a:pt x="73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48"/>
                  <p:cNvSpPr/>
                  <p:nvPr/>
                </p:nvSpPr>
                <p:spPr>
                  <a:xfrm>
                    <a:off x="4350196" y="2152597"/>
                    <a:ext cx="103125" cy="327978"/>
                  </a:xfrm>
                  <a:custGeom>
                    <a:avLst/>
                    <a:gdLst/>
                    <a:ahLst/>
                    <a:cxnLst/>
                    <a:rect l="l" t="t" r="r" b="b"/>
                    <a:pathLst>
                      <a:path w="4037" h="12843" extrusionOk="0">
                        <a:moveTo>
                          <a:pt x="1769" y="0"/>
                        </a:moveTo>
                        <a:cubicBezTo>
                          <a:pt x="1702" y="0"/>
                          <a:pt x="1669" y="100"/>
                          <a:pt x="1669" y="167"/>
                        </a:cubicBezTo>
                        <a:lnTo>
                          <a:pt x="3703" y="12176"/>
                        </a:lnTo>
                        <a:cubicBezTo>
                          <a:pt x="3268" y="12278"/>
                          <a:pt x="1907" y="12519"/>
                          <a:pt x="951" y="12519"/>
                        </a:cubicBezTo>
                        <a:cubicBezTo>
                          <a:pt x="663" y="12519"/>
                          <a:pt x="412" y="12497"/>
                          <a:pt x="234" y="12443"/>
                        </a:cubicBezTo>
                        <a:cubicBezTo>
                          <a:pt x="215" y="12423"/>
                          <a:pt x="192" y="12415"/>
                          <a:pt x="170" y="12415"/>
                        </a:cubicBezTo>
                        <a:cubicBezTo>
                          <a:pt x="115" y="12415"/>
                          <a:pt x="58" y="12462"/>
                          <a:pt x="34" y="12509"/>
                        </a:cubicBezTo>
                        <a:cubicBezTo>
                          <a:pt x="1" y="12609"/>
                          <a:pt x="34" y="12676"/>
                          <a:pt x="134" y="12710"/>
                        </a:cubicBezTo>
                        <a:cubicBezTo>
                          <a:pt x="334" y="12810"/>
                          <a:pt x="668" y="12843"/>
                          <a:pt x="1001" y="12843"/>
                        </a:cubicBezTo>
                        <a:cubicBezTo>
                          <a:pt x="2202" y="12843"/>
                          <a:pt x="3837" y="12476"/>
                          <a:pt x="3904" y="12476"/>
                        </a:cubicBezTo>
                        <a:cubicBezTo>
                          <a:pt x="4004" y="12476"/>
                          <a:pt x="4037" y="12376"/>
                          <a:pt x="4037" y="12309"/>
                        </a:cubicBezTo>
                        <a:lnTo>
                          <a:pt x="1935" y="134"/>
                        </a:lnTo>
                        <a:cubicBezTo>
                          <a:pt x="1935" y="34"/>
                          <a:pt x="1869" y="0"/>
                          <a:pt x="17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48"/>
                  <p:cNvSpPr/>
                  <p:nvPr/>
                </p:nvSpPr>
                <p:spPr>
                  <a:xfrm>
                    <a:off x="4266703" y="1967712"/>
                    <a:ext cx="336606" cy="259793"/>
                  </a:xfrm>
                  <a:custGeom>
                    <a:avLst/>
                    <a:gdLst/>
                    <a:ahLst/>
                    <a:cxnLst/>
                    <a:rect l="l" t="t" r="r" b="b"/>
                    <a:pathLst>
                      <a:path w="13177" h="10173" extrusionOk="0">
                        <a:moveTo>
                          <a:pt x="10442" y="1"/>
                        </a:moveTo>
                        <a:lnTo>
                          <a:pt x="201" y="1769"/>
                        </a:lnTo>
                        <a:cubicBezTo>
                          <a:pt x="201" y="1769"/>
                          <a:pt x="1" y="6372"/>
                          <a:pt x="801" y="9775"/>
                        </a:cubicBezTo>
                        <a:cubicBezTo>
                          <a:pt x="1736" y="10008"/>
                          <a:pt x="3255" y="10172"/>
                          <a:pt x="4933" y="10172"/>
                        </a:cubicBezTo>
                        <a:cubicBezTo>
                          <a:pt x="8046" y="10172"/>
                          <a:pt x="11703" y="9607"/>
                          <a:pt x="13177" y="7873"/>
                        </a:cubicBezTo>
                        <a:cubicBezTo>
                          <a:pt x="12243" y="3570"/>
                          <a:pt x="10442" y="1"/>
                          <a:pt x="1044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p48"/>
                  <p:cNvSpPr/>
                  <p:nvPr/>
                </p:nvSpPr>
                <p:spPr>
                  <a:xfrm>
                    <a:off x="3792127" y="1255984"/>
                    <a:ext cx="481498" cy="418662"/>
                  </a:xfrm>
                  <a:custGeom>
                    <a:avLst/>
                    <a:gdLst/>
                    <a:ahLst/>
                    <a:cxnLst/>
                    <a:rect l="l" t="t" r="r" b="b"/>
                    <a:pathLst>
                      <a:path w="18849" h="16394" extrusionOk="0">
                        <a:moveTo>
                          <a:pt x="3729" y="1"/>
                        </a:moveTo>
                        <a:cubicBezTo>
                          <a:pt x="3697" y="1"/>
                          <a:pt x="3667" y="5"/>
                          <a:pt x="3638" y="15"/>
                        </a:cubicBezTo>
                        <a:cubicBezTo>
                          <a:pt x="2804" y="248"/>
                          <a:pt x="4638" y="2883"/>
                          <a:pt x="4638" y="2883"/>
                        </a:cubicBezTo>
                        <a:cubicBezTo>
                          <a:pt x="4638" y="2883"/>
                          <a:pt x="3233" y="1027"/>
                          <a:pt x="2573" y="1027"/>
                        </a:cubicBezTo>
                        <a:cubicBezTo>
                          <a:pt x="2493" y="1027"/>
                          <a:pt x="2424" y="1054"/>
                          <a:pt x="2370" y="1115"/>
                        </a:cubicBezTo>
                        <a:cubicBezTo>
                          <a:pt x="1870" y="1716"/>
                          <a:pt x="3638" y="3617"/>
                          <a:pt x="3638" y="3617"/>
                        </a:cubicBezTo>
                        <a:cubicBezTo>
                          <a:pt x="3638" y="3617"/>
                          <a:pt x="1976" y="2052"/>
                          <a:pt x="1272" y="2052"/>
                        </a:cubicBezTo>
                        <a:cubicBezTo>
                          <a:pt x="1147" y="2052"/>
                          <a:pt x="1053" y="2101"/>
                          <a:pt x="1003" y="2216"/>
                        </a:cubicBezTo>
                        <a:cubicBezTo>
                          <a:pt x="694" y="2895"/>
                          <a:pt x="2666" y="4457"/>
                          <a:pt x="2966" y="4689"/>
                        </a:cubicBezTo>
                        <a:lnTo>
                          <a:pt x="2966" y="4689"/>
                        </a:lnTo>
                        <a:cubicBezTo>
                          <a:pt x="2690" y="4478"/>
                          <a:pt x="970" y="3185"/>
                          <a:pt x="298" y="3185"/>
                        </a:cubicBezTo>
                        <a:cubicBezTo>
                          <a:pt x="107" y="3185"/>
                          <a:pt x="1" y="3289"/>
                          <a:pt x="35" y="3551"/>
                        </a:cubicBezTo>
                        <a:cubicBezTo>
                          <a:pt x="174" y="4548"/>
                          <a:pt x="3284" y="6445"/>
                          <a:pt x="4944" y="6445"/>
                        </a:cubicBezTo>
                        <a:cubicBezTo>
                          <a:pt x="5281" y="6445"/>
                          <a:pt x="5559" y="6366"/>
                          <a:pt x="5739" y="6186"/>
                        </a:cubicBezTo>
                        <a:cubicBezTo>
                          <a:pt x="10829" y="15591"/>
                          <a:pt x="15965" y="16394"/>
                          <a:pt x="17570" y="16394"/>
                        </a:cubicBezTo>
                        <a:cubicBezTo>
                          <a:pt x="17901" y="16394"/>
                          <a:pt x="18081" y="16360"/>
                          <a:pt x="18081" y="16360"/>
                        </a:cubicBezTo>
                        <a:cubicBezTo>
                          <a:pt x="18081" y="16360"/>
                          <a:pt x="18849" y="15359"/>
                          <a:pt x="18181" y="14125"/>
                        </a:cubicBezTo>
                        <a:cubicBezTo>
                          <a:pt x="12144" y="13958"/>
                          <a:pt x="7407" y="4718"/>
                          <a:pt x="7407" y="4718"/>
                        </a:cubicBezTo>
                        <a:cubicBezTo>
                          <a:pt x="7407" y="4718"/>
                          <a:pt x="8241" y="1082"/>
                          <a:pt x="7407" y="849"/>
                        </a:cubicBezTo>
                        <a:cubicBezTo>
                          <a:pt x="7370" y="837"/>
                          <a:pt x="7334" y="831"/>
                          <a:pt x="7300" y="831"/>
                        </a:cubicBezTo>
                        <a:cubicBezTo>
                          <a:pt x="6559" y="831"/>
                          <a:pt x="6406" y="3450"/>
                          <a:pt x="6406" y="3450"/>
                        </a:cubicBezTo>
                        <a:cubicBezTo>
                          <a:pt x="6406" y="3450"/>
                          <a:pt x="4604" y="1"/>
                          <a:pt x="3729" y="1"/>
                        </a:cubicBez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p48"/>
                  <p:cNvSpPr/>
                  <p:nvPr/>
                </p:nvSpPr>
                <p:spPr>
                  <a:xfrm>
                    <a:off x="3789599" y="1248450"/>
                    <a:ext cx="492559" cy="429592"/>
                  </a:xfrm>
                  <a:custGeom>
                    <a:avLst/>
                    <a:gdLst/>
                    <a:ahLst/>
                    <a:cxnLst/>
                    <a:rect l="l" t="t" r="r" b="b"/>
                    <a:pathLst>
                      <a:path w="19282" h="16822" extrusionOk="0">
                        <a:moveTo>
                          <a:pt x="3843" y="1"/>
                        </a:moveTo>
                        <a:cubicBezTo>
                          <a:pt x="3829" y="1"/>
                          <a:pt x="3816" y="3"/>
                          <a:pt x="3803" y="9"/>
                        </a:cubicBezTo>
                        <a:cubicBezTo>
                          <a:pt x="3670" y="43"/>
                          <a:pt x="3537" y="176"/>
                          <a:pt x="3503" y="310"/>
                        </a:cubicBezTo>
                        <a:cubicBezTo>
                          <a:pt x="3370" y="643"/>
                          <a:pt x="3603" y="1177"/>
                          <a:pt x="3837" y="1711"/>
                        </a:cubicBezTo>
                        <a:cubicBezTo>
                          <a:pt x="3470" y="1377"/>
                          <a:pt x="3103" y="1077"/>
                          <a:pt x="2803" y="1077"/>
                        </a:cubicBezTo>
                        <a:cubicBezTo>
                          <a:pt x="2669" y="1077"/>
                          <a:pt x="2536" y="1177"/>
                          <a:pt x="2469" y="1244"/>
                        </a:cubicBezTo>
                        <a:cubicBezTo>
                          <a:pt x="2169" y="1577"/>
                          <a:pt x="2436" y="2211"/>
                          <a:pt x="2803" y="2811"/>
                        </a:cubicBezTo>
                        <a:cubicBezTo>
                          <a:pt x="2359" y="2456"/>
                          <a:pt x="1810" y="2128"/>
                          <a:pt x="1459" y="2128"/>
                        </a:cubicBezTo>
                        <a:cubicBezTo>
                          <a:pt x="1414" y="2128"/>
                          <a:pt x="1373" y="2133"/>
                          <a:pt x="1335" y="2144"/>
                        </a:cubicBezTo>
                        <a:cubicBezTo>
                          <a:pt x="1235" y="2178"/>
                          <a:pt x="1102" y="2244"/>
                          <a:pt x="1035" y="2378"/>
                        </a:cubicBezTo>
                        <a:cubicBezTo>
                          <a:pt x="868" y="2745"/>
                          <a:pt x="1168" y="3212"/>
                          <a:pt x="1535" y="3679"/>
                        </a:cubicBezTo>
                        <a:cubicBezTo>
                          <a:pt x="1135" y="3454"/>
                          <a:pt x="735" y="3285"/>
                          <a:pt x="447" y="3285"/>
                        </a:cubicBezTo>
                        <a:cubicBezTo>
                          <a:pt x="351" y="3285"/>
                          <a:pt x="268" y="3303"/>
                          <a:pt x="201" y="3345"/>
                        </a:cubicBezTo>
                        <a:cubicBezTo>
                          <a:pt x="134" y="3379"/>
                          <a:pt x="1" y="3512"/>
                          <a:pt x="34" y="3812"/>
                        </a:cubicBezTo>
                        <a:cubicBezTo>
                          <a:pt x="168" y="4713"/>
                          <a:pt x="2136" y="6047"/>
                          <a:pt x="3770" y="6581"/>
                        </a:cubicBezTo>
                        <a:cubicBezTo>
                          <a:pt x="4173" y="6742"/>
                          <a:pt x="4649" y="6867"/>
                          <a:pt x="5080" y="6867"/>
                        </a:cubicBezTo>
                        <a:cubicBezTo>
                          <a:pt x="5363" y="6867"/>
                          <a:pt x="5627" y="6813"/>
                          <a:pt x="5838" y="6681"/>
                        </a:cubicBezTo>
                        <a:cubicBezTo>
                          <a:pt x="10875" y="15988"/>
                          <a:pt x="15945" y="16821"/>
                          <a:pt x="17647" y="16821"/>
                        </a:cubicBezTo>
                        <a:cubicBezTo>
                          <a:pt x="17980" y="16821"/>
                          <a:pt x="18180" y="16755"/>
                          <a:pt x="18414" y="16755"/>
                        </a:cubicBezTo>
                        <a:cubicBezTo>
                          <a:pt x="18447" y="16755"/>
                          <a:pt x="18447" y="16755"/>
                          <a:pt x="18481" y="16721"/>
                        </a:cubicBezTo>
                        <a:cubicBezTo>
                          <a:pt x="18481" y="16688"/>
                          <a:pt x="19281" y="15654"/>
                          <a:pt x="18647" y="14353"/>
                        </a:cubicBezTo>
                        <a:cubicBezTo>
                          <a:pt x="18622" y="14278"/>
                          <a:pt x="18560" y="14240"/>
                          <a:pt x="18502" y="14240"/>
                        </a:cubicBezTo>
                        <a:cubicBezTo>
                          <a:pt x="18483" y="14240"/>
                          <a:pt x="18464" y="14245"/>
                          <a:pt x="18447" y="14253"/>
                        </a:cubicBezTo>
                        <a:cubicBezTo>
                          <a:pt x="18347" y="14286"/>
                          <a:pt x="18314" y="14386"/>
                          <a:pt x="18347" y="14486"/>
                        </a:cubicBezTo>
                        <a:cubicBezTo>
                          <a:pt x="18814" y="15420"/>
                          <a:pt x="18347" y="16254"/>
                          <a:pt x="18247" y="16488"/>
                        </a:cubicBezTo>
                        <a:cubicBezTo>
                          <a:pt x="18175" y="16495"/>
                          <a:pt x="18053" y="16504"/>
                          <a:pt x="17885" y="16504"/>
                        </a:cubicBezTo>
                        <a:cubicBezTo>
                          <a:pt x="17271" y="16504"/>
                          <a:pt x="16049" y="16387"/>
                          <a:pt x="14478" y="15654"/>
                        </a:cubicBezTo>
                        <a:cubicBezTo>
                          <a:pt x="12343" y="14587"/>
                          <a:pt x="9241" y="12185"/>
                          <a:pt x="6105" y="6381"/>
                        </a:cubicBezTo>
                        <a:cubicBezTo>
                          <a:pt x="6038" y="6347"/>
                          <a:pt x="6005" y="6281"/>
                          <a:pt x="5972" y="6281"/>
                        </a:cubicBezTo>
                        <a:cubicBezTo>
                          <a:pt x="5938" y="6281"/>
                          <a:pt x="5872" y="6281"/>
                          <a:pt x="5838" y="6347"/>
                        </a:cubicBezTo>
                        <a:cubicBezTo>
                          <a:pt x="5712" y="6473"/>
                          <a:pt x="5482" y="6540"/>
                          <a:pt x="5180" y="6540"/>
                        </a:cubicBezTo>
                        <a:cubicBezTo>
                          <a:pt x="4841" y="6540"/>
                          <a:pt x="4412" y="6457"/>
                          <a:pt x="3937" y="6281"/>
                        </a:cubicBezTo>
                        <a:cubicBezTo>
                          <a:pt x="2302" y="5714"/>
                          <a:pt x="501" y="4479"/>
                          <a:pt x="434" y="3745"/>
                        </a:cubicBezTo>
                        <a:cubicBezTo>
                          <a:pt x="434" y="3712"/>
                          <a:pt x="434" y="3612"/>
                          <a:pt x="468" y="3579"/>
                        </a:cubicBezTo>
                        <a:cubicBezTo>
                          <a:pt x="492" y="3564"/>
                          <a:pt x="524" y="3556"/>
                          <a:pt x="564" y="3556"/>
                        </a:cubicBezTo>
                        <a:cubicBezTo>
                          <a:pt x="962" y="3556"/>
                          <a:pt x="2102" y="4285"/>
                          <a:pt x="3103" y="5013"/>
                        </a:cubicBezTo>
                        <a:cubicBezTo>
                          <a:pt x="3136" y="5013"/>
                          <a:pt x="3136" y="5046"/>
                          <a:pt x="3170" y="5046"/>
                        </a:cubicBezTo>
                        <a:cubicBezTo>
                          <a:pt x="3184" y="5060"/>
                          <a:pt x="3214" y="5068"/>
                          <a:pt x="3248" y="5068"/>
                        </a:cubicBezTo>
                        <a:cubicBezTo>
                          <a:pt x="3296" y="5068"/>
                          <a:pt x="3350" y="5052"/>
                          <a:pt x="3370" y="5013"/>
                        </a:cubicBezTo>
                        <a:cubicBezTo>
                          <a:pt x="3437" y="4980"/>
                          <a:pt x="3437" y="4846"/>
                          <a:pt x="3336" y="4813"/>
                        </a:cubicBezTo>
                        <a:cubicBezTo>
                          <a:pt x="3303" y="4813"/>
                          <a:pt x="3303" y="4813"/>
                          <a:pt x="3270" y="4746"/>
                        </a:cubicBezTo>
                        <a:cubicBezTo>
                          <a:pt x="2336" y="4046"/>
                          <a:pt x="1168" y="2912"/>
                          <a:pt x="1402" y="2511"/>
                        </a:cubicBezTo>
                        <a:cubicBezTo>
                          <a:pt x="1435" y="2511"/>
                          <a:pt x="1435" y="2478"/>
                          <a:pt x="1468" y="2478"/>
                        </a:cubicBezTo>
                        <a:cubicBezTo>
                          <a:pt x="1488" y="2473"/>
                          <a:pt x="1509" y="2471"/>
                          <a:pt x="1533" y="2471"/>
                        </a:cubicBezTo>
                        <a:cubicBezTo>
                          <a:pt x="1990" y="2471"/>
                          <a:pt x="3169" y="3376"/>
                          <a:pt x="3803" y="3979"/>
                        </a:cubicBezTo>
                        <a:cubicBezTo>
                          <a:pt x="3820" y="3996"/>
                          <a:pt x="3862" y="4004"/>
                          <a:pt x="3904" y="4004"/>
                        </a:cubicBezTo>
                        <a:cubicBezTo>
                          <a:pt x="3945" y="4004"/>
                          <a:pt x="3987" y="3996"/>
                          <a:pt x="4004" y="3979"/>
                        </a:cubicBezTo>
                        <a:cubicBezTo>
                          <a:pt x="4037" y="3912"/>
                          <a:pt x="4037" y="3779"/>
                          <a:pt x="4004" y="3745"/>
                        </a:cubicBezTo>
                        <a:cubicBezTo>
                          <a:pt x="3336" y="3012"/>
                          <a:pt x="2469" y="1777"/>
                          <a:pt x="2769" y="1477"/>
                        </a:cubicBezTo>
                        <a:cubicBezTo>
                          <a:pt x="2769" y="1410"/>
                          <a:pt x="2803" y="1410"/>
                          <a:pt x="2836" y="1410"/>
                        </a:cubicBezTo>
                        <a:cubicBezTo>
                          <a:pt x="3270" y="1410"/>
                          <a:pt x="4204" y="2511"/>
                          <a:pt x="4704" y="3178"/>
                        </a:cubicBezTo>
                        <a:cubicBezTo>
                          <a:pt x="4743" y="3217"/>
                          <a:pt x="4782" y="3234"/>
                          <a:pt x="4828" y="3234"/>
                        </a:cubicBezTo>
                        <a:cubicBezTo>
                          <a:pt x="4860" y="3234"/>
                          <a:pt x="4896" y="3226"/>
                          <a:pt x="4938" y="3212"/>
                        </a:cubicBezTo>
                        <a:cubicBezTo>
                          <a:pt x="5004" y="3178"/>
                          <a:pt x="5004" y="3078"/>
                          <a:pt x="4971" y="3012"/>
                        </a:cubicBezTo>
                        <a:cubicBezTo>
                          <a:pt x="4437" y="2211"/>
                          <a:pt x="3637" y="843"/>
                          <a:pt x="3803" y="410"/>
                        </a:cubicBezTo>
                        <a:cubicBezTo>
                          <a:pt x="3803" y="376"/>
                          <a:pt x="3837" y="343"/>
                          <a:pt x="3870" y="343"/>
                        </a:cubicBezTo>
                        <a:cubicBezTo>
                          <a:pt x="3970" y="310"/>
                          <a:pt x="4037" y="210"/>
                          <a:pt x="4004" y="109"/>
                        </a:cubicBezTo>
                        <a:cubicBezTo>
                          <a:pt x="3976" y="55"/>
                          <a:pt x="3905" y="1"/>
                          <a:pt x="38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4" name="Google Shape;1274;p48"/>
                  <p:cNvSpPr/>
                  <p:nvPr/>
                </p:nvSpPr>
                <p:spPr>
                  <a:xfrm>
                    <a:off x="4461810" y="1615870"/>
                    <a:ext cx="189186" cy="379104"/>
                  </a:xfrm>
                  <a:custGeom>
                    <a:avLst/>
                    <a:gdLst/>
                    <a:ahLst/>
                    <a:cxnLst/>
                    <a:rect l="l" t="t" r="r" b="b"/>
                    <a:pathLst>
                      <a:path w="7406" h="14845" extrusionOk="0">
                        <a:moveTo>
                          <a:pt x="668" y="0"/>
                        </a:moveTo>
                        <a:lnTo>
                          <a:pt x="1" y="3169"/>
                        </a:lnTo>
                        <a:cubicBezTo>
                          <a:pt x="1" y="3169"/>
                          <a:pt x="4370" y="5471"/>
                          <a:pt x="4170" y="9040"/>
                        </a:cubicBezTo>
                        <a:cubicBezTo>
                          <a:pt x="3970" y="12676"/>
                          <a:pt x="2169" y="13210"/>
                          <a:pt x="2169" y="13210"/>
                        </a:cubicBezTo>
                        <a:lnTo>
                          <a:pt x="3403" y="14844"/>
                        </a:lnTo>
                        <a:cubicBezTo>
                          <a:pt x="3403" y="14844"/>
                          <a:pt x="7406" y="11876"/>
                          <a:pt x="6472" y="7873"/>
                        </a:cubicBezTo>
                        <a:cubicBezTo>
                          <a:pt x="5504" y="3870"/>
                          <a:pt x="668" y="0"/>
                          <a:pt x="668" y="0"/>
                        </a:cubicBez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48"/>
                  <p:cNvSpPr/>
                  <p:nvPr/>
                </p:nvSpPr>
                <p:spPr>
                  <a:xfrm>
                    <a:off x="4473737" y="1615308"/>
                    <a:ext cx="179811" cy="384774"/>
                  </a:xfrm>
                  <a:custGeom>
                    <a:avLst/>
                    <a:gdLst/>
                    <a:ahLst/>
                    <a:cxnLst/>
                    <a:rect l="l" t="t" r="r" b="b"/>
                    <a:pathLst>
                      <a:path w="7039" h="15067" extrusionOk="0">
                        <a:moveTo>
                          <a:pt x="155" y="0"/>
                        </a:moveTo>
                        <a:cubicBezTo>
                          <a:pt x="107" y="0"/>
                          <a:pt x="53" y="17"/>
                          <a:pt x="34" y="56"/>
                        </a:cubicBezTo>
                        <a:cubicBezTo>
                          <a:pt x="1" y="89"/>
                          <a:pt x="1" y="223"/>
                          <a:pt x="67" y="256"/>
                        </a:cubicBezTo>
                        <a:cubicBezTo>
                          <a:pt x="101" y="323"/>
                          <a:pt x="4904" y="4192"/>
                          <a:pt x="5838" y="8061"/>
                        </a:cubicBezTo>
                        <a:cubicBezTo>
                          <a:pt x="6605" y="11531"/>
                          <a:pt x="3603" y="14199"/>
                          <a:pt x="2936" y="14733"/>
                        </a:cubicBezTo>
                        <a:lnTo>
                          <a:pt x="1835" y="13232"/>
                        </a:lnTo>
                        <a:cubicBezTo>
                          <a:pt x="1796" y="13193"/>
                          <a:pt x="1757" y="13177"/>
                          <a:pt x="1711" y="13177"/>
                        </a:cubicBezTo>
                        <a:cubicBezTo>
                          <a:pt x="1679" y="13177"/>
                          <a:pt x="1643" y="13185"/>
                          <a:pt x="1602" y="13198"/>
                        </a:cubicBezTo>
                        <a:cubicBezTo>
                          <a:pt x="1535" y="13232"/>
                          <a:pt x="1535" y="13332"/>
                          <a:pt x="1568" y="13399"/>
                        </a:cubicBezTo>
                        <a:lnTo>
                          <a:pt x="2836" y="15033"/>
                        </a:lnTo>
                        <a:cubicBezTo>
                          <a:pt x="2869" y="15033"/>
                          <a:pt x="2903" y="15066"/>
                          <a:pt x="2936" y="15066"/>
                        </a:cubicBezTo>
                        <a:cubicBezTo>
                          <a:pt x="2980" y="15066"/>
                          <a:pt x="3010" y="15052"/>
                          <a:pt x="3015" y="15052"/>
                        </a:cubicBezTo>
                        <a:cubicBezTo>
                          <a:pt x="3018" y="15052"/>
                          <a:pt x="3014" y="15055"/>
                          <a:pt x="3003" y="15066"/>
                        </a:cubicBezTo>
                        <a:cubicBezTo>
                          <a:pt x="3036" y="15066"/>
                          <a:pt x="7039" y="12031"/>
                          <a:pt x="6072" y="7995"/>
                        </a:cubicBezTo>
                        <a:cubicBezTo>
                          <a:pt x="5171" y="3992"/>
                          <a:pt x="468" y="189"/>
                          <a:pt x="234" y="22"/>
                        </a:cubicBezTo>
                        <a:cubicBezTo>
                          <a:pt x="220" y="9"/>
                          <a:pt x="189" y="0"/>
                          <a:pt x="1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48"/>
                  <p:cNvSpPr/>
                  <p:nvPr/>
                </p:nvSpPr>
                <p:spPr>
                  <a:xfrm>
                    <a:off x="4182367" y="1252459"/>
                    <a:ext cx="224975" cy="232110"/>
                  </a:xfrm>
                  <a:custGeom>
                    <a:avLst/>
                    <a:gdLst/>
                    <a:ahLst/>
                    <a:cxnLst/>
                    <a:rect l="l" t="t" r="r" b="b"/>
                    <a:pathLst>
                      <a:path w="8807" h="9089" extrusionOk="0">
                        <a:moveTo>
                          <a:pt x="5357" y="0"/>
                        </a:moveTo>
                        <a:cubicBezTo>
                          <a:pt x="4593" y="0"/>
                          <a:pt x="3970" y="186"/>
                          <a:pt x="3970" y="186"/>
                        </a:cubicBezTo>
                        <a:cubicBezTo>
                          <a:pt x="3970" y="186"/>
                          <a:pt x="1001" y="1320"/>
                          <a:pt x="1235" y="3889"/>
                        </a:cubicBezTo>
                        <a:cubicBezTo>
                          <a:pt x="1148" y="3882"/>
                          <a:pt x="1065" y="3879"/>
                          <a:pt x="987" y="3879"/>
                        </a:cubicBezTo>
                        <a:cubicBezTo>
                          <a:pt x="264" y="3879"/>
                          <a:pt x="0" y="4169"/>
                          <a:pt x="934" y="4923"/>
                        </a:cubicBezTo>
                        <a:cubicBezTo>
                          <a:pt x="842" y="6094"/>
                          <a:pt x="1547" y="9089"/>
                          <a:pt x="4366" y="9089"/>
                        </a:cubicBezTo>
                        <a:cubicBezTo>
                          <a:pt x="4598" y="9089"/>
                          <a:pt x="4843" y="9069"/>
                          <a:pt x="5104" y="9026"/>
                        </a:cubicBezTo>
                        <a:cubicBezTo>
                          <a:pt x="8607" y="7591"/>
                          <a:pt x="8807" y="3155"/>
                          <a:pt x="7773" y="1220"/>
                        </a:cubicBezTo>
                        <a:cubicBezTo>
                          <a:pt x="7244" y="233"/>
                          <a:pt x="6213" y="0"/>
                          <a:pt x="5357" y="0"/>
                        </a:cubicBez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p48"/>
                  <p:cNvSpPr/>
                  <p:nvPr/>
                </p:nvSpPr>
                <p:spPr>
                  <a:xfrm>
                    <a:off x="4256486" y="1463906"/>
                    <a:ext cx="217311" cy="269523"/>
                  </a:xfrm>
                  <a:custGeom>
                    <a:avLst/>
                    <a:gdLst/>
                    <a:ahLst/>
                    <a:cxnLst/>
                    <a:rect l="l" t="t" r="r" b="b"/>
                    <a:pathLst>
                      <a:path w="8507" h="10554" extrusionOk="0">
                        <a:moveTo>
                          <a:pt x="3133" y="1"/>
                        </a:moveTo>
                        <a:cubicBezTo>
                          <a:pt x="2909" y="1"/>
                          <a:pt x="2235" y="747"/>
                          <a:pt x="2235" y="747"/>
                        </a:cubicBezTo>
                        <a:cubicBezTo>
                          <a:pt x="2235" y="747"/>
                          <a:pt x="3336" y="3816"/>
                          <a:pt x="434" y="5083"/>
                        </a:cubicBezTo>
                        <a:cubicBezTo>
                          <a:pt x="367" y="6784"/>
                          <a:pt x="0" y="10554"/>
                          <a:pt x="3937" y="10554"/>
                        </a:cubicBezTo>
                        <a:cubicBezTo>
                          <a:pt x="7939" y="10554"/>
                          <a:pt x="8507" y="9119"/>
                          <a:pt x="8507" y="8052"/>
                        </a:cubicBezTo>
                        <a:cubicBezTo>
                          <a:pt x="8507" y="6951"/>
                          <a:pt x="7506" y="2214"/>
                          <a:pt x="7506" y="2214"/>
                        </a:cubicBezTo>
                        <a:cubicBezTo>
                          <a:pt x="7506" y="2214"/>
                          <a:pt x="3203" y="480"/>
                          <a:pt x="3203" y="80"/>
                        </a:cubicBezTo>
                        <a:cubicBezTo>
                          <a:pt x="3198" y="24"/>
                          <a:pt x="3172" y="1"/>
                          <a:pt x="3133" y="1"/>
                        </a:cubicBez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8" name="Google Shape;1278;p48"/>
                  <p:cNvSpPr/>
                  <p:nvPr/>
                </p:nvSpPr>
                <p:spPr>
                  <a:xfrm>
                    <a:off x="4182367" y="1563053"/>
                    <a:ext cx="380927" cy="467821"/>
                  </a:xfrm>
                  <a:custGeom>
                    <a:avLst/>
                    <a:gdLst/>
                    <a:ahLst/>
                    <a:cxnLst/>
                    <a:rect l="l" t="t" r="r" b="b"/>
                    <a:pathLst>
                      <a:path w="14912" h="18319" extrusionOk="0">
                        <a:moveTo>
                          <a:pt x="3970" y="0"/>
                        </a:moveTo>
                        <a:lnTo>
                          <a:pt x="2636" y="67"/>
                        </a:lnTo>
                        <a:lnTo>
                          <a:pt x="2102" y="4270"/>
                        </a:lnTo>
                        <a:cubicBezTo>
                          <a:pt x="2102" y="4270"/>
                          <a:pt x="0" y="8373"/>
                          <a:pt x="1068" y="9040"/>
                        </a:cubicBezTo>
                        <a:cubicBezTo>
                          <a:pt x="1863" y="9553"/>
                          <a:pt x="2560" y="9612"/>
                          <a:pt x="2839" y="9612"/>
                        </a:cubicBezTo>
                        <a:cubicBezTo>
                          <a:pt x="2923" y="9612"/>
                          <a:pt x="2969" y="9607"/>
                          <a:pt x="2969" y="9607"/>
                        </a:cubicBezTo>
                        <a:lnTo>
                          <a:pt x="2969" y="9607"/>
                        </a:lnTo>
                        <a:lnTo>
                          <a:pt x="2502" y="18180"/>
                        </a:lnTo>
                        <a:cubicBezTo>
                          <a:pt x="2502" y="18180"/>
                          <a:pt x="4103" y="18319"/>
                          <a:pt x="6178" y="18319"/>
                        </a:cubicBezTo>
                        <a:cubicBezTo>
                          <a:pt x="9291" y="18319"/>
                          <a:pt x="13470" y="18006"/>
                          <a:pt x="14911" y="16445"/>
                        </a:cubicBezTo>
                        <a:cubicBezTo>
                          <a:pt x="13343" y="13777"/>
                          <a:pt x="11842" y="7606"/>
                          <a:pt x="12142" y="2736"/>
                        </a:cubicBezTo>
                        <a:cubicBezTo>
                          <a:pt x="11879" y="2209"/>
                          <a:pt x="11683" y="1994"/>
                          <a:pt x="11528" y="1994"/>
                        </a:cubicBezTo>
                        <a:cubicBezTo>
                          <a:pt x="11076" y="1994"/>
                          <a:pt x="10981" y="3836"/>
                          <a:pt x="10608" y="5104"/>
                        </a:cubicBezTo>
                        <a:cubicBezTo>
                          <a:pt x="10396" y="5890"/>
                          <a:pt x="9171" y="6258"/>
                          <a:pt x="7866" y="6258"/>
                        </a:cubicBezTo>
                        <a:cubicBezTo>
                          <a:pt x="6291" y="6258"/>
                          <a:pt x="4601" y="5722"/>
                          <a:pt x="4437" y="4737"/>
                        </a:cubicBezTo>
                        <a:cubicBezTo>
                          <a:pt x="4137" y="2936"/>
                          <a:pt x="3970" y="0"/>
                          <a:pt x="397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9" name="Google Shape;1279;p48"/>
                  <p:cNvSpPr/>
                  <p:nvPr/>
                </p:nvSpPr>
                <p:spPr>
                  <a:xfrm>
                    <a:off x="4178101" y="1563896"/>
                    <a:ext cx="387748" cy="471959"/>
                  </a:xfrm>
                  <a:custGeom>
                    <a:avLst/>
                    <a:gdLst/>
                    <a:ahLst/>
                    <a:cxnLst/>
                    <a:rect l="l" t="t" r="r" b="b"/>
                    <a:pathLst>
                      <a:path w="15179" h="18481" extrusionOk="0">
                        <a:moveTo>
                          <a:pt x="2736" y="1"/>
                        </a:moveTo>
                        <a:cubicBezTo>
                          <a:pt x="2636" y="1"/>
                          <a:pt x="2569" y="34"/>
                          <a:pt x="2569" y="134"/>
                        </a:cubicBezTo>
                        <a:lnTo>
                          <a:pt x="2102" y="4304"/>
                        </a:lnTo>
                        <a:cubicBezTo>
                          <a:pt x="1835" y="4837"/>
                          <a:pt x="1" y="8507"/>
                          <a:pt x="1135" y="9207"/>
                        </a:cubicBezTo>
                        <a:cubicBezTo>
                          <a:pt x="1969" y="9708"/>
                          <a:pt x="2636" y="9808"/>
                          <a:pt x="2969" y="9808"/>
                        </a:cubicBezTo>
                        <a:lnTo>
                          <a:pt x="2502" y="18180"/>
                        </a:lnTo>
                        <a:cubicBezTo>
                          <a:pt x="2469" y="18247"/>
                          <a:pt x="2569" y="18347"/>
                          <a:pt x="2636" y="18347"/>
                        </a:cubicBezTo>
                        <a:cubicBezTo>
                          <a:pt x="2803" y="18347"/>
                          <a:pt x="4337" y="18480"/>
                          <a:pt x="6338" y="18480"/>
                        </a:cubicBezTo>
                        <a:cubicBezTo>
                          <a:pt x="9474" y="18480"/>
                          <a:pt x="13644" y="18147"/>
                          <a:pt x="15111" y="16579"/>
                        </a:cubicBezTo>
                        <a:cubicBezTo>
                          <a:pt x="15178" y="16546"/>
                          <a:pt x="15178" y="16412"/>
                          <a:pt x="15111" y="16379"/>
                        </a:cubicBezTo>
                        <a:cubicBezTo>
                          <a:pt x="15095" y="16346"/>
                          <a:pt x="15053" y="16329"/>
                          <a:pt x="15011" y="16329"/>
                        </a:cubicBezTo>
                        <a:cubicBezTo>
                          <a:pt x="14970" y="16329"/>
                          <a:pt x="14928" y="16346"/>
                          <a:pt x="14911" y="16379"/>
                        </a:cubicBezTo>
                        <a:cubicBezTo>
                          <a:pt x="13528" y="17870"/>
                          <a:pt x="9388" y="18171"/>
                          <a:pt x="6298" y="18171"/>
                        </a:cubicBezTo>
                        <a:cubicBezTo>
                          <a:pt x="4618" y="18171"/>
                          <a:pt x="3249" y="18082"/>
                          <a:pt x="2803" y="18047"/>
                        </a:cubicBezTo>
                        <a:lnTo>
                          <a:pt x="3270" y="9641"/>
                        </a:lnTo>
                        <a:cubicBezTo>
                          <a:pt x="3270" y="9574"/>
                          <a:pt x="3270" y="9541"/>
                          <a:pt x="3236" y="9507"/>
                        </a:cubicBezTo>
                        <a:cubicBezTo>
                          <a:pt x="3170" y="9474"/>
                          <a:pt x="3136" y="9474"/>
                          <a:pt x="3103" y="9474"/>
                        </a:cubicBezTo>
                        <a:cubicBezTo>
                          <a:pt x="3103" y="9474"/>
                          <a:pt x="3079" y="9476"/>
                          <a:pt x="3033" y="9476"/>
                        </a:cubicBezTo>
                        <a:cubicBezTo>
                          <a:pt x="2818" y="9476"/>
                          <a:pt x="2128" y="9431"/>
                          <a:pt x="1302" y="8907"/>
                        </a:cubicBezTo>
                        <a:cubicBezTo>
                          <a:pt x="601" y="8507"/>
                          <a:pt x="1602" y="5905"/>
                          <a:pt x="2402" y="4370"/>
                        </a:cubicBezTo>
                        <a:lnTo>
                          <a:pt x="2402" y="4337"/>
                        </a:lnTo>
                        <a:lnTo>
                          <a:pt x="2836" y="167"/>
                        </a:lnTo>
                        <a:cubicBezTo>
                          <a:pt x="2903" y="67"/>
                          <a:pt x="2803" y="1"/>
                          <a:pt x="27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p48"/>
                  <p:cNvSpPr/>
                  <p:nvPr/>
                </p:nvSpPr>
                <p:spPr>
                  <a:xfrm>
                    <a:off x="4230920" y="1208352"/>
                    <a:ext cx="298263" cy="557560"/>
                  </a:xfrm>
                  <a:custGeom>
                    <a:avLst/>
                    <a:gdLst/>
                    <a:ahLst/>
                    <a:cxnLst/>
                    <a:rect l="l" t="t" r="r" b="b"/>
                    <a:pathLst>
                      <a:path w="11676" h="21833" extrusionOk="0">
                        <a:moveTo>
                          <a:pt x="4688" y="1"/>
                        </a:moveTo>
                        <a:cubicBezTo>
                          <a:pt x="1698" y="1"/>
                          <a:pt x="1" y="1913"/>
                          <a:pt x="1" y="1913"/>
                        </a:cubicBezTo>
                        <a:cubicBezTo>
                          <a:pt x="1" y="1913"/>
                          <a:pt x="201" y="5249"/>
                          <a:pt x="2569" y="5983"/>
                        </a:cubicBezTo>
                        <a:lnTo>
                          <a:pt x="2736" y="9051"/>
                        </a:lnTo>
                        <a:cubicBezTo>
                          <a:pt x="2436" y="13421"/>
                          <a:pt x="3403" y="18925"/>
                          <a:pt x="4437" y="21494"/>
                        </a:cubicBezTo>
                        <a:cubicBezTo>
                          <a:pt x="4762" y="21734"/>
                          <a:pt x="5204" y="21833"/>
                          <a:pt x="5712" y="21833"/>
                        </a:cubicBezTo>
                        <a:cubicBezTo>
                          <a:pt x="8021" y="21833"/>
                          <a:pt x="11676" y="19792"/>
                          <a:pt x="11676" y="19792"/>
                        </a:cubicBezTo>
                        <a:cubicBezTo>
                          <a:pt x="11676" y="19792"/>
                          <a:pt x="10041" y="15489"/>
                          <a:pt x="9941" y="12387"/>
                        </a:cubicBezTo>
                        <a:cubicBezTo>
                          <a:pt x="9874" y="9252"/>
                          <a:pt x="10542" y="1146"/>
                          <a:pt x="6439" y="212"/>
                        </a:cubicBezTo>
                        <a:cubicBezTo>
                          <a:pt x="5814" y="63"/>
                          <a:pt x="5230" y="1"/>
                          <a:pt x="468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p48"/>
                  <p:cNvSpPr/>
                  <p:nvPr/>
                </p:nvSpPr>
                <p:spPr>
                  <a:xfrm>
                    <a:off x="4277788" y="1350840"/>
                    <a:ext cx="77555" cy="92854"/>
                  </a:xfrm>
                  <a:custGeom>
                    <a:avLst/>
                    <a:gdLst/>
                    <a:ahLst/>
                    <a:cxnLst/>
                    <a:rect l="l" t="t" r="r" b="b"/>
                    <a:pathLst>
                      <a:path w="3036" h="3636" extrusionOk="0">
                        <a:moveTo>
                          <a:pt x="1961" y="0"/>
                        </a:moveTo>
                        <a:cubicBezTo>
                          <a:pt x="1148" y="0"/>
                          <a:pt x="67" y="804"/>
                          <a:pt x="67" y="804"/>
                        </a:cubicBezTo>
                        <a:lnTo>
                          <a:pt x="0" y="3005"/>
                        </a:lnTo>
                        <a:cubicBezTo>
                          <a:pt x="0" y="3005"/>
                          <a:pt x="534" y="3636"/>
                          <a:pt x="1290" y="3636"/>
                        </a:cubicBezTo>
                        <a:cubicBezTo>
                          <a:pt x="1421" y="3636"/>
                          <a:pt x="1559" y="3617"/>
                          <a:pt x="1702" y="3573"/>
                        </a:cubicBezTo>
                        <a:cubicBezTo>
                          <a:pt x="2602" y="3306"/>
                          <a:pt x="3036" y="3072"/>
                          <a:pt x="2836" y="1004"/>
                        </a:cubicBezTo>
                        <a:cubicBezTo>
                          <a:pt x="2776" y="245"/>
                          <a:pt x="2409" y="0"/>
                          <a:pt x="1961" y="0"/>
                        </a:cubicBezTo>
                        <a:close/>
                      </a:path>
                    </a:pathLst>
                  </a:custGeom>
                  <a:solidFill>
                    <a:srgbClr val="B56A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p48"/>
                  <p:cNvSpPr/>
                  <p:nvPr/>
                </p:nvSpPr>
                <p:spPr>
                  <a:xfrm>
                    <a:off x="4292269" y="1375614"/>
                    <a:ext cx="39212" cy="36646"/>
                  </a:xfrm>
                  <a:custGeom>
                    <a:avLst/>
                    <a:gdLst/>
                    <a:ahLst/>
                    <a:cxnLst/>
                    <a:rect l="l" t="t" r="r" b="b"/>
                    <a:pathLst>
                      <a:path w="1535" h="1435" extrusionOk="0">
                        <a:moveTo>
                          <a:pt x="1368" y="1"/>
                        </a:moveTo>
                        <a:cubicBezTo>
                          <a:pt x="434" y="34"/>
                          <a:pt x="34" y="868"/>
                          <a:pt x="0" y="1268"/>
                        </a:cubicBezTo>
                        <a:cubicBezTo>
                          <a:pt x="0" y="1368"/>
                          <a:pt x="101" y="1435"/>
                          <a:pt x="167" y="1435"/>
                        </a:cubicBezTo>
                        <a:cubicBezTo>
                          <a:pt x="267" y="1435"/>
                          <a:pt x="334" y="1368"/>
                          <a:pt x="301" y="1335"/>
                        </a:cubicBezTo>
                        <a:cubicBezTo>
                          <a:pt x="301" y="1335"/>
                          <a:pt x="434" y="368"/>
                          <a:pt x="1368" y="334"/>
                        </a:cubicBezTo>
                        <a:cubicBezTo>
                          <a:pt x="1502" y="334"/>
                          <a:pt x="1535" y="234"/>
                          <a:pt x="1535" y="167"/>
                        </a:cubicBezTo>
                        <a:cubicBezTo>
                          <a:pt x="1535" y="34"/>
                          <a:pt x="1468" y="1"/>
                          <a:pt x="13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48"/>
                  <p:cNvSpPr/>
                  <p:nvPr/>
                </p:nvSpPr>
                <p:spPr>
                  <a:xfrm>
                    <a:off x="4348510" y="1529826"/>
                    <a:ext cx="57093" cy="213825"/>
                  </a:xfrm>
                  <a:custGeom>
                    <a:avLst/>
                    <a:gdLst/>
                    <a:ahLst/>
                    <a:cxnLst/>
                    <a:rect l="l" t="t" r="r" b="b"/>
                    <a:pathLst>
                      <a:path w="2235" h="8373" extrusionOk="0">
                        <a:moveTo>
                          <a:pt x="200" y="0"/>
                        </a:moveTo>
                        <a:cubicBezTo>
                          <a:pt x="100" y="0"/>
                          <a:pt x="0" y="67"/>
                          <a:pt x="0" y="167"/>
                        </a:cubicBezTo>
                        <a:cubicBezTo>
                          <a:pt x="0" y="367"/>
                          <a:pt x="133" y="5738"/>
                          <a:pt x="1901" y="8306"/>
                        </a:cubicBezTo>
                        <a:cubicBezTo>
                          <a:pt x="1935" y="8340"/>
                          <a:pt x="1968" y="8373"/>
                          <a:pt x="2001" y="8373"/>
                        </a:cubicBezTo>
                        <a:cubicBezTo>
                          <a:pt x="2068" y="8373"/>
                          <a:pt x="2102" y="8340"/>
                          <a:pt x="2135" y="8340"/>
                        </a:cubicBezTo>
                        <a:cubicBezTo>
                          <a:pt x="2235" y="8306"/>
                          <a:pt x="2235" y="8206"/>
                          <a:pt x="2202" y="8139"/>
                        </a:cubicBezTo>
                        <a:cubicBezTo>
                          <a:pt x="467" y="5671"/>
                          <a:pt x="367" y="200"/>
                          <a:pt x="367" y="167"/>
                        </a:cubicBezTo>
                        <a:cubicBezTo>
                          <a:pt x="367" y="67"/>
                          <a:pt x="267" y="0"/>
                          <a:pt x="2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p48"/>
                  <p:cNvSpPr/>
                  <p:nvPr/>
                </p:nvSpPr>
                <p:spPr>
                  <a:xfrm>
                    <a:off x="4441351" y="1465924"/>
                    <a:ext cx="26465" cy="126947"/>
                  </a:xfrm>
                  <a:custGeom>
                    <a:avLst/>
                    <a:gdLst/>
                    <a:ahLst/>
                    <a:cxnLst/>
                    <a:rect l="l" t="t" r="r" b="b"/>
                    <a:pathLst>
                      <a:path w="1036" h="4971" extrusionOk="0">
                        <a:moveTo>
                          <a:pt x="168" y="1"/>
                        </a:moveTo>
                        <a:cubicBezTo>
                          <a:pt x="101" y="1"/>
                          <a:pt x="1" y="67"/>
                          <a:pt x="1" y="167"/>
                        </a:cubicBezTo>
                        <a:cubicBezTo>
                          <a:pt x="1" y="301"/>
                          <a:pt x="1" y="3970"/>
                          <a:pt x="768" y="4904"/>
                        </a:cubicBezTo>
                        <a:cubicBezTo>
                          <a:pt x="802" y="4904"/>
                          <a:pt x="835" y="4971"/>
                          <a:pt x="868" y="4971"/>
                        </a:cubicBezTo>
                        <a:cubicBezTo>
                          <a:pt x="913" y="4971"/>
                          <a:pt x="942" y="4941"/>
                          <a:pt x="957" y="4941"/>
                        </a:cubicBezTo>
                        <a:cubicBezTo>
                          <a:pt x="965" y="4941"/>
                          <a:pt x="968" y="4949"/>
                          <a:pt x="968" y="4971"/>
                        </a:cubicBezTo>
                        <a:cubicBezTo>
                          <a:pt x="1035" y="4904"/>
                          <a:pt x="1035" y="4837"/>
                          <a:pt x="1002" y="4737"/>
                        </a:cubicBezTo>
                        <a:cubicBezTo>
                          <a:pt x="335" y="3837"/>
                          <a:pt x="335" y="201"/>
                          <a:pt x="335" y="167"/>
                        </a:cubicBezTo>
                        <a:cubicBezTo>
                          <a:pt x="335" y="67"/>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48"/>
                  <p:cNvSpPr/>
                  <p:nvPr/>
                </p:nvSpPr>
                <p:spPr>
                  <a:xfrm>
                    <a:off x="4374051" y="1242703"/>
                    <a:ext cx="57987" cy="92037"/>
                  </a:xfrm>
                  <a:custGeom>
                    <a:avLst/>
                    <a:gdLst/>
                    <a:ahLst/>
                    <a:cxnLst/>
                    <a:rect l="l" t="t" r="r" b="b"/>
                    <a:pathLst>
                      <a:path w="2270" h="3604" extrusionOk="0">
                        <a:moveTo>
                          <a:pt x="168" y="1"/>
                        </a:moveTo>
                        <a:cubicBezTo>
                          <a:pt x="101" y="1"/>
                          <a:pt x="1" y="101"/>
                          <a:pt x="1" y="168"/>
                        </a:cubicBezTo>
                        <a:cubicBezTo>
                          <a:pt x="1" y="268"/>
                          <a:pt x="101" y="334"/>
                          <a:pt x="168" y="334"/>
                        </a:cubicBezTo>
                        <a:cubicBezTo>
                          <a:pt x="234" y="334"/>
                          <a:pt x="1769" y="401"/>
                          <a:pt x="1935" y="3437"/>
                        </a:cubicBezTo>
                        <a:cubicBezTo>
                          <a:pt x="1935" y="3537"/>
                          <a:pt x="2002" y="3604"/>
                          <a:pt x="2102" y="3604"/>
                        </a:cubicBezTo>
                        <a:cubicBezTo>
                          <a:pt x="2236" y="3570"/>
                          <a:pt x="2269" y="3537"/>
                          <a:pt x="2269" y="3403"/>
                        </a:cubicBezTo>
                        <a:cubicBezTo>
                          <a:pt x="2069" y="68"/>
                          <a:pt x="268" y="1"/>
                          <a:pt x="1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48"/>
                  <p:cNvSpPr/>
                  <p:nvPr/>
                </p:nvSpPr>
                <p:spPr>
                  <a:xfrm>
                    <a:off x="4376605" y="1279890"/>
                    <a:ext cx="33260" cy="72731"/>
                  </a:xfrm>
                  <a:custGeom>
                    <a:avLst/>
                    <a:gdLst/>
                    <a:ahLst/>
                    <a:cxnLst/>
                    <a:rect l="l" t="t" r="r" b="b"/>
                    <a:pathLst>
                      <a:path w="1302" h="2848" extrusionOk="0">
                        <a:moveTo>
                          <a:pt x="180" y="0"/>
                        </a:moveTo>
                        <a:cubicBezTo>
                          <a:pt x="122" y="0"/>
                          <a:pt x="59" y="38"/>
                          <a:pt x="34" y="113"/>
                        </a:cubicBezTo>
                        <a:cubicBezTo>
                          <a:pt x="1" y="179"/>
                          <a:pt x="34" y="280"/>
                          <a:pt x="134" y="313"/>
                        </a:cubicBezTo>
                        <a:cubicBezTo>
                          <a:pt x="134" y="313"/>
                          <a:pt x="868" y="747"/>
                          <a:pt x="968" y="2681"/>
                        </a:cubicBezTo>
                        <a:cubicBezTo>
                          <a:pt x="968" y="2781"/>
                          <a:pt x="1035" y="2848"/>
                          <a:pt x="1135" y="2848"/>
                        </a:cubicBezTo>
                        <a:cubicBezTo>
                          <a:pt x="1202" y="2848"/>
                          <a:pt x="1302" y="2781"/>
                          <a:pt x="1235" y="2681"/>
                        </a:cubicBezTo>
                        <a:cubicBezTo>
                          <a:pt x="1168" y="513"/>
                          <a:pt x="301" y="13"/>
                          <a:pt x="234" y="13"/>
                        </a:cubicBezTo>
                        <a:cubicBezTo>
                          <a:pt x="218" y="4"/>
                          <a:pt x="199" y="0"/>
                          <a:pt x="1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87" name="Google Shape;1287;p48"/>
                <p:cNvSpPr/>
                <p:nvPr/>
              </p:nvSpPr>
              <p:spPr>
                <a:xfrm>
                  <a:off x="4222415" y="1348261"/>
                  <a:ext cx="19619" cy="25972"/>
                </a:xfrm>
                <a:custGeom>
                  <a:avLst/>
                  <a:gdLst/>
                  <a:ahLst/>
                  <a:cxnLst/>
                  <a:rect l="l" t="t" r="r" b="b"/>
                  <a:pathLst>
                    <a:path w="768" h="1017" extrusionOk="0">
                      <a:moveTo>
                        <a:pt x="318" y="1"/>
                      </a:moveTo>
                      <a:cubicBezTo>
                        <a:pt x="301" y="1"/>
                        <a:pt x="284" y="2"/>
                        <a:pt x="267" y="4"/>
                      </a:cubicBezTo>
                      <a:cubicBezTo>
                        <a:pt x="67" y="71"/>
                        <a:pt x="0" y="304"/>
                        <a:pt x="34" y="605"/>
                      </a:cubicBezTo>
                      <a:cubicBezTo>
                        <a:pt x="63" y="811"/>
                        <a:pt x="222" y="1017"/>
                        <a:pt x="419" y="1017"/>
                      </a:cubicBezTo>
                      <a:cubicBezTo>
                        <a:pt x="446" y="1017"/>
                        <a:pt x="473" y="1013"/>
                        <a:pt x="501" y="1005"/>
                      </a:cubicBezTo>
                      <a:cubicBezTo>
                        <a:pt x="701" y="972"/>
                        <a:pt x="767" y="738"/>
                        <a:pt x="734" y="438"/>
                      </a:cubicBezTo>
                      <a:cubicBezTo>
                        <a:pt x="703" y="191"/>
                        <a:pt x="529" y="1"/>
                        <a:pt x="3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p48"/>
                <p:cNvSpPr/>
                <p:nvPr/>
              </p:nvSpPr>
              <p:spPr>
                <a:xfrm>
                  <a:off x="4214727" y="1396915"/>
                  <a:ext cx="40080" cy="27274"/>
                </a:xfrm>
                <a:custGeom>
                  <a:avLst/>
                  <a:gdLst/>
                  <a:ahLst/>
                  <a:cxnLst/>
                  <a:rect l="l" t="t" r="r" b="b"/>
                  <a:pathLst>
                    <a:path w="1569" h="1068" extrusionOk="0">
                      <a:moveTo>
                        <a:pt x="1469" y="1"/>
                      </a:moveTo>
                      <a:cubicBezTo>
                        <a:pt x="1369" y="1"/>
                        <a:pt x="1302" y="34"/>
                        <a:pt x="1302" y="101"/>
                      </a:cubicBezTo>
                      <a:cubicBezTo>
                        <a:pt x="1202" y="401"/>
                        <a:pt x="1068" y="568"/>
                        <a:pt x="902" y="701"/>
                      </a:cubicBezTo>
                      <a:cubicBezTo>
                        <a:pt x="799" y="765"/>
                        <a:pt x="677" y="785"/>
                        <a:pt x="565" y="785"/>
                      </a:cubicBezTo>
                      <a:cubicBezTo>
                        <a:pt x="386" y="785"/>
                        <a:pt x="234" y="734"/>
                        <a:pt x="234" y="734"/>
                      </a:cubicBezTo>
                      <a:cubicBezTo>
                        <a:pt x="218" y="726"/>
                        <a:pt x="199" y="722"/>
                        <a:pt x="180" y="722"/>
                      </a:cubicBezTo>
                      <a:cubicBezTo>
                        <a:pt x="122" y="722"/>
                        <a:pt x="59" y="759"/>
                        <a:pt x="34" y="835"/>
                      </a:cubicBezTo>
                      <a:cubicBezTo>
                        <a:pt x="1" y="901"/>
                        <a:pt x="34" y="1001"/>
                        <a:pt x="134" y="1035"/>
                      </a:cubicBezTo>
                      <a:cubicBezTo>
                        <a:pt x="134" y="1035"/>
                        <a:pt x="301" y="1068"/>
                        <a:pt x="501" y="1068"/>
                      </a:cubicBezTo>
                      <a:cubicBezTo>
                        <a:pt x="668" y="1068"/>
                        <a:pt x="835" y="1035"/>
                        <a:pt x="1068" y="935"/>
                      </a:cubicBezTo>
                      <a:cubicBezTo>
                        <a:pt x="1335" y="768"/>
                        <a:pt x="1502" y="534"/>
                        <a:pt x="1569" y="167"/>
                      </a:cubicBezTo>
                      <a:cubicBezTo>
                        <a:pt x="1569" y="67"/>
                        <a:pt x="1535" y="1"/>
                        <a:pt x="14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9" name="Google Shape;1289;p48"/>
              <p:cNvGrpSpPr/>
              <p:nvPr/>
            </p:nvGrpSpPr>
            <p:grpSpPr>
              <a:xfrm>
                <a:off x="1809617" y="1975527"/>
                <a:ext cx="640768" cy="1305148"/>
                <a:chOff x="1809617" y="1975527"/>
                <a:chExt cx="640768" cy="1305148"/>
              </a:xfrm>
            </p:grpSpPr>
            <p:sp>
              <p:nvSpPr>
                <p:cNvPr id="1290" name="Google Shape;1290;p48"/>
                <p:cNvSpPr/>
                <p:nvPr/>
              </p:nvSpPr>
              <p:spPr>
                <a:xfrm>
                  <a:off x="1840292" y="2662762"/>
                  <a:ext cx="452504" cy="589125"/>
                </a:xfrm>
                <a:custGeom>
                  <a:avLst/>
                  <a:gdLst/>
                  <a:ahLst/>
                  <a:cxnLst/>
                  <a:rect l="l" t="t" r="r" b="b"/>
                  <a:pathLst>
                    <a:path w="17714" h="23069" extrusionOk="0">
                      <a:moveTo>
                        <a:pt x="10139" y="0"/>
                      </a:moveTo>
                      <a:cubicBezTo>
                        <a:pt x="6959" y="0"/>
                        <a:pt x="1201" y="2475"/>
                        <a:pt x="1201" y="2475"/>
                      </a:cubicBezTo>
                      <a:cubicBezTo>
                        <a:pt x="1201" y="2475"/>
                        <a:pt x="201" y="7545"/>
                        <a:pt x="201" y="13916"/>
                      </a:cubicBezTo>
                      <a:cubicBezTo>
                        <a:pt x="201" y="18686"/>
                        <a:pt x="67" y="21322"/>
                        <a:pt x="1" y="22322"/>
                      </a:cubicBezTo>
                      <a:cubicBezTo>
                        <a:pt x="485" y="22575"/>
                        <a:pt x="1490" y="23068"/>
                        <a:pt x="2256" y="23068"/>
                      </a:cubicBezTo>
                      <a:cubicBezTo>
                        <a:pt x="2702" y="23068"/>
                        <a:pt x="3068" y="22901"/>
                        <a:pt x="3203" y="22422"/>
                      </a:cubicBezTo>
                      <a:cubicBezTo>
                        <a:pt x="2736" y="22089"/>
                        <a:pt x="2302" y="21889"/>
                        <a:pt x="2302" y="21889"/>
                      </a:cubicBezTo>
                      <a:cubicBezTo>
                        <a:pt x="2302" y="21889"/>
                        <a:pt x="3069" y="8512"/>
                        <a:pt x="4804" y="7078"/>
                      </a:cubicBezTo>
                      <a:cubicBezTo>
                        <a:pt x="5659" y="6401"/>
                        <a:pt x="7497" y="5988"/>
                        <a:pt x="9280" y="5988"/>
                      </a:cubicBezTo>
                      <a:cubicBezTo>
                        <a:pt x="11184" y="5988"/>
                        <a:pt x="13027" y="6459"/>
                        <a:pt x="13544" y="7578"/>
                      </a:cubicBezTo>
                      <a:cubicBezTo>
                        <a:pt x="14378" y="9380"/>
                        <a:pt x="13877" y="13349"/>
                        <a:pt x="14077" y="15017"/>
                      </a:cubicBezTo>
                      <a:cubicBezTo>
                        <a:pt x="14507" y="15068"/>
                        <a:pt x="16027" y="15730"/>
                        <a:pt x="17000" y="15730"/>
                      </a:cubicBezTo>
                      <a:cubicBezTo>
                        <a:pt x="17312" y="15730"/>
                        <a:pt x="17568" y="15662"/>
                        <a:pt x="17713" y="15484"/>
                      </a:cubicBezTo>
                      <a:cubicBezTo>
                        <a:pt x="17280" y="14917"/>
                        <a:pt x="16379" y="14350"/>
                        <a:pt x="16379" y="14350"/>
                      </a:cubicBezTo>
                      <a:cubicBezTo>
                        <a:pt x="16379" y="14350"/>
                        <a:pt x="17446" y="6878"/>
                        <a:pt x="17113" y="4376"/>
                      </a:cubicBezTo>
                      <a:cubicBezTo>
                        <a:pt x="16779" y="1874"/>
                        <a:pt x="13911" y="974"/>
                        <a:pt x="11242" y="140"/>
                      </a:cubicBezTo>
                      <a:cubicBezTo>
                        <a:pt x="10932" y="43"/>
                        <a:pt x="10558" y="0"/>
                        <a:pt x="10139" y="0"/>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48"/>
                <p:cNvSpPr/>
                <p:nvPr/>
              </p:nvSpPr>
              <p:spPr>
                <a:xfrm>
                  <a:off x="2143590" y="1977698"/>
                  <a:ext cx="306795" cy="427906"/>
                </a:xfrm>
                <a:custGeom>
                  <a:avLst/>
                  <a:gdLst/>
                  <a:ahLst/>
                  <a:cxnLst/>
                  <a:rect l="l" t="t" r="r" b="b"/>
                  <a:pathLst>
                    <a:path w="12010" h="16756" extrusionOk="0">
                      <a:moveTo>
                        <a:pt x="8618" y="1"/>
                      </a:moveTo>
                      <a:cubicBezTo>
                        <a:pt x="7935" y="1"/>
                        <a:pt x="6672" y="3946"/>
                        <a:pt x="6672" y="3946"/>
                      </a:cubicBezTo>
                      <a:lnTo>
                        <a:pt x="6005" y="2979"/>
                      </a:lnTo>
                      <a:lnTo>
                        <a:pt x="5772" y="6848"/>
                      </a:lnTo>
                      <a:lnTo>
                        <a:pt x="1" y="14854"/>
                      </a:lnTo>
                      <a:lnTo>
                        <a:pt x="1569" y="16756"/>
                      </a:lnTo>
                      <a:cubicBezTo>
                        <a:pt x="1569" y="16756"/>
                        <a:pt x="6706" y="9817"/>
                        <a:pt x="7573" y="7649"/>
                      </a:cubicBezTo>
                      <a:cubicBezTo>
                        <a:pt x="9341" y="7415"/>
                        <a:pt x="12009" y="3913"/>
                        <a:pt x="11509" y="3413"/>
                      </a:cubicBezTo>
                      <a:cubicBezTo>
                        <a:pt x="11445" y="3353"/>
                        <a:pt x="11376" y="3326"/>
                        <a:pt x="11303" y="3326"/>
                      </a:cubicBezTo>
                      <a:cubicBezTo>
                        <a:pt x="10934" y="3326"/>
                        <a:pt x="10484" y="4013"/>
                        <a:pt x="10244" y="4432"/>
                      </a:cubicBezTo>
                      <a:lnTo>
                        <a:pt x="10244" y="4432"/>
                      </a:lnTo>
                      <a:cubicBezTo>
                        <a:pt x="10531" y="3871"/>
                        <a:pt x="11048" y="2727"/>
                        <a:pt x="10675" y="2379"/>
                      </a:cubicBezTo>
                      <a:cubicBezTo>
                        <a:pt x="10623" y="2330"/>
                        <a:pt x="10565" y="2308"/>
                        <a:pt x="10503" y="2308"/>
                      </a:cubicBezTo>
                      <a:cubicBezTo>
                        <a:pt x="9981" y="2308"/>
                        <a:pt x="9175" y="3846"/>
                        <a:pt x="9142" y="3911"/>
                      </a:cubicBezTo>
                      <a:lnTo>
                        <a:pt x="9142" y="3911"/>
                      </a:lnTo>
                      <a:cubicBezTo>
                        <a:pt x="9183" y="3832"/>
                        <a:pt x="10363" y="1538"/>
                        <a:pt x="9708" y="1178"/>
                      </a:cubicBezTo>
                      <a:cubicBezTo>
                        <a:pt x="9660" y="1151"/>
                        <a:pt x="9611" y="1139"/>
                        <a:pt x="9562" y="1139"/>
                      </a:cubicBezTo>
                      <a:cubicBezTo>
                        <a:pt x="9025" y="1139"/>
                        <a:pt x="8430" y="2589"/>
                        <a:pt x="8257" y="3044"/>
                      </a:cubicBezTo>
                      <a:lnTo>
                        <a:pt x="8257" y="3044"/>
                      </a:lnTo>
                      <a:cubicBezTo>
                        <a:pt x="8468" y="2462"/>
                        <a:pt x="9255" y="185"/>
                        <a:pt x="8674" y="10"/>
                      </a:cubicBezTo>
                      <a:cubicBezTo>
                        <a:pt x="8655" y="4"/>
                        <a:pt x="8637" y="1"/>
                        <a:pt x="8618"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p48"/>
                <p:cNvSpPr/>
                <p:nvPr/>
              </p:nvSpPr>
              <p:spPr>
                <a:xfrm>
                  <a:off x="2179373" y="1975527"/>
                  <a:ext cx="267584" cy="435185"/>
                </a:xfrm>
                <a:custGeom>
                  <a:avLst/>
                  <a:gdLst/>
                  <a:ahLst/>
                  <a:cxnLst/>
                  <a:rect l="l" t="t" r="r" b="b"/>
                  <a:pathLst>
                    <a:path w="10475" h="17041" extrusionOk="0">
                      <a:moveTo>
                        <a:pt x="7360" y="1"/>
                      </a:moveTo>
                      <a:cubicBezTo>
                        <a:pt x="7303" y="1"/>
                        <a:pt x="7263" y="48"/>
                        <a:pt x="7239" y="95"/>
                      </a:cubicBezTo>
                      <a:cubicBezTo>
                        <a:pt x="7173" y="195"/>
                        <a:pt x="7239" y="262"/>
                        <a:pt x="7306" y="295"/>
                      </a:cubicBezTo>
                      <a:lnTo>
                        <a:pt x="7339" y="362"/>
                      </a:lnTo>
                      <a:cubicBezTo>
                        <a:pt x="7573" y="762"/>
                        <a:pt x="7173" y="2130"/>
                        <a:pt x="6839" y="3064"/>
                      </a:cubicBezTo>
                      <a:cubicBezTo>
                        <a:pt x="6806" y="3131"/>
                        <a:pt x="6772" y="3231"/>
                        <a:pt x="6772" y="3264"/>
                      </a:cubicBezTo>
                      <a:cubicBezTo>
                        <a:pt x="6739" y="3364"/>
                        <a:pt x="6772" y="3431"/>
                        <a:pt x="6839" y="3464"/>
                      </a:cubicBezTo>
                      <a:cubicBezTo>
                        <a:pt x="6868" y="3484"/>
                        <a:pt x="6895" y="3492"/>
                        <a:pt x="6919" y="3492"/>
                      </a:cubicBezTo>
                      <a:cubicBezTo>
                        <a:pt x="6978" y="3492"/>
                        <a:pt x="7025" y="3445"/>
                        <a:pt x="7072" y="3398"/>
                      </a:cubicBezTo>
                      <a:cubicBezTo>
                        <a:pt x="7072" y="3398"/>
                        <a:pt x="7106" y="3297"/>
                        <a:pt x="7139" y="3197"/>
                      </a:cubicBezTo>
                      <a:cubicBezTo>
                        <a:pt x="7406" y="2530"/>
                        <a:pt x="7840" y="1596"/>
                        <a:pt x="8173" y="1463"/>
                      </a:cubicBezTo>
                      <a:cubicBezTo>
                        <a:pt x="8207" y="1446"/>
                        <a:pt x="8232" y="1438"/>
                        <a:pt x="8252" y="1438"/>
                      </a:cubicBezTo>
                      <a:cubicBezTo>
                        <a:pt x="8273" y="1438"/>
                        <a:pt x="8290" y="1446"/>
                        <a:pt x="8307" y="1463"/>
                      </a:cubicBezTo>
                      <a:cubicBezTo>
                        <a:pt x="8640" y="1630"/>
                        <a:pt x="8140" y="3031"/>
                        <a:pt x="7673" y="3931"/>
                      </a:cubicBezTo>
                      <a:cubicBezTo>
                        <a:pt x="7640" y="3931"/>
                        <a:pt x="7640" y="3965"/>
                        <a:pt x="7640" y="3965"/>
                      </a:cubicBezTo>
                      <a:cubicBezTo>
                        <a:pt x="7606" y="4065"/>
                        <a:pt x="7640" y="4131"/>
                        <a:pt x="7740" y="4198"/>
                      </a:cubicBezTo>
                      <a:cubicBezTo>
                        <a:pt x="7756" y="4206"/>
                        <a:pt x="7775" y="4211"/>
                        <a:pt x="7794" y="4211"/>
                      </a:cubicBezTo>
                      <a:cubicBezTo>
                        <a:pt x="7852" y="4211"/>
                        <a:pt x="7915" y="4173"/>
                        <a:pt x="7940" y="4098"/>
                      </a:cubicBezTo>
                      <a:cubicBezTo>
                        <a:pt x="7940" y="4065"/>
                        <a:pt x="7973" y="4065"/>
                        <a:pt x="7973" y="4031"/>
                      </a:cubicBezTo>
                      <a:cubicBezTo>
                        <a:pt x="8273" y="3464"/>
                        <a:pt x="8807" y="2630"/>
                        <a:pt x="9141" y="2564"/>
                      </a:cubicBezTo>
                      <a:cubicBezTo>
                        <a:pt x="9174" y="2564"/>
                        <a:pt x="9174" y="2564"/>
                        <a:pt x="9241" y="2597"/>
                      </a:cubicBezTo>
                      <a:cubicBezTo>
                        <a:pt x="9441" y="2797"/>
                        <a:pt x="9141" y="3631"/>
                        <a:pt x="8807" y="4365"/>
                      </a:cubicBezTo>
                      <a:cubicBezTo>
                        <a:pt x="8674" y="4565"/>
                        <a:pt x="8607" y="4732"/>
                        <a:pt x="8574" y="4799"/>
                      </a:cubicBezTo>
                      <a:cubicBezTo>
                        <a:pt x="8507" y="4899"/>
                        <a:pt x="8574" y="4965"/>
                        <a:pt x="8640" y="5032"/>
                      </a:cubicBezTo>
                      <a:cubicBezTo>
                        <a:pt x="8677" y="5044"/>
                        <a:pt x="8709" y="5052"/>
                        <a:pt x="8737" y="5052"/>
                      </a:cubicBezTo>
                      <a:cubicBezTo>
                        <a:pt x="8785" y="5052"/>
                        <a:pt x="8819" y="5029"/>
                        <a:pt x="8840" y="4965"/>
                      </a:cubicBezTo>
                      <a:cubicBezTo>
                        <a:pt x="8907" y="4899"/>
                        <a:pt x="9007" y="4732"/>
                        <a:pt x="9107" y="4532"/>
                      </a:cubicBezTo>
                      <a:cubicBezTo>
                        <a:pt x="9341" y="4065"/>
                        <a:pt x="9674" y="3631"/>
                        <a:pt x="9908" y="3598"/>
                      </a:cubicBezTo>
                      <a:cubicBezTo>
                        <a:pt x="9941" y="3598"/>
                        <a:pt x="9975" y="3598"/>
                        <a:pt x="10008" y="3631"/>
                      </a:cubicBezTo>
                      <a:cubicBezTo>
                        <a:pt x="10008" y="3631"/>
                        <a:pt x="10041" y="3764"/>
                        <a:pt x="9975" y="3965"/>
                      </a:cubicBezTo>
                      <a:cubicBezTo>
                        <a:pt x="9641" y="5065"/>
                        <a:pt x="7606" y="7434"/>
                        <a:pt x="6172" y="7601"/>
                      </a:cubicBezTo>
                      <a:cubicBezTo>
                        <a:pt x="6138" y="7601"/>
                        <a:pt x="6105" y="7634"/>
                        <a:pt x="6038" y="7701"/>
                      </a:cubicBezTo>
                      <a:cubicBezTo>
                        <a:pt x="5171" y="9802"/>
                        <a:pt x="101" y="16740"/>
                        <a:pt x="34" y="16774"/>
                      </a:cubicBezTo>
                      <a:cubicBezTo>
                        <a:pt x="1" y="16807"/>
                        <a:pt x="1" y="16941"/>
                        <a:pt x="101" y="16974"/>
                      </a:cubicBezTo>
                      <a:cubicBezTo>
                        <a:pt x="101" y="17041"/>
                        <a:pt x="134" y="17041"/>
                        <a:pt x="168" y="17041"/>
                      </a:cubicBezTo>
                      <a:cubicBezTo>
                        <a:pt x="201" y="17041"/>
                        <a:pt x="268" y="17041"/>
                        <a:pt x="401" y="16974"/>
                      </a:cubicBezTo>
                      <a:cubicBezTo>
                        <a:pt x="601" y="16674"/>
                        <a:pt x="5438" y="10102"/>
                        <a:pt x="6405" y="7901"/>
                      </a:cubicBezTo>
                      <a:cubicBezTo>
                        <a:pt x="7940" y="7634"/>
                        <a:pt x="9975" y="5232"/>
                        <a:pt x="10341" y="4098"/>
                      </a:cubicBezTo>
                      <a:cubicBezTo>
                        <a:pt x="10475" y="3798"/>
                        <a:pt x="10442" y="3564"/>
                        <a:pt x="10308" y="3431"/>
                      </a:cubicBezTo>
                      <a:cubicBezTo>
                        <a:pt x="10257" y="3329"/>
                        <a:pt x="10167" y="3285"/>
                        <a:pt x="10053" y="3285"/>
                      </a:cubicBezTo>
                      <a:cubicBezTo>
                        <a:pt x="10018" y="3285"/>
                        <a:pt x="9981" y="3290"/>
                        <a:pt x="9941" y="3297"/>
                      </a:cubicBezTo>
                      <a:cubicBezTo>
                        <a:pt x="9808" y="3297"/>
                        <a:pt x="9741" y="3398"/>
                        <a:pt x="9608" y="3464"/>
                      </a:cubicBezTo>
                      <a:cubicBezTo>
                        <a:pt x="9741" y="3031"/>
                        <a:pt x="9774" y="2597"/>
                        <a:pt x="9508" y="2397"/>
                      </a:cubicBezTo>
                      <a:cubicBezTo>
                        <a:pt x="9432" y="2322"/>
                        <a:pt x="9339" y="2284"/>
                        <a:pt x="9240" y="2284"/>
                      </a:cubicBezTo>
                      <a:cubicBezTo>
                        <a:pt x="9207" y="2284"/>
                        <a:pt x="9174" y="2288"/>
                        <a:pt x="9141" y="2297"/>
                      </a:cubicBezTo>
                      <a:cubicBezTo>
                        <a:pt x="8974" y="2363"/>
                        <a:pt x="8807" y="2464"/>
                        <a:pt x="8640" y="2630"/>
                      </a:cubicBezTo>
                      <a:cubicBezTo>
                        <a:pt x="8807" y="2030"/>
                        <a:pt x="8907" y="1396"/>
                        <a:pt x="8507" y="1196"/>
                      </a:cubicBezTo>
                      <a:cubicBezTo>
                        <a:pt x="8443" y="1133"/>
                        <a:pt x="8353" y="1109"/>
                        <a:pt x="8262" y="1109"/>
                      </a:cubicBezTo>
                      <a:cubicBezTo>
                        <a:pt x="8209" y="1109"/>
                        <a:pt x="8155" y="1117"/>
                        <a:pt x="8107" y="1129"/>
                      </a:cubicBezTo>
                      <a:cubicBezTo>
                        <a:pt x="7940" y="1229"/>
                        <a:pt x="7806" y="1363"/>
                        <a:pt x="7640" y="1563"/>
                      </a:cubicBezTo>
                      <a:cubicBezTo>
                        <a:pt x="7773" y="1029"/>
                        <a:pt x="7806" y="529"/>
                        <a:pt x="7673" y="229"/>
                      </a:cubicBezTo>
                      <a:cubicBezTo>
                        <a:pt x="7606" y="95"/>
                        <a:pt x="7506" y="62"/>
                        <a:pt x="7439" y="28"/>
                      </a:cubicBezTo>
                      <a:cubicBezTo>
                        <a:pt x="7410" y="9"/>
                        <a:pt x="7384" y="1"/>
                        <a:pt x="73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p48"/>
                <p:cNvSpPr/>
                <p:nvPr/>
              </p:nvSpPr>
              <p:spPr>
                <a:xfrm>
                  <a:off x="1892268" y="2101466"/>
                  <a:ext cx="207936" cy="219265"/>
                </a:xfrm>
                <a:custGeom>
                  <a:avLst/>
                  <a:gdLst/>
                  <a:ahLst/>
                  <a:cxnLst/>
                  <a:rect l="l" t="t" r="r" b="b"/>
                  <a:pathLst>
                    <a:path w="8140" h="8586" extrusionOk="0">
                      <a:moveTo>
                        <a:pt x="3503" y="1"/>
                      </a:moveTo>
                      <a:cubicBezTo>
                        <a:pt x="1068" y="168"/>
                        <a:pt x="0" y="2269"/>
                        <a:pt x="201" y="5105"/>
                      </a:cubicBezTo>
                      <a:cubicBezTo>
                        <a:pt x="429" y="7260"/>
                        <a:pt x="2352" y="8586"/>
                        <a:pt x="4185" y="8586"/>
                      </a:cubicBezTo>
                      <a:cubicBezTo>
                        <a:pt x="4764" y="8586"/>
                        <a:pt x="5334" y="8454"/>
                        <a:pt x="5838" y="8174"/>
                      </a:cubicBezTo>
                      <a:cubicBezTo>
                        <a:pt x="7906" y="7006"/>
                        <a:pt x="7406" y="4671"/>
                        <a:pt x="7406" y="4671"/>
                      </a:cubicBezTo>
                      <a:cubicBezTo>
                        <a:pt x="7406" y="4671"/>
                        <a:pt x="8140" y="4538"/>
                        <a:pt x="8140" y="4037"/>
                      </a:cubicBezTo>
                      <a:cubicBezTo>
                        <a:pt x="8140" y="3537"/>
                        <a:pt x="7406" y="4271"/>
                        <a:pt x="7072" y="2503"/>
                      </a:cubicBezTo>
                      <a:cubicBezTo>
                        <a:pt x="6739" y="768"/>
                        <a:pt x="3770" y="1"/>
                        <a:pt x="3503"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48"/>
                <p:cNvSpPr/>
                <p:nvPr/>
              </p:nvSpPr>
              <p:spPr>
                <a:xfrm>
                  <a:off x="1815594" y="2656096"/>
                  <a:ext cx="498511" cy="540961"/>
                </a:xfrm>
                <a:custGeom>
                  <a:avLst/>
                  <a:gdLst/>
                  <a:ahLst/>
                  <a:cxnLst/>
                  <a:rect l="l" t="t" r="r" b="b"/>
                  <a:pathLst>
                    <a:path w="19515" h="21183" extrusionOk="0">
                      <a:moveTo>
                        <a:pt x="12209" y="1"/>
                      </a:moveTo>
                      <a:lnTo>
                        <a:pt x="1701" y="2669"/>
                      </a:lnTo>
                      <a:lnTo>
                        <a:pt x="0" y="20449"/>
                      </a:lnTo>
                      <a:lnTo>
                        <a:pt x="2035" y="20849"/>
                      </a:lnTo>
                      <a:lnTo>
                        <a:pt x="3603" y="21182"/>
                      </a:lnTo>
                      <a:cubicBezTo>
                        <a:pt x="3603" y="21182"/>
                        <a:pt x="4670" y="8306"/>
                        <a:pt x="5938" y="7639"/>
                      </a:cubicBezTo>
                      <a:cubicBezTo>
                        <a:pt x="6605" y="7306"/>
                        <a:pt x="8173" y="6905"/>
                        <a:pt x="9707" y="6805"/>
                      </a:cubicBezTo>
                      <a:cubicBezTo>
                        <a:pt x="9926" y="6792"/>
                        <a:pt x="10146" y="6784"/>
                        <a:pt x="10362" y="6784"/>
                      </a:cubicBezTo>
                      <a:cubicBezTo>
                        <a:pt x="11729" y="6784"/>
                        <a:pt x="12996" y="7080"/>
                        <a:pt x="13543" y="7973"/>
                      </a:cubicBezTo>
                      <a:cubicBezTo>
                        <a:pt x="14744" y="10008"/>
                        <a:pt x="14511" y="14177"/>
                        <a:pt x="14511" y="14177"/>
                      </a:cubicBezTo>
                      <a:lnTo>
                        <a:pt x="18380" y="13944"/>
                      </a:lnTo>
                      <a:cubicBezTo>
                        <a:pt x="18380" y="13944"/>
                        <a:pt x="19514" y="5104"/>
                        <a:pt x="18413" y="3436"/>
                      </a:cubicBezTo>
                      <a:cubicBezTo>
                        <a:pt x="17379" y="1835"/>
                        <a:pt x="12209" y="1"/>
                        <a:pt x="1220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p48"/>
                <p:cNvSpPr/>
                <p:nvPr/>
              </p:nvSpPr>
              <p:spPr>
                <a:xfrm>
                  <a:off x="1846269" y="2200306"/>
                  <a:ext cx="447370" cy="533453"/>
                </a:xfrm>
                <a:custGeom>
                  <a:avLst/>
                  <a:gdLst/>
                  <a:ahLst/>
                  <a:cxnLst/>
                  <a:rect l="l" t="t" r="r" b="b"/>
                  <a:pathLst>
                    <a:path w="17513" h="20889" extrusionOk="0">
                      <a:moveTo>
                        <a:pt x="14544" y="0"/>
                      </a:moveTo>
                      <a:cubicBezTo>
                        <a:pt x="14544" y="0"/>
                        <a:pt x="12142" y="4404"/>
                        <a:pt x="8706" y="5071"/>
                      </a:cubicBezTo>
                      <a:cubicBezTo>
                        <a:pt x="4837" y="6805"/>
                        <a:pt x="2902" y="7239"/>
                        <a:pt x="2902" y="7239"/>
                      </a:cubicBezTo>
                      <a:cubicBezTo>
                        <a:pt x="2902" y="7239"/>
                        <a:pt x="234" y="15578"/>
                        <a:pt x="33" y="19781"/>
                      </a:cubicBezTo>
                      <a:cubicBezTo>
                        <a:pt x="0" y="20148"/>
                        <a:pt x="0" y="20515"/>
                        <a:pt x="33" y="20815"/>
                      </a:cubicBezTo>
                      <a:cubicBezTo>
                        <a:pt x="371" y="20865"/>
                        <a:pt x="776" y="20888"/>
                        <a:pt x="1228" y="20888"/>
                      </a:cubicBezTo>
                      <a:cubicBezTo>
                        <a:pt x="4706" y="20888"/>
                        <a:pt x="11035" y="19533"/>
                        <a:pt x="12009" y="18647"/>
                      </a:cubicBezTo>
                      <a:cubicBezTo>
                        <a:pt x="11241" y="16212"/>
                        <a:pt x="12509" y="9107"/>
                        <a:pt x="12509" y="9107"/>
                      </a:cubicBezTo>
                      <a:cubicBezTo>
                        <a:pt x="12509" y="9107"/>
                        <a:pt x="16078" y="6939"/>
                        <a:pt x="17513" y="3770"/>
                      </a:cubicBezTo>
                      <a:cubicBezTo>
                        <a:pt x="17079" y="3336"/>
                        <a:pt x="16579" y="2769"/>
                        <a:pt x="16178" y="2135"/>
                      </a:cubicBezTo>
                      <a:cubicBezTo>
                        <a:pt x="15311" y="1068"/>
                        <a:pt x="14544" y="0"/>
                        <a:pt x="1454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6" name="Google Shape;1296;p48"/>
                <p:cNvGrpSpPr/>
                <p:nvPr/>
              </p:nvGrpSpPr>
              <p:grpSpPr>
                <a:xfrm>
                  <a:off x="1812171" y="2198901"/>
                  <a:ext cx="505331" cy="1081774"/>
                  <a:chOff x="1812171" y="2198901"/>
                  <a:chExt cx="505331" cy="1081774"/>
                </a:xfrm>
              </p:grpSpPr>
              <p:sp>
                <p:nvSpPr>
                  <p:cNvPr id="1297" name="Google Shape;1297;p48"/>
                  <p:cNvSpPr/>
                  <p:nvPr/>
                </p:nvSpPr>
                <p:spPr>
                  <a:xfrm>
                    <a:off x="1812171" y="2652827"/>
                    <a:ext cx="505331" cy="550180"/>
                  </a:xfrm>
                  <a:custGeom>
                    <a:avLst/>
                    <a:gdLst/>
                    <a:ahLst/>
                    <a:cxnLst/>
                    <a:rect l="l" t="t" r="r" b="b"/>
                    <a:pathLst>
                      <a:path w="19782" h="21544" extrusionOk="0">
                        <a:moveTo>
                          <a:pt x="12351" y="1"/>
                        </a:moveTo>
                        <a:cubicBezTo>
                          <a:pt x="12304" y="1"/>
                          <a:pt x="12257" y="48"/>
                          <a:pt x="12210" y="95"/>
                        </a:cubicBezTo>
                        <a:cubicBezTo>
                          <a:pt x="12176" y="195"/>
                          <a:pt x="12210" y="262"/>
                          <a:pt x="12310" y="295"/>
                        </a:cubicBezTo>
                        <a:cubicBezTo>
                          <a:pt x="12343" y="362"/>
                          <a:pt x="17413" y="2130"/>
                          <a:pt x="18414" y="3698"/>
                        </a:cubicBezTo>
                        <a:cubicBezTo>
                          <a:pt x="19348" y="5099"/>
                          <a:pt x="18481" y="12804"/>
                          <a:pt x="18347" y="13905"/>
                        </a:cubicBezTo>
                        <a:lnTo>
                          <a:pt x="14745" y="14139"/>
                        </a:lnTo>
                        <a:cubicBezTo>
                          <a:pt x="14811" y="13371"/>
                          <a:pt x="14878" y="9902"/>
                          <a:pt x="13811" y="8068"/>
                        </a:cubicBezTo>
                        <a:cubicBezTo>
                          <a:pt x="13243" y="7136"/>
                          <a:pt x="11920" y="6827"/>
                          <a:pt x="10506" y="6827"/>
                        </a:cubicBezTo>
                        <a:cubicBezTo>
                          <a:pt x="8679" y="6827"/>
                          <a:pt x="6701" y="7343"/>
                          <a:pt x="6005" y="7701"/>
                        </a:cubicBezTo>
                        <a:cubicBezTo>
                          <a:pt x="4738" y="8368"/>
                          <a:pt x="3804" y="19242"/>
                          <a:pt x="3637" y="21210"/>
                        </a:cubicBezTo>
                        <a:lnTo>
                          <a:pt x="168" y="20476"/>
                        </a:lnTo>
                        <a:cubicBezTo>
                          <a:pt x="68" y="20476"/>
                          <a:pt x="1" y="20543"/>
                          <a:pt x="1" y="20610"/>
                        </a:cubicBezTo>
                        <a:cubicBezTo>
                          <a:pt x="1" y="20710"/>
                          <a:pt x="34" y="20777"/>
                          <a:pt x="134" y="20777"/>
                        </a:cubicBezTo>
                        <a:lnTo>
                          <a:pt x="3804" y="21544"/>
                        </a:lnTo>
                        <a:cubicBezTo>
                          <a:pt x="3837" y="21544"/>
                          <a:pt x="3837" y="21544"/>
                          <a:pt x="3904" y="21444"/>
                        </a:cubicBezTo>
                        <a:cubicBezTo>
                          <a:pt x="3904" y="21410"/>
                          <a:pt x="3970" y="21377"/>
                          <a:pt x="3970" y="21310"/>
                        </a:cubicBezTo>
                        <a:cubicBezTo>
                          <a:pt x="4371" y="16374"/>
                          <a:pt x="5338" y="8368"/>
                          <a:pt x="6205" y="7901"/>
                        </a:cubicBezTo>
                        <a:cubicBezTo>
                          <a:pt x="6963" y="7512"/>
                          <a:pt x="8808" y="7063"/>
                          <a:pt x="10489" y="7063"/>
                        </a:cubicBezTo>
                        <a:cubicBezTo>
                          <a:pt x="11840" y="7063"/>
                          <a:pt x="13087" y="7354"/>
                          <a:pt x="13577" y="8201"/>
                        </a:cubicBezTo>
                        <a:cubicBezTo>
                          <a:pt x="14745" y="10102"/>
                          <a:pt x="14511" y="14239"/>
                          <a:pt x="14511" y="14272"/>
                        </a:cubicBezTo>
                        <a:cubicBezTo>
                          <a:pt x="14511" y="14305"/>
                          <a:pt x="14511" y="14372"/>
                          <a:pt x="14545" y="14405"/>
                        </a:cubicBezTo>
                        <a:cubicBezTo>
                          <a:pt x="14578" y="14439"/>
                          <a:pt x="14645" y="14439"/>
                          <a:pt x="14678" y="14439"/>
                        </a:cubicBezTo>
                        <a:lnTo>
                          <a:pt x="18547" y="14205"/>
                        </a:lnTo>
                        <a:cubicBezTo>
                          <a:pt x="18581" y="14205"/>
                          <a:pt x="18681" y="14139"/>
                          <a:pt x="18681" y="14072"/>
                        </a:cubicBezTo>
                        <a:cubicBezTo>
                          <a:pt x="18714" y="13738"/>
                          <a:pt x="19782" y="5132"/>
                          <a:pt x="18714" y="3531"/>
                        </a:cubicBezTo>
                        <a:cubicBezTo>
                          <a:pt x="17647" y="1896"/>
                          <a:pt x="12643" y="95"/>
                          <a:pt x="12410" y="28"/>
                        </a:cubicBezTo>
                        <a:cubicBezTo>
                          <a:pt x="12390" y="9"/>
                          <a:pt x="12371" y="1"/>
                          <a:pt x="123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48"/>
                  <p:cNvSpPr/>
                  <p:nvPr/>
                </p:nvSpPr>
                <p:spPr>
                  <a:xfrm>
                    <a:off x="1841135" y="3232869"/>
                    <a:ext cx="115923" cy="47806"/>
                  </a:xfrm>
                  <a:custGeom>
                    <a:avLst/>
                    <a:gdLst/>
                    <a:ahLst/>
                    <a:cxnLst/>
                    <a:rect l="l" t="t" r="r" b="b"/>
                    <a:pathLst>
                      <a:path w="4538" h="1872" extrusionOk="0">
                        <a:moveTo>
                          <a:pt x="34" y="0"/>
                        </a:moveTo>
                        <a:cubicBezTo>
                          <a:pt x="1" y="334"/>
                          <a:pt x="1" y="501"/>
                          <a:pt x="1" y="501"/>
                        </a:cubicBezTo>
                        <a:cubicBezTo>
                          <a:pt x="1" y="501"/>
                          <a:pt x="2560" y="1872"/>
                          <a:pt x="3726" y="1872"/>
                        </a:cubicBezTo>
                        <a:cubicBezTo>
                          <a:pt x="3969" y="1872"/>
                          <a:pt x="4151" y="1812"/>
                          <a:pt x="4237" y="1668"/>
                        </a:cubicBezTo>
                        <a:cubicBezTo>
                          <a:pt x="4538" y="1201"/>
                          <a:pt x="3837" y="567"/>
                          <a:pt x="3237" y="100"/>
                        </a:cubicBezTo>
                        <a:cubicBezTo>
                          <a:pt x="3102" y="579"/>
                          <a:pt x="2736" y="746"/>
                          <a:pt x="2290" y="746"/>
                        </a:cubicBezTo>
                        <a:cubicBezTo>
                          <a:pt x="1524" y="746"/>
                          <a:pt x="519" y="253"/>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p48"/>
                  <p:cNvSpPr/>
                  <p:nvPr/>
                </p:nvSpPr>
                <p:spPr>
                  <a:xfrm>
                    <a:off x="2200674" y="3047141"/>
                    <a:ext cx="100571" cy="36238"/>
                  </a:xfrm>
                  <a:custGeom>
                    <a:avLst/>
                    <a:gdLst/>
                    <a:ahLst/>
                    <a:cxnLst/>
                    <a:rect l="l" t="t" r="r" b="b"/>
                    <a:pathLst>
                      <a:path w="3937" h="1419" extrusionOk="0">
                        <a:moveTo>
                          <a:pt x="1" y="0"/>
                        </a:moveTo>
                        <a:cubicBezTo>
                          <a:pt x="34" y="334"/>
                          <a:pt x="101" y="601"/>
                          <a:pt x="201" y="668"/>
                        </a:cubicBezTo>
                        <a:cubicBezTo>
                          <a:pt x="643" y="1065"/>
                          <a:pt x="2079" y="1419"/>
                          <a:pt x="3018" y="1419"/>
                        </a:cubicBezTo>
                        <a:cubicBezTo>
                          <a:pt x="3497" y="1419"/>
                          <a:pt x="3848" y="1327"/>
                          <a:pt x="3870" y="1101"/>
                        </a:cubicBezTo>
                        <a:cubicBezTo>
                          <a:pt x="3937" y="868"/>
                          <a:pt x="3803" y="634"/>
                          <a:pt x="3637" y="467"/>
                        </a:cubicBezTo>
                        <a:cubicBezTo>
                          <a:pt x="3488" y="649"/>
                          <a:pt x="3223" y="718"/>
                          <a:pt x="2901" y="718"/>
                        </a:cubicBezTo>
                        <a:cubicBezTo>
                          <a:pt x="1919" y="718"/>
                          <a:pt x="402" y="76"/>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48"/>
                  <p:cNvSpPr/>
                  <p:nvPr/>
                </p:nvSpPr>
                <p:spPr>
                  <a:xfrm>
                    <a:off x="1842846" y="2198901"/>
                    <a:ext cx="455902" cy="539812"/>
                  </a:xfrm>
                  <a:custGeom>
                    <a:avLst/>
                    <a:gdLst/>
                    <a:ahLst/>
                    <a:cxnLst/>
                    <a:rect l="l" t="t" r="r" b="b"/>
                    <a:pathLst>
                      <a:path w="17847" h="21138" extrusionOk="0">
                        <a:moveTo>
                          <a:pt x="14654" y="0"/>
                        </a:moveTo>
                        <a:cubicBezTo>
                          <a:pt x="14622" y="0"/>
                          <a:pt x="14586" y="8"/>
                          <a:pt x="14544" y="22"/>
                        </a:cubicBezTo>
                        <a:cubicBezTo>
                          <a:pt x="14478" y="55"/>
                          <a:pt x="14478" y="156"/>
                          <a:pt x="14511" y="222"/>
                        </a:cubicBezTo>
                        <a:cubicBezTo>
                          <a:pt x="14611" y="322"/>
                          <a:pt x="16212" y="2657"/>
                          <a:pt x="17480" y="3858"/>
                        </a:cubicBezTo>
                        <a:cubicBezTo>
                          <a:pt x="16045" y="6894"/>
                          <a:pt x="12610" y="8995"/>
                          <a:pt x="12543" y="9029"/>
                        </a:cubicBezTo>
                        <a:cubicBezTo>
                          <a:pt x="12510" y="9062"/>
                          <a:pt x="12476" y="9129"/>
                          <a:pt x="12476" y="9162"/>
                        </a:cubicBezTo>
                        <a:cubicBezTo>
                          <a:pt x="12376" y="9462"/>
                          <a:pt x="11209" y="16167"/>
                          <a:pt x="11943" y="18669"/>
                        </a:cubicBezTo>
                        <a:cubicBezTo>
                          <a:pt x="10787" y="19499"/>
                          <a:pt x="4603" y="20802"/>
                          <a:pt x="1272" y="20802"/>
                        </a:cubicBezTo>
                        <a:cubicBezTo>
                          <a:pt x="854" y="20802"/>
                          <a:pt x="480" y="20782"/>
                          <a:pt x="167" y="20737"/>
                        </a:cubicBezTo>
                        <a:cubicBezTo>
                          <a:pt x="156" y="20731"/>
                          <a:pt x="143" y="20728"/>
                          <a:pt x="130" y="20728"/>
                        </a:cubicBezTo>
                        <a:cubicBezTo>
                          <a:pt x="68" y="20728"/>
                          <a:pt x="1" y="20788"/>
                          <a:pt x="1" y="20870"/>
                        </a:cubicBezTo>
                        <a:cubicBezTo>
                          <a:pt x="1" y="20970"/>
                          <a:pt x="34" y="21037"/>
                          <a:pt x="134" y="21037"/>
                        </a:cubicBezTo>
                        <a:cubicBezTo>
                          <a:pt x="468" y="21070"/>
                          <a:pt x="835" y="21137"/>
                          <a:pt x="1302" y="21137"/>
                        </a:cubicBezTo>
                        <a:cubicBezTo>
                          <a:pt x="4837" y="21137"/>
                          <a:pt x="11275" y="19736"/>
                          <a:pt x="12276" y="18836"/>
                        </a:cubicBezTo>
                        <a:cubicBezTo>
                          <a:pt x="12309" y="18769"/>
                          <a:pt x="12309" y="18702"/>
                          <a:pt x="12309" y="18669"/>
                        </a:cubicBezTo>
                        <a:cubicBezTo>
                          <a:pt x="11609" y="16467"/>
                          <a:pt x="12676" y="10029"/>
                          <a:pt x="12810" y="9295"/>
                        </a:cubicBezTo>
                        <a:cubicBezTo>
                          <a:pt x="13277" y="8995"/>
                          <a:pt x="16479" y="6894"/>
                          <a:pt x="17813" y="3892"/>
                        </a:cubicBezTo>
                        <a:cubicBezTo>
                          <a:pt x="17847" y="3858"/>
                          <a:pt x="17813" y="3758"/>
                          <a:pt x="17780" y="3725"/>
                        </a:cubicBezTo>
                        <a:cubicBezTo>
                          <a:pt x="16512" y="2557"/>
                          <a:pt x="14778" y="89"/>
                          <a:pt x="14778" y="55"/>
                        </a:cubicBezTo>
                        <a:cubicBezTo>
                          <a:pt x="14739" y="16"/>
                          <a:pt x="14700" y="0"/>
                          <a:pt x="146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01" name="Google Shape;1301;p48"/>
                <p:cNvSpPr/>
                <p:nvPr/>
              </p:nvSpPr>
              <p:spPr>
                <a:xfrm>
                  <a:off x="1809617" y="2072018"/>
                  <a:ext cx="266741" cy="435236"/>
                </a:xfrm>
                <a:custGeom>
                  <a:avLst/>
                  <a:gdLst/>
                  <a:ahLst/>
                  <a:cxnLst/>
                  <a:rect l="l" t="t" r="r" b="b"/>
                  <a:pathLst>
                    <a:path w="10442" h="17043" extrusionOk="0">
                      <a:moveTo>
                        <a:pt x="7437" y="1"/>
                      </a:moveTo>
                      <a:cubicBezTo>
                        <a:pt x="5136" y="1"/>
                        <a:pt x="1322" y="919"/>
                        <a:pt x="1268" y="2755"/>
                      </a:cubicBezTo>
                      <a:cubicBezTo>
                        <a:pt x="1168" y="4990"/>
                        <a:pt x="1935" y="5424"/>
                        <a:pt x="1935" y="5424"/>
                      </a:cubicBezTo>
                      <a:cubicBezTo>
                        <a:pt x="1935" y="5424"/>
                        <a:pt x="1001" y="6825"/>
                        <a:pt x="835" y="7926"/>
                      </a:cubicBezTo>
                      <a:cubicBezTo>
                        <a:pt x="668" y="8993"/>
                        <a:pt x="1935" y="9427"/>
                        <a:pt x="1935" y="9427"/>
                      </a:cubicBezTo>
                      <a:cubicBezTo>
                        <a:pt x="1935" y="9427"/>
                        <a:pt x="1" y="10427"/>
                        <a:pt x="268" y="11495"/>
                      </a:cubicBezTo>
                      <a:cubicBezTo>
                        <a:pt x="447" y="12236"/>
                        <a:pt x="1020" y="12357"/>
                        <a:pt x="1376" y="12357"/>
                      </a:cubicBezTo>
                      <a:cubicBezTo>
                        <a:pt x="1548" y="12357"/>
                        <a:pt x="1669" y="12329"/>
                        <a:pt x="1669" y="12329"/>
                      </a:cubicBezTo>
                      <a:lnTo>
                        <a:pt x="1669" y="12329"/>
                      </a:lnTo>
                      <a:cubicBezTo>
                        <a:pt x="1669" y="12329"/>
                        <a:pt x="101" y="13496"/>
                        <a:pt x="835" y="14931"/>
                      </a:cubicBezTo>
                      <a:cubicBezTo>
                        <a:pt x="1228" y="15648"/>
                        <a:pt x="1656" y="15823"/>
                        <a:pt x="1980" y="15823"/>
                      </a:cubicBezTo>
                      <a:cubicBezTo>
                        <a:pt x="2288" y="15823"/>
                        <a:pt x="2503" y="15664"/>
                        <a:pt x="2503" y="15664"/>
                      </a:cubicBezTo>
                      <a:cubicBezTo>
                        <a:pt x="2503" y="15664"/>
                        <a:pt x="2861" y="17043"/>
                        <a:pt x="3929" y="17043"/>
                      </a:cubicBezTo>
                      <a:cubicBezTo>
                        <a:pt x="4035" y="17043"/>
                        <a:pt x="4149" y="17029"/>
                        <a:pt x="4270" y="16999"/>
                      </a:cubicBezTo>
                      <a:cubicBezTo>
                        <a:pt x="5605" y="16665"/>
                        <a:pt x="6439" y="14830"/>
                        <a:pt x="6439" y="14830"/>
                      </a:cubicBezTo>
                      <a:cubicBezTo>
                        <a:pt x="6439" y="14830"/>
                        <a:pt x="6654" y="16013"/>
                        <a:pt x="7343" y="16013"/>
                      </a:cubicBezTo>
                      <a:cubicBezTo>
                        <a:pt x="7512" y="16013"/>
                        <a:pt x="7710" y="15942"/>
                        <a:pt x="7940" y="15764"/>
                      </a:cubicBezTo>
                      <a:cubicBezTo>
                        <a:pt x="9107" y="14830"/>
                        <a:pt x="9041" y="12829"/>
                        <a:pt x="9041" y="12829"/>
                      </a:cubicBezTo>
                      <a:lnTo>
                        <a:pt x="9041" y="12829"/>
                      </a:lnTo>
                      <a:cubicBezTo>
                        <a:pt x="9041" y="12829"/>
                        <a:pt x="9144" y="12883"/>
                        <a:pt x="9287" y="12883"/>
                      </a:cubicBezTo>
                      <a:cubicBezTo>
                        <a:pt x="9552" y="12883"/>
                        <a:pt x="9956" y="12700"/>
                        <a:pt x="10108" y="11662"/>
                      </a:cubicBezTo>
                      <a:cubicBezTo>
                        <a:pt x="10375" y="10094"/>
                        <a:pt x="9041" y="9327"/>
                        <a:pt x="9041" y="9327"/>
                      </a:cubicBezTo>
                      <a:cubicBezTo>
                        <a:pt x="9041" y="9327"/>
                        <a:pt x="10108" y="7425"/>
                        <a:pt x="8440" y="6658"/>
                      </a:cubicBezTo>
                      <a:cubicBezTo>
                        <a:pt x="9441" y="5824"/>
                        <a:pt x="9374" y="3823"/>
                        <a:pt x="8440" y="3489"/>
                      </a:cubicBezTo>
                      <a:cubicBezTo>
                        <a:pt x="9341" y="2989"/>
                        <a:pt x="10442" y="754"/>
                        <a:pt x="8740" y="153"/>
                      </a:cubicBezTo>
                      <a:cubicBezTo>
                        <a:pt x="8435" y="52"/>
                        <a:pt x="7978" y="1"/>
                        <a:pt x="7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48"/>
                <p:cNvSpPr/>
                <p:nvPr/>
              </p:nvSpPr>
              <p:spPr>
                <a:xfrm>
                  <a:off x="1999667" y="2198161"/>
                  <a:ext cx="57068" cy="56744"/>
                </a:xfrm>
                <a:custGeom>
                  <a:avLst/>
                  <a:gdLst/>
                  <a:ahLst/>
                  <a:cxnLst/>
                  <a:rect l="l" t="t" r="r" b="b"/>
                  <a:pathLst>
                    <a:path w="2234" h="2222" extrusionOk="0">
                      <a:moveTo>
                        <a:pt x="723" y="1"/>
                      </a:moveTo>
                      <a:cubicBezTo>
                        <a:pt x="315" y="1"/>
                        <a:pt x="0" y="239"/>
                        <a:pt x="65" y="1018"/>
                      </a:cubicBezTo>
                      <a:cubicBezTo>
                        <a:pt x="145" y="1971"/>
                        <a:pt x="587" y="2221"/>
                        <a:pt x="1029" y="2221"/>
                      </a:cubicBezTo>
                      <a:cubicBezTo>
                        <a:pt x="1515" y="2221"/>
                        <a:pt x="2000" y="1919"/>
                        <a:pt x="2000" y="1919"/>
                      </a:cubicBezTo>
                      <a:lnTo>
                        <a:pt x="2233" y="585"/>
                      </a:lnTo>
                      <a:cubicBezTo>
                        <a:pt x="2233" y="585"/>
                        <a:pt x="1363" y="1"/>
                        <a:pt x="723"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48"/>
                <p:cNvSpPr/>
                <p:nvPr/>
              </p:nvSpPr>
              <p:spPr>
                <a:xfrm>
                  <a:off x="2056700" y="2173897"/>
                  <a:ext cx="13667" cy="17059"/>
                </a:xfrm>
                <a:custGeom>
                  <a:avLst/>
                  <a:gdLst/>
                  <a:ahLst/>
                  <a:cxnLst/>
                  <a:rect l="l" t="t" r="r" b="b"/>
                  <a:pathLst>
                    <a:path w="535" h="668" extrusionOk="0">
                      <a:moveTo>
                        <a:pt x="267" y="0"/>
                      </a:moveTo>
                      <a:cubicBezTo>
                        <a:pt x="100" y="0"/>
                        <a:pt x="67" y="167"/>
                        <a:pt x="0" y="334"/>
                      </a:cubicBezTo>
                      <a:cubicBezTo>
                        <a:pt x="0" y="534"/>
                        <a:pt x="100" y="668"/>
                        <a:pt x="267" y="668"/>
                      </a:cubicBezTo>
                      <a:cubicBezTo>
                        <a:pt x="401" y="668"/>
                        <a:pt x="534" y="501"/>
                        <a:pt x="534" y="334"/>
                      </a:cubicBezTo>
                      <a:cubicBezTo>
                        <a:pt x="534" y="134"/>
                        <a:pt x="434" y="0"/>
                        <a:pt x="2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48"/>
                <p:cNvSpPr/>
                <p:nvPr/>
              </p:nvSpPr>
              <p:spPr>
                <a:xfrm>
                  <a:off x="2015809" y="2213076"/>
                  <a:ext cx="25571" cy="23878"/>
                </a:xfrm>
                <a:custGeom>
                  <a:avLst/>
                  <a:gdLst/>
                  <a:ahLst/>
                  <a:cxnLst/>
                  <a:rect l="l" t="t" r="r" b="b"/>
                  <a:pathLst>
                    <a:path w="1001" h="935" extrusionOk="0">
                      <a:moveTo>
                        <a:pt x="167" y="1"/>
                      </a:moveTo>
                      <a:cubicBezTo>
                        <a:pt x="67" y="1"/>
                        <a:pt x="0" y="101"/>
                        <a:pt x="0" y="168"/>
                      </a:cubicBezTo>
                      <a:cubicBezTo>
                        <a:pt x="0" y="268"/>
                        <a:pt x="67" y="334"/>
                        <a:pt x="167" y="334"/>
                      </a:cubicBezTo>
                      <a:cubicBezTo>
                        <a:pt x="567" y="401"/>
                        <a:pt x="667" y="768"/>
                        <a:pt x="667" y="801"/>
                      </a:cubicBezTo>
                      <a:cubicBezTo>
                        <a:pt x="667" y="901"/>
                        <a:pt x="734" y="935"/>
                        <a:pt x="834" y="935"/>
                      </a:cubicBezTo>
                      <a:cubicBezTo>
                        <a:pt x="901" y="935"/>
                        <a:pt x="1001" y="835"/>
                        <a:pt x="968" y="768"/>
                      </a:cubicBezTo>
                      <a:cubicBezTo>
                        <a:pt x="901" y="501"/>
                        <a:pt x="734" y="68"/>
                        <a:pt x="1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48"/>
                <p:cNvSpPr/>
                <p:nvPr/>
              </p:nvSpPr>
              <p:spPr>
                <a:xfrm>
                  <a:off x="2054146" y="2226714"/>
                  <a:ext cx="26439" cy="19613"/>
                </a:xfrm>
                <a:custGeom>
                  <a:avLst/>
                  <a:gdLst/>
                  <a:ahLst/>
                  <a:cxnLst/>
                  <a:rect l="l" t="t" r="r" b="b"/>
                  <a:pathLst>
                    <a:path w="1035" h="768" extrusionOk="0">
                      <a:moveTo>
                        <a:pt x="100" y="1"/>
                      </a:moveTo>
                      <a:cubicBezTo>
                        <a:pt x="34" y="1"/>
                        <a:pt x="0" y="101"/>
                        <a:pt x="0" y="167"/>
                      </a:cubicBezTo>
                      <a:cubicBezTo>
                        <a:pt x="34" y="434"/>
                        <a:pt x="167" y="601"/>
                        <a:pt x="334" y="701"/>
                      </a:cubicBezTo>
                      <a:cubicBezTo>
                        <a:pt x="434" y="768"/>
                        <a:pt x="567" y="768"/>
                        <a:pt x="667" y="768"/>
                      </a:cubicBezTo>
                      <a:cubicBezTo>
                        <a:pt x="734" y="768"/>
                        <a:pt x="801" y="753"/>
                        <a:pt x="848" y="753"/>
                      </a:cubicBezTo>
                      <a:cubicBezTo>
                        <a:pt x="871" y="753"/>
                        <a:pt x="890" y="757"/>
                        <a:pt x="901" y="768"/>
                      </a:cubicBezTo>
                      <a:cubicBezTo>
                        <a:pt x="1001" y="734"/>
                        <a:pt x="1034" y="634"/>
                        <a:pt x="1001" y="568"/>
                      </a:cubicBezTo>
                      <a:cubicBezTo>
                        <a:pt x="951" y="493"/>
                        <a:pt x="901" y="455"/>
                        <a:pt x="837" y="455"/>
                      </a:cubicBezTo>
                      <a:cubicBezTo>
                        <a:pt x="815" y="455"/>
                        <a:pt x="792" y="459"/>
                        <a:pt x="767" y="468"/>
                      </a:cubicBezTo>
                      <a:cubicBezTo>
                        <a:pt x="767" y="468"/>
                        <a:pt x="717" y="476"/>
                        <a:pt x="651" y="476"/>
                      </a:cubicBezTo>
                      <a:cubicBezTo>
                        <a:pt x="584" y="476"/>
                        <a:pt x="501" y="468"/>
                        <a:pt x="434" y="434"/>
                      </a:cubicBezTo>
                      <a:cubicBezTo>
                        <a:pt x="367" y="401"/>
                        <a:pt x="334" y="267"/>
                        <a:pt x="267" y="134"/>
                      </a:cubicBezTo>
                      <a:cubicBezTo>
                        <a:pt x="267" y="67"/>
                        <a:pt x="200" y="1"/>
                        <a:pt x="1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48"/>
                <p:cNvSpPr/>
                <p:nvPr/>
              </p:nvSpPr>
              <p:spPr>
                <a:xfrm>
                  <a:off x="2182795" y="2667180"/>
                  <a:ext cx="26" cy="26"/>
                </a:xfrm>
                <a:custGeom>
                  <a:avLst/>
                  <a:gdLst/>
                  <a:ahLst/>
                  <a:cxnLst/>
                  <a:rect l="l" t="t" r="r" b="b"/>
                  <a:pathLst>
                    <a:path w="1" h="1" extrusionOk="0">
                      <a:moveTo>
                        <a:pt x="0" y="0"/>
                      </a:moveTo>
                      <a:close/>
                    </a:path>
                  </a:pathLst>
                </a:custGeom>
                <a:solidFill>
                  <a:srgbClr val="56B2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07" name="Google Shape;1307;p48"/>
              <p:cNvSpPr/>
              <p:nvPr/>
            </p:nvSpPr>
            <p:spPr>
              <a:xfrm>
                <a:off x="1271190" y="-64187"/>
                <a:ext cx="685117" cy="527962"/>
              </a:xfrm>
              <a:custGeom>
                <a:avLst/>
                <a:gdLst/>
                <a:ahLst/>
                <a:cxnLst/>
                <a:rect l="l" t="t" r="r" b="b"/>
                <a:pathLst>
                  <a:path w="26820" h="20674" extrusionOk="0">
                    <a:moveTo>
                      <a:pt x="6671" y="1"/>
                    </a:moveTo>
                    <a:cubicBezTo>
                      <a:pt x="6371" y="1"/>
                      <a:pt x="6171" y="201"/>
                      <a:pt x="5971" y="401"/>
                    </a:cubicBezTo>
                    <a:cubicBezTo>
                      <a:pt x="4570" y="1869"/>
                      <a:pt x="1601" y="5738"/>
                      <a:pt x="534" y="9074"/>
                    </a:cubicBezTo>
                    <a:cubicBezTo>
                      <a:pt x="67" y="10575"/>
                      <a:pt x="0" y="11909"/>
                      <a:pt x="634" y="12910"/>
                    </a:cubicBezTo>
                    <a:cubicBezTo>
                      <a:pt x="1868" y="14878"/>
                      <a:pt x="6238" y="15579"/>
                      <a:pt x="8306" y="16279"/>
                    </a:cubicBezTo>
                    <a:cubicBezTo>
                      <a:pt x="11508" y="17413"/>
                      <a:pt x="14744" y="18448"/>
                      <a:pt x="18046" y="19448"/>
                    </a:cubicBezTo>
                    <a:cubicBezTo>
                      <a:pt x="20148" y="20073"/>
                      <a:pt x="22322" y="20674"/>
                      <a:pt x="24466" y="20674"/>
                    </a:cubicBezTo>
                    <a:cubicBezTo>
                      <a:pt x="24840" y="20674"/>
                      <a:pt x="25213" y="20655"/>
                      <a:pt x="25585" y="20616"/>
                    </a:cubicBezTo>
                    <a:cubicBezTo>
                      <a:pt x="26019" y="20582"/>
                      <a:pt x="26419" y="20516"/>
                      <a:pt x="26819" y="20416"/>
                    </a:cubicBezTo>
                    <a:cubicBezTo>
                      <a:pt x="25752" y="18448"/>
                      <a:pt x="24184" y="16880"/>
                      <a:pt x="22516" y="15379"/>
                    </a:cubicBezTo>
                    <a:cubicBezTo>
                      <a:pt x="17513" y="10375"/>
                      <a:pt x="12476" y="5405"/>
                      <a:pt x="7472" y="435"/>
                    </a:cubicBezTo>
                    <a:cubicBezTo>
                      <a:pt x="7239" y="201"/>
                      <a:pt x="7005" y="1"/>
                      <a:pt x="667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48"/>
              <p:cNvSpPr/>
              <p:nvPr/>
            </p:nvSpPr>
            <p:spPr>
              <a:xfrm>
                <a:off x="5273729" y="2200919"/>
                <a:ext cx="518129" cy="390417"/>
              </a:xfrm>
              <a:custGeom>
                <a:avLst/>
                <a:gdLst/>
                <a:ahLst/>
                <a:cxnLst/>
                <a:rect l="l" t="t" r="r" b="b"/>
                <a:pathLst>
                  <a:path w="20283" h="15288" extrusionOk="0">
                    <a:moveTo>
                      <a:pt x="1566" y="0"/>
                    </a:moveTo>
                    <a:cubicBezTo>
                      <a:pt x="1267" y="0"/>
                      <a:pt x="968" y="14"/>
                      <a:pt x="668" y="43"/>
                    </a:cubicBezTo>
                    <a:cubicBezTo>
                      <a:pt x="601" y="43"/>
                      <a:pt x="535" y="43"/>
                      <a:pt x="435" y="77"/>
                    </a:cubicBezTo>
                    <a:cubicBezTo>
                      <a:pt x="368" y="77"/>
                      <a:pt x="234" y="110"/>
                      <a:pt x="201" y="210"/>
                    </a:cubicBezTo>
                    <a:cubicBezTo>
                      <a:pt x="1" y="410"/>
                      <a:pt x="101" y="710"/>
                      <a:pt x="201" y="944"/>
                    </a:cubicBezTo>
                    <a:cubicBezTo>
                      <a:pt x="2436" y="6548"/>
                      <a:pt x="9274" y="10818"/>
                      <a:pt x="14078" y="14253"/>
                    </a:cubicBezTo>
                    <a:cubicBezTo>
                      <a:pt x="14778" y="14754"/>
                      <a:pt x="15579" y="15287"/>
                      <a:pt x="16446" y="15287"/>
                    </a:cubicBezTo>
                    <a:cubicBezTo>
                      <a:pt x="17347" y="15287"/>
                      <a:pt x="18047" y="14820"/>
                      <a:pt x="18614" y="14153"/>
                    </a:cubicBezTo>
                    <a:cubicBezTo>
                      <a:pt x="19115" y="13620"/>
                      <a:pt x="19515" y="12952"/>
                      <a:pt x="19748" y="12285"/>
                    </a:cubicBezTo>
                    <a:cubicBezTo>
                      <a:pt x="20049" y="11585"/>
                      <a:pt x="20282" y="10884"/>
                      <a:pt x="20215" y="10150"/>
                    </a:cubicBezTo>
                    <a:cubicBezTo>
                      <a:pt x="20115" y="9150"/>
                      <a:pt x="19415" y="8316"/>
                      <a:pt x="18681" y="7615"/>
                    </a:cubicBezTo>
                    <a:cubicBezTo>
                      <a:pt x="16179" y="5247"/>
                      <a:pt x="12910" y="3779"/>
                      <a:pt x="9741" y="2378"/>
                    </a:cubicBezTo>
                    <a:cubicBezTo>
                      <a:pt x="7119" y="1203"/>
                      <a:pt x="4362" y="0"/>
                      <a:pt x="156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09" name="Google Shape;1309;p48"/>
              <p:cNvGrpSpPr/>
              <p:nvPr/>
            </p:nvGrpSpPr>
            <p:grpSpPr>
              <a:xfrm>
                <a:off x="2390673" y="-578745"/>
                <a:ext cx="1492776" cy="889412"/>
                <a:chOff x="2390673" y="-578745"/>
                <a:chExt cx="1492776" cy="889412"/>
              </a:xfrm>
            </p:grpSpPr>
            <p:sp>
              <p:nvSpPr>
                <p:cNvPr id="1310" name="Google Shape;1310;p48"/>
                <p:cNvSpPr/>
                <p:nvPr/>
              </p:nvSpPr>
              <p:spPr>
                <a:xfrm>
                  <a:off x="2395423" y="-412146"/>
                  <a:ext cx="639468" cy="360641"/>
                </a:xfrm>
                <a:custGeom>
                  <a:avLst/>
                  <a:gdLst/>
                  <a:ahLst/>
                  <a:cxnLst/>
                  <a:rect l="l" t="t" r="r" b="b"/>
                  <a:pathLst>
                    <a:path w="25033" h="14122" extrusionOk="0">
                      <a:moveTo>
                        <a:pt x="7316" y="1"/>
                      </a:moveTo>
                      <a:cubicBezTo>
                        <a:pt x="7284" y="1"/>
                        <a:pt x="7252" y="6"/>
                        <a:pt x="7220" y="15"/>
                      </a:cubicBezTo>
                      <a:cubicBezTo>
                        <a:pt x="6219" y="349"/>
                        <a:pt x="6719" y="3985"/>
                        <a:pt x="6719" y="3985"/>
                      </a:cubicBezTo>
                      <a:cubicBezTo>
                        <a:pt x="6719" y="3985"/>
                        <a:pt x="3054" y="657"/>
                        <a:pt x="1759" y="657"/>
                      </a:cubicBezTo>
                      <a:cubicBezTo>
                        <a:pt x="1587" y="657"/>
                        <a:pt x="1456" y="716"/>
                        <a:pt x="1382" y="849"/>
                      </a:cubicBezTo>
                      <a:cubicBezTo>
                        <a:pt x="848" y="1883"/>
                        <a:pt x="3984" y="3851"/>
                        <a:pt x="4518" y="4185"/>
                      </a:cubicBezTo>
                      <a:cubicBezTo>
                        <a:pt x="4082" y="3940"/>
                        <a:pt x="1851" y="2741"/>
                        <a:pt x="987" y="2741"/>
                      </a:cubicBezTo>
                      <a:cubicBezTo>
                        <a:pt x="792" y="2741"/>
                        <a:pt x="667" y="2803"/>
                        <a:pt x="648" y="2951"/>
                      </a:cubicBezTo>
                      <a:cubicBezTo>
                        <a:pt x="548" y="3785"/>
                        <a:pt x="3617" y="5286"/>
                        <a:pt x="3884" y="5452"/>
                      </a:cubicBezTo>
                      <a:cubicBezTo>
                        <a:pt x="3668" y="5344"/>
                        <a:pt x="1655" y="4491"/>
                        <a:pt x="758" y="4491"/>
                      </a:cubicBezTo>
                      <a:cubicBezTo>
                        <a:pt x="548" y="4491"/>
                        <a:pt x="399" y="4538"/>
                        <a:pt x="348" y="4652"/>
                      </a:cubicBezTo>
                      <a:cubicBezTo>
                        <a:pt x="115" y="5219"/>
                        <a:pt x="3150" y="6487"/>
                        <a:pt x="3517" y="6653"/>
                      </a:cubicBezTo>
                      <a:cubicBezTo>
                        <a:pt x="3258" y="6550"/>
                        <a:pt x="1537" y="5985"/>
                        <a:pt x="651" y="5985"/>
                      </a:cubicBezTo>
                      <a:cubicBezTo>
                        <a:pt x="394" y="5985"/>
                        <a:pt x="208" y="6033"/>
                        <a:pt x="148" y="6153"/>
                      </a:cubicBezTo>
                      <a:cubicBezTo>
                        <a:pt x="81" y="6153"/>
                        <a:pt x="81" y="6186"/>
                        <a:pt x="81" y="6186"/>
                      </a:cubicBezTo>
                      <a:cubicBezTo>
                        <a:pt x="1" y="6751"/>
                        <a:pt x="2583" y="8961"/>
                        <a:pt x="5474" y="8961"/>
                      </a:cubicBezTo>
                      <a:cubicBezTo>
                        <a:pt x="6172" y="8961"/>
                        <a:pt x="6887" y="8832"/>
                        <a:pt x="7587" y="8521"/>
                      </a:cubicBezTo>
                      <a:cubicBezTo>
                        <a:pt x="8746" y="10112"/>
                        <a:pt x="14633" y="14121"/>
                        <a:pt x="20582" y="14121"/>
                      </a:cubicBezTo>
                      <a:cubicBezTo>
                        <a:pt x="21994" y="14121"/>
                        <a:pt x="23409" y="13895"/>
                        <a:pt x="24765" y="13358"/>
                      </a:cubicBezTo>
                      <a:cubicBezTo>
                        <a:pt x="24866" y="13358"/>
                        <a:pt x="24932" y="13325"/>
                        <a:pt x="25032" y="13291"/>
                      </a:cubicBezTo>
                      <a:cubicBezTo>
                        <a:pt x="24699" y="12658"/>
                        <a:pt x="23598" y="10389"/>
                        <a:pt x="23598" y="10389"/>
                      </a:cubicBezTo>
                      <a:cubicBezTo>
                        <a:pt x="23598" y="10389"/>
                        <a:pt x="22665" y="10624"/>
                        <a:pt x="21138" y="10624"/>
                      </a:cubicBezTo>
                      <a:cubicBezTo>
                        <a:pt x="18509" y="10624"/>
                        <a:pt x="14119" y="9930"/>
                        <a:pt x="9688" y="6153"/>
                      </a:cubicBezTo>
                      <a:cubicBezTo>
                        <a:pt x="9333" y="4280"/>
                        <a:pt x="8290" y="1"/>
                        <a:pt x="7316"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48"/>
                <p:cNvSpPr/>
                <p:nvPr/>
              </p:nvSpPr>
              <p:spPr>
                <a:xfrm>
                  <a:off x="2390673" y="-414190"/>
                  <a:ext cx="649328" cy="367893"/>
                </a:xfrm>
                <a:custGeom>
                  <a:avLst/>
                  <a:gdLst/>
                  <a:ahLst/>
                  <a:cxnLst/>
                  <a:rect l="l" t="t" r="r" b="b"/>
                  <a:pathLst>
                    <a:path w="25419" h="14406" extrusionOk="0">
                      <a:moveTo>
                        <a:pt x="7352" y="1"/>
                      </a:moveTo>
                      <a:cubicBezTo>
                        <a:pt x="7328" y="1"/>
                        <a:pt x="7301" y="9"/>
                        <a:pt x="7272" y="28"/>
                      </a:cubicBezTo>
                      <a:cubicBezTo>
                        <a:pt x="6372" y="295"/>
                        <a:pt x="6505" y="2730"/>
                        <a:pt x="6605" y="3731"/>
                      </a:cubicBezTo>
                      <a:cubicBezTo>
                        <a:pt x="5638" y="2861"/>
                        <a:pt x="2959" y="621"/>
                        <a:pt x="1846" y="621"/>
                      </a:cubicBezTo>
                      <a:cubicBezTo>
                        <a:pt x="1807" y="621"/>
                        <a:pt x="1770" y="623"/>
                        <a:pt x="1735" y="629"/>
                      </a:cubicBezTo>
                      <a:cubicBezTo>
                        <a:pt x="1568" y="629"/>
                        <a:pt x="1435" y="762"/>
                        <a:pt x="1368" y="896"/>
                      </a:cubicBezTo>
                      <a:cubicBezTo>
                        <a:pt x="1034" y="1496"/>
                        <a:pt x="1768" y="2397"/>
                        <a:pt x="2702" y="3131"/>
                      </a:cubicBezTo>
                      <a:cubicBezTo>
                        <a:pt x="2084" y="2873"/>
                        <a:pt x="1506" y="2675"/>
                        <a:pt x="1121" y="2675"/>
                      </a:cubicBezTo>
                      <a:cubicBezTo>
                        <a:pt x="1007" y="2675"/>
                        <a:pt x="910" y="2692"/>
                        <a:pt x="834" y="2730"/>
                      </a:cubicBezTo>
                      <a:cubicBezTo>
                        <a:pt x="701" y="2797"/>
                        <a:pt x="601" y="2897"/>
                        <a:pt x="601" y="3031"/>
                      </a:cubicBezTo>
                      <a:cubicBezTo>
                        <a:pt x="567" y="3531"/>
                        <a:pt x="1268" y="4131"/>
                        <a:pt x="2169" y="4699"/>
                      </a:cubicBezTo>
                      <a:cubicBezTo>
                        <a:pt x="1676" y="4526"/>
                        <a:pt x="1183" y="4426"/>
                        <a:pt x="838" y="4426"/>
                      </a:cubicBezTo>
                      <a:cubicBezTo>
                        <a:pt x="716" y="4426"/>
                        <a:pt x="613" y="4439"/>
                        <a:pt x="534" y="4465"/>
                      </a:cubicBezTo>
                      <a:cubicBezTo>
                        <a:pt x="401" y="4498"/>
                        <a:pt x="367" y="4598"/>
                        <a:pt x="334" y="4699"/>
                      </a:cubicBezTo>
                      <a:cubicBezTo>
                        <a:pt x="267" y="4765"/>
                        <a:pt x="267" y="4865"/>
                        <a:pt x="334" y="4965"/>
                      </a:cubicBezTo>
                      <a:cubicBezTo>
                        <a:pt x="467" y="5299"/>
                        <a:pt x="1101" y="5666"/>
                        <a:pt x="1768" y="6066"/>
                      </a:cubicBezTo>
                      <a:cubicBezTo>
                        <a:pt x="1306" y="5969"/>
                        <a:pt x="976" y="5935"/>
                        <a:pt x="738" y="5935"/>
                      </a:cubicBezTo>
                      <a:cubicBezTo>
                        <a:pt x="237" y="5935"/>
                        <a:pt x="146" y="6088"/>
                        <a:pt x="100" y="6133"/>
                      </a:cubicBezTo>
                      <a:cubicBezTo>
                        <a:pt x="67" y="6166"/>
                        <a:pt x="67" y="6233"/>
                        <a:pt x="67" y="6266"/>
                      </a:cubicBezTo>
                      <a:cubicBezTo>
                        <a:pt x="0" y="6700"/>
                        <a:pt x="701" y="7267"/>
                        <a:pt x="1001" y="7534"/>
                      </a:cubicBezTo>
                      <a:cubicBezTo>
                        <a:pt x="2127" y="8420"/>
                        <a:pt x="3821" y="9204"/>
                        <a:pt x="5601" y="9204"/>
                      </a:cubicBezTo>
                      <a:cubicBezTo>
                        <a:pt x="6299" y="9204"/>
                        <a:pt x="7011" y="9083"/>
                        <a:pt x="7706" y="8801"/>
                      </a:cubicBezTo>
                      <a:cubicBezTo>
                        <a:pt x="9007" y="10403"/>
                        <a:pt x="14744" y="14405"/>
                        <a:pt x="20715" y="14405"/>
                      </a:cubicBezTo>
                      <a:cubicBezTo>
                        <a:pt x="22116" y="14405"/>
                        <a:pt x="23584" y="14139"/>
                        <a:pt x="25018" y="13638"/>
                      </a:cubicBezTo>
                      <a:cubicBezTo>
                        <a:pt x="25152" y="13605"/>
                        <a:pt x="25218" y="13572"/>
                        <a:pt x="25318" y="13505"/>
                      </a:cubicBezTo>
                      <a:cubicBezTo>
                        <a:pt x="25352" y="13505"/>
                        <a:pt x="25385" y="13471"/>
                        <a:pt x="25385" y="13438"/>
                      </a:cubicBezTo>
                      <a:cubicBezTo>
                        <a:pt x="25418" y="13405"/>
                        <a:pt x="25385" y="13338"/>
                        <a:pt x="25385" y="13305"/>
                      </a:cubicBezTo>
                      <a:cubicBezTo>
                        <a:pt x="25085" y="12671"/>
                        <a:pt x="23917" y="10503"/>
                        <a:pt x="23917" y="10469"/>
                      </a:cubicBezTo>
                      <a:cubicBezTo>
                        <a:pt x="23894" y="10422"/>
                        <a:pt x="23854" y="10375"/>
                        <a:pt x="23797" y="10375"/>
                      </a:cubicBezTo>
                      <a:cubicBezTo>
                        <a:pt x="23773" y="10375"/>
                        <a:pt x="23747" y="10383"/>
                        <a:pt x="23717" y="10403"/>
                      </a:cubicBezTo>
                      <a:cubicBezTo>
                        <a:pt x="23651" y="10436"/>
                        <a:pt x="23584" y="10503"/>
                        <a:pt x="23651" y="10603"/>
                      </a:cubicBezTo>
                      <a:cubicBezTo>
                        <a:pt x="23651" y="10636"/>
                        <a:pt x="24651" y="12504"/>
                        <a:pt x="25018" y="13271"/>
                      </a:cubicBezTo>
                      <a:cubicBezTo>
                        <a:pt x="24985" y="13271"/>
                        <a:pt x="24918" y="13305"/>
                        <a:pt x="24885" y="13305"/>
                      </a:cubicBezTo>
                      <a:cubicBezTo>
                        <a:pt x="23554" y="13832"/>
                        <a:pt x="22167" y="14053"/>
                        <a:pt x="20784" y="14053"/>
                      </a:cubicBezTo>
                      <a:cubicBezTo>
                        <a:pt x="14821" y="14053"/>
                        <a:pt x="8929" y="9936"/>
                        <a:pt x="7873" y="8501"/>
                      </a:cubicBezTo>
                      <a:cubicBezTo>
                        <a:pt x="7825" y="8478"/>
                        <a:pt x="7778" y="8454"/>
                        <a:pt x="7731" y="8454"/>
                      </a:cubicBezTo>
                      <a:cubicBezTo>
                        <a:pt x="7712" y="8454"/>
                        <a:pt x="7692" y="8458"/>
                        <a:pt x="7672" y="8468"/>
                      </a:cubicBezTo>
                      <a:cubicBezTo>
                        <a:pt x="6987" y="8762"/>
                        <a:pt x="6289" y="8882"/>
                        <a:pt x="5611" y="8882"/>
                      </a:cubicBezTo>
                      <a:cubicBezTo>
                        <a:pt x="3752" y="8882"/>
                        <a:pt x="2048" y="7976"/>
                        <a:pt x="1168" y="7267"/>
                      </a:cubicBezTo>
                      <a:cubicBezTo>
                        <a:pt x="534" y="6767"/>
                        <a:pt x="334" y="6400"/>
                        <a:pt x="367" y="6300"/>
                      </a:cubicBezTo>
                      <a:cubicBezTo>
                        <a:pt x="402" y="6242"/>
                        <a:pt x="511" y="6201"/>
                        <a:pt x="736" y="6201"/>
                      </a:cubicBezTo>
                      <a:cubicBezTo>
                        <a:pt x="1166" y="6201"/>
                        <a:pt x="2016" y="6352"/>
                        <a:pt x="3570" y="6833"/>
                      </a:cubicBezTo>
                      <a:cubicBezTo>
                        <a:pt x="3599" y="6853"/>
                        <a:pt x="3625" y="6861"/>
                        <a:pt x="3650" y="6861"/>
                      </a:cubicBezTo>
                      <a:cubicBezTo>
                        <a:pt x="3709" y="6861"/>
                        <a:pt x="3756" y="6814"/>
                        <a:pt x="3803" y="6767"/>
                      </a:cubicBezTo>
                      <a:cubicBezTo>
                        <a:pt x="3836" y="6667"/>
                        <a:pt x="3803" y="6600"/>
                        <a:pt x="3703" y="6567"/>
                      </a:cubicBezTo>
                      <a:cubicBezTo>
                        <a:pt x="2535" y="6100"/>
                        <a:pt x="801" y="5266"/>
                        <a:pt x="634" y="4799"/>
                      </a:cubicBezTo>
                      <a:lnTo>
                        <a:pt x="634" y="4765"/>
                      </a:lnTo>
                      <a:cubicBezTo>
                        <a:pt x="634" y="4732"/>
                        <a:pt x="667" y="4732"/>
                        <a:pt x="667" y="4732"/>
                      </a:cubicBezTo>
                      <a:cubicBezTo>
                        <a:pt x="727" y="4702"/>
                        <a:pt x="811" y="4688"/>
                        <a:pt x="914" y="4688"/>
                      </a:cubicBezTo>
                      <a:cubicBezTo>
                        <a:pt x="1613" y="4688"/>
                        <a:pt x="3185" y="5313"/>
                        <a:pt x="3970" y="5633"/>
                      </a:cubicBezTo>
                      <a:cubicBezTo>
                        <a:pt x="3988" y="5641"/>
                        <a:pt x="4008" y="5646"/>
                        <a:pt x="4029" y="5646"/>
                      </a:cubicBezTo>
                      <a:cubicBezTo>
                        <a:pt x="4085" y="5646"/>
                        <a:pt x="4146" y="5615"/>
                        <a:pt x="4170" y="5566"/>
                      </a:cubicBezTo>
                      <a:cubicBezTo>
                        <a:pt x="4203" y="5466"/>
                        <a:pt x="4170" y="5399"/>
                        <a:pt x="4070" y="5332"/>
                      </a:cubicBezTo>
                      <a:cubicBezTo>
                        <a:pt x="2169" y="4398"/>
                        <a:pt x="901" y="3431"/>
                        <a:pt x="968" y="2997"/>
                      </a:cubicBezTo>
                      <a:cubicBezTo>
                        <a:pt x="968" y="2997"/>
                        <a:pt x="968" y="2964"/>
                        <a:pt x="1001" y="2964"/>
                      </a:cubicBezTo>
                      <a:cubicBezTo>
                        <a:pt x="1038" y="2945"/>
                        <a:pt x="1089" y="2936"/>
                        <a:pt x="1152" y="2936"/>
                      </a:cubicBezTo>
                      <a:cubicBezTo>
                        <a:pt x="1653" y="2936"/>
                        <a:pt x="2940" y="3509"/>
                        <a:pt x="4570" y="4398"/>
                      </a:cubicBezTo>
                      <a:cubicBezTo>
                        <a:pt x="4612" y="4412"/>
                        <a:pt x="4647" y="4420"/>
                        <a:pt x="4680" y="4420"/>
                      </a:cubicBezTo>
                      <a:cubicBezTo>
                        <a:pt x="4726" y="4420"/>
                        <a:pt x="4765" y="4404"/>
                        <a:pt x="4804" y="4365"/>
                      </a:cubicBezTo>
                      <a:cubicBezTo>
                        <a:pt x="4837" y="4265"/>
                        <a:pt x="4837" y="4198"/>
                        <a:pt x="4737" y="4131"/>
                      </a:cubicBezTo>
                      <a:cubicBezTo>
                        <a:pt x="3536" y="3398"/>
                        <a:pt x="1301" y="1763"/>
                        <a:pt x="1702" y="1029"/>
                      </a:cubicBezTo>
                      <a:cubicBezTo>
                        <a:pt x="1735" y="962"/>
                        <a:pt x="1802" y="929"/>
                        <a:pt x="1868" y="929"/>
                      </a:cubicBezTo>
                      <a:cubicBezTo>
                        <a:pt x="1893" y="926"/>
                        <a:pt x="1919" y="924"/>
                        <a:pt x="1946" y="924"/>
                      </a:cubicBezTo>
                      <a:cubicBezTo>
                        <a:pt x="2955" y="924"/>
                        <a:pt x="5766" y="3289"/>
                        <a:pt x="6805" y="4232"/>
                      </a:cubicBezTo>
                      <a:cubicBezTo>
                        <a:pt x="6825" y="4271"/>
                        <a:pt x="6856" y="4287"/>
                        <a:pt x="6891" y="4287"/>
                      </a:cubicBezTo>
                      <a:cubicBezTo>
                        <a:pt x="6917" y="4287"/>
                        <a:pt x="6944" y="4279"/>
                        <a:pt x="6972" y="4265"/>
                      </a:cubicBezTo>
                      <a:cubicBezTo>
                        <a:pt x="7005" y="4232"/>
                        <a:pt x="7039" y="4198"/>
                        <a:pt x="7039" y="4098"/>
                      </a:cubicBezTo>
                      <a:cubicBezTo>
                        <a:pt x="6839" y="2730"/>
                        <a:pt x="6772" y="529"/>
                        <a:pt x="7406" y="295"/>
                      </a:cubicBezTo>
                      <a:cubicBezTo>
                        <a:pt x="7506" y="262"/>
                        <a:pt x="7539" y="195"/>
                        <a:pt x="7506" y="95"/>
                      </a:cubicBezTo>
                      <a:cubicBezTo>
                        <a:pt x="7459" y="48"/>
                        <a:pt x="7411" y="1"/>
                        <a:pt x="73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48"/>
                <p:cNvSpPr/>
                <p:nvPr/>
              </p:nvSpPr>
              <p:spPr>
                <a:xfrm>
                  <a:off x="2893343" y="-573994"/>
                  <a:ext cx="491690" cy="435568"/>
                </a:xfrm>
                <a:custGeom>
                  <a:avLst/>
                  <a:gdLst/>
                  <a:ahLst/>
                  <a:cxnLst/>
                  <a:rect l="l" t="t" r="r" b="b"/>
                  <a:pathLst>
                    <a:path w="19248" h="17056" extrusionOk="0">
                      <a:moveTo>
                        <a:pt x="8964" y="0"/>
                      </a:moveTo>
                      <a:cubicBezTo>
                        <a:pt x="7865" y="0"/>
                        <a:pt x="7539" y="1215"/>
                        <a:pt x="7539" y="1215"/>
                      </a:cubicBezTo>
                      <a:cubicBezTo>
                        <a:pt x="7539" y="1215"/>
                        <a:pt x="7406" y="1191"/>
                        <a:pt x="7157" y="1191"/>
                      </a:cubicBezTo>
                      <a:cubicBezTo>
                        <a:pt x="6474" y="1191"/>
                        <a:pt x="4915" y="1371"/>
                        <a:pt x="2835" y="2716"/>
                      </a:cubicBezTo>
                      <a:cubicBezTo>
                        <a:pt x="0" y="4518"/>
                        <a:pt x="734" y="7386"/>
                        <a:pt x="2435" y="7486"/>
                      </a:cubicBezTo>
                      <a:cubicBezTo>
                        <a:pt x="1612" y="8522"/>
                        <a:pt x="2627" y="11061"/>
                        <a:pt x="3901" y="11061"/>
                      </a:cubicBezTo>
                      <a:cubicBezTo>
                        <a:pt x="4022" y="11061"/>
                        <a:pt x="4145" y="11038"/>
                        <a:pt x="4270" y="10989"/>
                      </a:cubicBezTo>
                      <a:lnTo>
                        <a:pt x="4270" y="10989"/>
                      </a:lnTo>
                      <a:cubicBezTo>
                        <a:pt x="2602" y="13691"/>
                        <a:pt x="4503" y="16193"/>
                        <a:pt x="4603" y="16326"/>
                      </a:cubicBezTo>
                      <a:cubicBezTo>
                        <a:pt x="5095" y="16846"/>
                        <a:pt x="6105" y="17055"/>
                        <a:pt x="7355" y="17055"/>
                      </a:cubicBezTo>
                      <a:cubicBezTo>
                        <a:pt x="10599" y="17055"/>
                        <a:pt x="15456" y="15642"/>
                        <a:pt x="17046" y="14558"/>
                      </a:cubicBezTo>
                      <a:cubicBezTo>
                        <a:pt x="19247" y="13057"/>
                        <a:pt x="17679" y="10956"/>
                        <a:pt x="16278" y="10322"/>
                      </a:cubicBezTo>
                      <a:cubicBezTo>
                        <a:pt x="17374" y="8968"/>
                        <a:pt x="16134" y="8050"/>
                        <a:pt x="15417" y="8050"/>
                      </a:cubicBezTo>
                      <a:cubicBezTo>
                        <a:pt x="15392" y="8050"/>
                        <a:pt x="15368" y="8051"/>
                        <a:pt x="15344" y="8053"/>
                      </a:cubicBezTo>
                      <a:cubicBezTo>
                        <a:pt x="15097" y="8076"/>
                        <a:pt x="14808" y="8197"/>
                        <a:pt x="14515" y="8197"/>
                      </a:cubicBezTo>
                      <a:cubicBezTo>
                        <a:pt x="13937" y="8197"/>
                        <a:pt x="13341" y="7728"/>
                        <a:pt x="13009" y="5118"/>
                      </a:cubicBezTo>
                      <a:cubicBezTo>
                        <a:pt x="12509" y="1148"/>
                        <a:pt x="10407" y="214"/>
                        <a:pt x="9173" y="14"/>
                      </a:cubicBezTo>
                      <a:cubicBezTo>
                        <a:pt x="9100" y="5"/>
                        <a:pt x="9031" y="0"/>
                        <a:pt x="896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48"/>
                <p:cNvSpPr/>
                <p:nvPr/>
              </p:nvSpPr>
              <p:spPr>
                <a:xfrm>
                  <a:off x="3006643" y="-578745"/>
                  <a:ext cx="352802" cy="443842"/>
                </a:xfrm>
                <a:custGeom>
                  <a:avLst/>
                  <a:gdLst/>
                  <a:ahLst/>
                  <a:cxnLst/>
                  <a:rect l="l" t="t" r="r" b="b"/>
                  <a:pathLst>
                    <a:path w="13811" h="17380" extrusionOk="0">
                      <a:moveTo>
                        <a:pt x="4771" y="0"/>
                      </a:moveTo>
                      <a:cubicBezTo>
                        <a:pt x="4704" y="0"/>
                        <a:pt x="4604" y="34"/>
                        <a:pt x="4604" y="100"/>
                      </a:cubicBezTo>
                      <a:cubicBezTo>
                        <a:pt x="4604" y="200"/>
                        <a:pt x="4637" y="300"/>
                        <a:pt x="4737" y="300"/>
                      </a:cubicBezTo>
                      <a:cubicBezTo>
                        <a:pt x="5905" y="501"/>
                        <a:pt x="7940" y="1368"/>
                        <a:pt x="8440" y="5237"/>
                      </a:cubicBezTo>
                      <a:cubicBezTo>
                        <a:pt x="8640" y="6972"/>
                        <a:pt x="8974" y="7906"/>
                        <a:pt x="9541" y="8306"/>
                      </a:cubicBezTo>
                      <a:cubicBezTo>
                        <a:pt x="9724" y="8423"/>
                        <a:pt x="9908" y="8465"/>
                        <a:pt x="10087" y="8465"/>
                      </a:cubicBezTo>
                      <a:cubicBezTo>
                        <a:pt x="10266" y="8465"/>
                        <a:pt x="10441" y="8423"/>
                        <a:pt x="10608" y="8373"/>
                      </a:cubicBezTo>
                      <a:cubicBezTo>
                        <a:pt x="10742" y="8373"/>
                        <a:pt x="10808" y="8339"/>
                        <a:pt x="10908" y="8339"/>
                      </a:cubicBezTo>
                      <a:cubicBezTo>
                        <a:pt x="11242" y="8339"/>
                        <a:pt x="11776" y="8573"/>
                        <a:pt x="11976" y="9007"/>
                      </a:cubicBezTo>
                      <a:cubicBezTo>
                        <a:pt x="12209" y="9374"/>
                        <a:pt x="12109" y="9841"/>
                        <a:pt x="11709" y="10341"/>
                      </a:cubicBezTo>
                      <a:cubicBezTo>
                        <a:pt x="11642" y="10374"/>
                        <a:pt x="11642" y="10374"/>
                        <a:pt x="11642" y="10474"/>
                      </a:cubicBezTo>
                      <a:cubicBezTo>
                        <a:pt x="11642" y="10541"/>
                        <a:pt x="11709" y="10574"/>
                        <a:pt x="11742" y="10574"/>
                      </a:cubicBezTo>
                      <a:cubicBezTo>
                        <a:pt x="12509" y="10941"/>
                        <a:pt x="13410" y="11842"/>
                        <a:pt x="13477" y="12809"/>
                      </a:cubicBezTo>
                      <a:cubicBezTo>
                        <a:pt x="13577" y="13510"/>
                        <a:pt x="13243" y="14077"/>
                        <a:pt x="12476" y="14577"/>
                      </a:cubicBezTo>
                      <a:cubicBezTo>
                        <a:pt x="10818" y="15731"/>
                        <a:pt x="6060" y="17075"/>
                        <a:pt x="2918" y="17075"/>
                      </a:cubicBezTo>
                      <a:cubicBezTo>
                        <a:pt x="1700" y="17075"/>
                        <a:pt x="724" y="16873"/>
                        <a:pt x="267" y="16379"/>
                      </a:cubicBezTo>
                      <a:cubicBezTo>
                        <a:pt x="251" y="16362"/>
                        <a:pt x="217" y="16354"/>
                        <a:pt x="180" y="16354"/>
                      </a:cubicBezTo>
                      <a:cubicBezTo>
                        <a:pt x="142" y="16354"/>
                        <a:pt x="101" y="16362"/>
                        <a:pt x="67" y="16379"/>
                      </a:cubicBezTo>
                      <a:cubicBezTo>
                        <a:pt x="1" y="16412"/>
                        <a:pt x="1" y="16512"/>
                        <a:pt x="67" y="16579"/>
                      </a:cubicBezTo>
                      <a:cubicBezTo>
                        <a:pt x="601" y="17179"/>
                        <a:pt x="1635" y="17379"/>
                        <a:pt x="2936" y="17379"/>
                      </a:cubicBezTo>
                      <a:cubicBezTo>
                        <a:pt x="6238" y="17379"/>
                        <a:pt x="11142" y="15912"/>
                        <a:pt x="12610" y="14811"/>
                      </a:cubicBezTo>
                      <a:cubicBezTo>
                        <a:pt x="13644" y="14077"/>
                        <a:pt x="13810" y="13243"/>
                        <a:pt x="13777" y="12709"/>
                      </a:cubicBezTo>
                      <a:cubicBezTo>
                        <a:pt x="13710" y="11709"/>
                        <a:pt x="12876" y="10775"/>
                        <a:pt x="12042" y="10341"/>
                      </a:cubicBezTo>
                      <a:cubicBezTo>
                        <a:pt x="12543" y="9607"/>
                        <a:pt x="12409" y="9073"/>
                        <a:pt x="12243" y="8773"/>
                      </a:cubicBezTo>
                      <a:cubicBezTo>
                        <a:pt x="11970" y="8289"/>
                        <a:pt x="11423" y="7997"/>
                        <a:pt x="11000" y="7997"/>
                      </a:cubicBezTo>
                      <a:cubicBezTo>
                        <a:pt x="10957" y="7997"/>
                        <a:pt x="10915" y="8000"/>
                        <a:pt x="10875" y="8006"/>
                      </a:cubicBezTo>
                      <a:cubicBezTo>
                        <a:pt x="10775" y="8039"/>
                        <a:pt x="10641" y="8039"/>
                        <a:pt x="10541" y="8073"/>
                      </a:cubicBezTo>
                      <a:cubicBezTo>
                        <a:pt x="10391" y="8123"/>
                        <a:pt x="10241" y="8156"/>
                        <a:pt x="10099" y="8156"/>
                      </a:cubicBezTo>
                      <a:cubicBezTo>
                        <a:pt x="9958" y="8156"/>
                        <a:pt x="9824" y="8123"/>
                        <a:pt x="9707" y="8039"/>
                      </a:cubicBezTo>
                      <a:cubicBezTo>
                        <a:pt x="9274" y="7739"/>
                        <a:pt x="8940" y="6772"/>
                        <a:pt x="8740" y="5204"/>
                      </a:cubicBezTo>
                      <a:cubicBezTo>
                        <a:pt x="8206" y="1134"/>
                        <a:pt x="6038" y="200"/>
                        <a:pt x="477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48"/>
                <p:cNvSpPr/>
                <p:nvPr/>
              </p:nvSpPr>
              <p:spPr>
                <a:xfrm>
                  <a:off x="3082474" y="-329984"/>
                  <a:ext cx="115898" cy="127841"/>
                </a:xfrm>
                <a:custGeom>
                  <a:avLst/>
                  <a:gdLst/>
                  <a:ahLst/>
                  <a:cxnLst/>
                  <a:rect l="l" t="t" r="r" b="b"/>
                  <a:pathLst>
                    <a:path w="4537" h="5006" extrusionOk="0">
                      <a:moveTo>
                        <a:pt x="1835" y="1"/>
                      </a:moveTo>
                      <a:cubicBezTo>
                        <a:pt x="1134" y="434"/>
                        <a:pt x="0" y="1001"/>
                        <a:pt x="0" y="1001"/>
                      </a:cubicBezTo>
                      <a:cubicBezTo>
                        <a:pt x="0" y="1001"/>
                        <a:pt x="334" y="1502"/>
                        <a:pt x="367" y="2302"/>
                      </a:cubicBezTo>
                      <a:cubicBezTo>
                        <a:pt x="367" y="2736"/>
                        <a:pt x="301" y="3270"/>
                        <a:pt x="34" y="3803"/>
                      </a:cubicBezTo>
                      <a:cubicBezTo>
                        <a:pt x="906" y="4584"/>
                        <a:pt x="1771" y="5006"/>
                        <a:pt x="2523" y="5006"/>
                      </a:cubicBezTo>
                      <a:cubicBezTo>
                        <a:pt x="3410" y="5006"/>
                        <a:pt x="4140" y="4418"/>
                        <a:pt x="4537" y="3136"/>
                      </a:cubicBezTo>
                      <a:cubicBezTo>
                        <a:pt x="3670" y="2869"/>
                        <a:pt x="2836" y="1935"/>
                        <a:pt x="2335" y="1001"/>
                      </a:cubicBezTo>
                      <a:cubicBezTo>
                        <a:pt x="2135" y="634"/>
                        <a:pt x="1968" y="301"/>
                        <a:pt x="1835"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48"/>
                <p:cNvSpPr/>
                <p:nvPr/>
              </p:nvSpPr>
              <p:spPr>
                <a:xfrm>
                  <a:off x="2968306" y="-283015"/>
                  <a:ext cx="431200" cy="442029"/>
                </a:xfrm>
                <a:custGeom>
                  <a:avLst/>
                  <a:gdLst/>
                  <a:ahLst/>
                  <a:cxnLst/>
                  <a:rect l="l" t="t" r="r" b="b"/>
                  <a:pathLst>
                    <a:path w="16880" h="17309" extrusionOk="0">
                      <a:moveTo>
                        <a:pt x="9694" y="0"/>
                      </a:moveTo>
                      <a:cubicBezTo>
                        <a:pt x="9148" y="0"/>
                        <a:pt x="8807" y="63"/>
                        <a:pt x="8807" y="63"/>
                      </a:cubicBezTo>
                      <a:cubicBezTo>
                        <a:pt x="8807" y="63"/>
                        <a:pt x="8740" y="2398"/>
                        <a:pt x="7239" y="2431"/>
                      </a:cubicBezTo>
                      <a:cubicBezTo>
                        <a:pt x="7197" y="2433"/>
                        <a:pt x="7156" y="2434"/>
                        <a:pt x="7115" y="2434"/>
                      </a:cubicBezTo>
                      <a:cubicBezTo>
                        <a:pt x="5642" y="2434"/>
                        <a:pt x="4537" y="1297"/>
                        <a:pt x="4537" y="1297"/>
                      </a:cubicBezTo>
                      <a:lnTo>
                        <a:pt x="0" y="4766"/>
                      </a:lnTo>
                      <a:lnTo>
                        <a:pt x="2069" y="8969"/>
                      </a:lnTo>
                      <a:lnTo>
                        <a:pt x="4804" y="7468"/>
                      </a:lnTo>
                      <a:lnTo>
                        <a:pt x="5471" y="16441"/>
                      </a:lnTo>
                      <a:lnTo>
                        <a:pt x="5571" y="17309"/>
                      </a:lnTo>
                      <a:lnTo>
                        <a:pt x="16312" y="13739"/>
                      </a:lnTo>
                      <a:lnTo>
                        <a:pt x="12343" y="5600"/>
                      </a:lnTo>
                      <a:lnTo>
                        <a:pt x="12343" y="5600"/>
                      </a:lnTo>
                      <a:lnTo>
                        <a:pt x="14044" y="7068"/>
                      </a:lnTo>
                      <a:lnTo>
                        <a:pt x="16879" y="3932"/>
                      </a:lnTo>
                      <a:cubicBezTo>
                        <a:pt x="16879" y="3932"/>
                        <a:pt x="16712" y="3766"/>
                        <a:pt x="16412" y="3499"/>
                      </a:cubicBezTo>
                      <a:cubicBezTo>
                        <a:pt x="15378" y="2598"/>
                        <a:pt x="12876" y="563"/>
                        <a:pt x="11642" y="263"/>
                      </a:cubicBezTo>
                      <a:cubicBezTo>
                        <a:pt x="10887" y="54"/>
                        <a:pt x="10202" y="0"/>
                        <a:pt x="969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48"/>
                <p:cNvSpPr/>
                <p:nvPr/>
              </p:nvSpPr>
              <p:spPr>
                <a:xfrm>
                  <a:off x="2971703" y="-500975"/>
                  <a:ext cx="258234" cy="199244"/>
                </a:xfrm>
                <a:custGeom>
                  <a:avLst/>
                  <a:gdLst/>
                  <a:ahLst/>
                  <a:cxnLst/>
                  <a:rect l="l" t="t" r="r" b="b"/>
                  <a:pathLst>
                    <a:path w="10109" h="7802" extrusionOk="0">
                      <a:moveTo>
                        <a:pt x="4515" y="0"/>
                      </a:moveTo>
                      <a:cubicBezTo>
                        <a:pt x="3764" y="0"/>
                        <a:pt x="3030" y="188"/>
                        <a:pt x="2469" y="524"/>
                      </a:cubicBezTo>
                      <a:cubicBezTo>
                        <a:pt x="368" y="1792"/>
                        <a:pt x="1" y="3793"/>
                        <a:pt x="768" y="5528"/>
                      </a:cubicBezTo>
                      <a:cubicBezTo>
                        <a:pt x="1352" y="6960"/>
                        <a:pt x="2272" y="7802"/>
                        <a:pt x="3798" y="7802"/>
                      </a:cubicBezTo>
                      <a:cubicBezTo>
                        <a:pt x="4192" y="7802"/>
                        <a:pt x="4626" y="7746"/>
                        <a:pt x="5105" y="7630"/>
                      </a:cubicBezTo>
                      <a:cubicBezTo>
                        <a:pt x="7006" y="7163"/>
                        <a:pt x="8173" y="5628"/>
                        <a:pt x="8140" y="3660"/>
                      </a:cubicBezTo>
                      <a:cubicBezTo>
                        <a:pt x="8640" y="3593"/>
                        <a:pt x="10108" y="3293"/>
                        <a:pt x="9841" y="1992"/>
                      </a:cubicBezTo>
                      <a:cubicBezTo>
                        <a:pt x="9742" y="1439"/>
                        <a:pt x="9431" y="1260"/>
                        <a:pt x="9068" y="1260"/>
                      </a:cubicBezTo>
                      <a:cubicBezTo>
                        <a:pt x="8579" y="1260"/>
                        <a:pt x="7994" y="1586"/>
                        <a:pt x="7706" y="1759"/>
                      </a:cubicBezTo>
                      <a:cubicBezTo>
                        <a:pt x="7080" y="526"/>
                        <a:pt x="5773" y="0"/>
                        <a:pt x="4515" y="0"/>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48"/>
                <p:cNvSpPr/>
                <p:nvPr/>
              </p:nvSpPr>
              <p:spPr>
                <a:xfrm>
                  <a:off x="2971703" y="-500975"/>
                  <a:ext cx="258234" cy="199244"/>
                </a:xfrm>
                <a:custGeom>
                  <a:avLst/>
                  <a:gdLst/>
                  <a:ahLst/>
                  <a:cxnLst/>
                  <a:rect l="l" t="t" r="r" b="b"/>
                  <a:pathLst>
                    <a:path w="10109" h="7802" extrusionOk="0">
                      <a:moveTo>
                        <a:pt x="4515" y="0"/>
                      </a:moveTo>
                      <a:cubicBezTo>
                        <a:pt x="3764" y="0"/>
                        <a:pt x="3030" y="188"/>
                        <a:pt x="2469" y="524"/>
                      </a:cubicBezTo>
                      <a:cubicBezTo>
                        <a:pt x="368" y="1792"/>
                        <a:pt x="1" y="3793"/>
                        <a:pt x="768" y="5528"/>
                      </a:cubicBezTo>
                      <a:cubicBezTo>
                        <a:pt x="1352" y="6960"/>
                        <a:pt x="2272" y="7802"/>
                        <a:pt x="3798" y="7802"/>
                      </a:cubicBezTo>
                      <a:cubicBezTo>
                        <a:pt x="4192" y="7802"/>
                        <a:pt x="4626" y="7746"/>
                        <a:pt x="5105" y="7630"/>
                      </a:cubicBezTo>
                      <a:cubicBezTo>
                        <a:pt x="7006" y="7163"/>
                        <a:pt x="8173" y="5628"/>
                        <a:pt x="8140" y="3660"/>
                      </a:cubicBezTo>
                      <a:cubicBezTo>
                        <a:pt x="8640" y="3593"/>
                        <a:pt x="10108" y="3293"/>
                        <a:pt x="9841" y="1992"/>
                      </a:cubicBezTo>
                      <a:cubicBezTo>
                        <a:pt x="9742" y="1439"/>
                        <a:pt x="9431" y="1260"/>
                        <a:pt x="9068" y="1260"/>
                      </a:cubicBezTo>
                      <a:cubicBezTo>
                        <a:pt x="8579" y="1260"/>
                        <a:pt x="7994" y="1586"/>
                        <a:pt x="7706" y="1759"/>
                      </a:cubicBezTo>
                      <a:cubicBezTo>
                        <a:pt x="7080" y="526"/>
                        <a:pt x="5773" y="0"/>
                        <a:pt x="4515" y="0"/>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48"/>
                <p:cNvSpPr/>
                <p:nvPr/>
              </p:nvSpPr>
              <p:spPr>
                <a:xfrm>
                  <a:off x="3081605" y="-522531"/>
                  <a:ext cx="88667" cy="71709"/>
                </a:xfrm>
                <a:custGeom>
                  <a:avLst/>
                  <a:gdLst/>
                  <a:ahLst/>
                  <a:cxnLst/>
                  <a:rect l="l" t="t" r="r" b="b"/>
                  <a:pathLst>
                    <a:path w="3471" h="2808" extrusionOk="0">
                      <a:moveTo>
                        <a:pt x="1" y="1"/>
                      </a:moveTo>
                      <a:cubicBezTo>
                        <a:pt x="1" y="1"/>
                        <a:pt x="481" y="2807"/>
                        <a:pt x="2477" y="2807"/>
                      </a:cubicBezTo>
                      <a:cubicBezTo>
                        <a:pt x="2773" y="2807"/>
                        <a:pt x="3103" y="2745"/>
                        <a:pt x="3470" y="2603"/>
                      </a:cubicBezTo>
                      <a:cubicBezTo>
                        <a:pt x="2970" y="1235"/>
                        <a:pt x="1" y="1"/>
                        <a:pt x="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p48"/>
                <p:cNvSpPr/>
                <p:nvPr/>
              </p:nvSpPr>
              <p:spPr>
                <a:xfrm>
                  <a:off x="3056907" y="-414751"/>
                  <a:ext cx="19619" cy="43899"/>
                </a:xfrm>
                <a:custGeom>
                  <a:avLst/>
                  <a:gdLst/>
                  <a:ahLst/>
                  <a:cxnLst/>
                  <a:rect l="l" t="t" r="r" b="b"/>
                  <a:pathLst>
                    <a:path w="768" h="1719" extrusionOk="0">
                      <a:moveTo>
                        <a:pt x="163" y="0"/>
                      </a:moveTo>
                      <a:cubicBezTo>
                        <a:pt x="126" y="0"/>
                        <a:pt x="84" y="17"/>
                        <a:pt x="34" y="50"/>
                      </a:cubicBezTo>
                      <a:cubicBezTo>
                        <a:pt x="1" y="84"/>
                        <a:pt x="1" y="151"/>
                        <a:pt x="34" y="251"/>
                      </a:cubicBezTo>
                      <a:cubicBezTo>
                        <a:pt x="334" y="618"/>
                        <a:pt x="501" y="1085"/>
                        <a:pt x="468" y="1518"/>
                      </a:cubicBezTo>
                      <a:cubicBezTo>
                        <a:pt x="468" y="1618"/>
                        <a:pt x="534" y="1718"/>
                        <a:pt x="634" y="1718"/>
                      </a:cubicBezTo>
                      <a:cubicBezTo>
                        <a:pt x="701" y="1718"/>
                        <a:pt x="768" y="1652"/>
                        <a:pt x="701" y="1518"/>
                      </a:cubicBezTo>
                      <a:cubicBezTo>
                        <a:pt x="768" y="984"/>
                        <a:pt x="601" y="451"/>
                        <a:pt x="267" y="50"/>
                      </a:cubicBezTo>
                      <a:cubicBezTo>
                        <a:pt x="234" y="17"/>
                        <a:pt x="201" y="0"/>
                        <a:pt x="1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48"/>
                <p:cNvSpPr/>
                <p:nvPr/>
              </p:nvSpPr>
              <p:spPr>
                <a:xfrm>
                  <a:off x="3087582" y="-395596"/>
                  <a:ext cx="37526" cy="44333"/>
                </a:xfrm>
                <a:custGeom>
                  <a:avLst/>
                  <a:gdLst/>
                  <a:ahLst/>
                  <a:cxnLst/>
                  <a:rect l="l" t="t" r="r" b="b"/>
                  <a:pathLst>
                    <a:path w="1469" h="1736" extrusionOk="0">
                      <a:moveTo>
                        <a:pt x="1235" y="1"/>
                      </a:moveTo>
                      <a:cubicBezTo>
                        <a:pt x="1101" y="1"/>
                        <a:pt x="1001" y="68"/>
                        <a:pt x="1001" y="201"/>
                      </a:cubicBezTo>
                      <a:cubicBezTo>
                        <a:pt x="1001" y="701"/>
                        <a:pt x="668" y="1202"/>
                        <a:pt x="167" y="1335"/>
                      </a:cubicBezTo>
                      <a:cubicBezTo>
                        <a:pt x="101" y="1369"/>
                        <a:pt x="0" y="1469"/>
                        <a:pt x="67" y="1569"/>
                      </a:cubicBezTo>
                      <a:cubicBezTo>
                        <a:pt x="101" y="1702"/>
                        <a:pt x="167" y="1736"/>
                        <a:pt x="267" y="1736"/>
                      </a:cubicBezTo>
                      <a:lnTo>
                        <a:pt x="301" y="1736"/>
                      </a:lnTo>
                      <a:cubicBezTo>
                        <a:pt x="968" y="1569"/>
                        <a:pt x="1468" y="902"/>
                        <a:pt x="1435" y="201"/>
                      </a:cubicBezTo>
                      <a:cubicBezTo>
                        <a:pt x="1435" y="68"/>
                        <a:pt x="1335" y="1"/>
                        <a:pt x="12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48"/>
                <p:cNvSpPr/>
                <p:nvPr/>
              </p:nvSpPr>
              <p:spPr>
                <a:xfrm>
                  <a:off x="3056064" y="-467262"/>
                  <a:ext cx="33260" cy="18872"/>
                </a:xfrm>
                <a:custGeom>
                  <a:avLst/>
                  <a:gdLst/>
                  <a:ahLst/>
                  <a:cxnLst/>
                  <a:rect l="l" t="t" r="r" b="b"/>
                  <a:pathLst>
                    <a:path w="1302" h="739" extrusionOk="0">
                      <a:moveTo>
                        <a:pt x="916" y="1"/>
                      </a:moveTo>
                      <a:cubicBezTo>
                        <a:pt x="564" y="1"/>
                        <a:pt x="222" y="215"/>
                        <a:pt x="34" y="539"/>
                      </a:cubicBezTo>
                      <a:cubicBezTo>
                        <a:pt x="0" y="639"/>
                        <a:pt x="34" y="705"/>
                        <a:pt x="134" y="739"/>
                      </a:cubicBezTo>
                      <a:lnTo>
                        <a:pt x="200" y="739"/>
                      </a:lnTo>
                      <a:cubicBezTo>
                        <a:pt x="234" y="739"/>
                        <a:pt x="334" y="705"/>
                        <a:pt x="300" y="672"/>
                      </a:cubicBezTo>
                      <a:cubicBezTo>
                        <a:pt x="378" y="438"/>
                        <a:pt x="598" y="306"/>
                        <a:pt x="833" y="306"/>
                      </a:cubicBezTo>
                      <a:cubicBezTo>
                        <a:pt x="900" y="306"/>
                        <a:pt x="968" y="316"/>
                        <a:pt x="1034" y="339"/>
                      </a:cubicBezTo>
                      <a:cubicBezTo>
                        <a:pt x="1059" y="347"/>
                        <a:pt x="1082" y="351"/>
                        <a:pt x="1103" y="351"/>
                      </a:cubicBezTo>
                      <a:cubicBezTo>
                        <a:pt x="1166" y="351"/>
                        <a:pt x="1209" y="314"/>
                        <a:pt x="1234" y="238"/>
                      </a:cubicBezTo>
                      <a:cubicBezTo>
                        <a:pt x="1301" y="172"/>
                        <a:pt x="1234" y="72"/>
                        <a:pt x="1168" y="38"/>
                      </a:cubicBezTo>
                      <a:cubicBezTo>
                        <a:pt x="1085" y="13"/>
                        <a:pt x="1000" y="1"/>
                        <a:pt x="91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48"/>
                <p:cNvSpPr/>
                <p:nvPr/>
              </p:nvSpPr>
              <p:spPr>
                <a:xfrm>
                  <a:off x="3010908" y="-427292"/>
                  <a:ext cx="34103" cy="27478"/>
                </a:xfrm>
                <a:custGeom>
                  <a:avLst/>
                  <a:gdLst/>
                  <a:ahLst/>
                  <a:cxnLst/>
                  <a:rect l="l" t="t" r="r" b="b"/>
                  <a:pathLst>
                    <a:path w="1335" h="1076" extrusionOk="0">
                      <a:moveTo>
                        <a:pt x="1051" y="1"/>
                      </a:moveTo>
                      <a:cubicBezTo>
                        <a:pt x="558" y="1"/>
                        <a:pt x="93" y="383"/>
                        <a:pt x="0" y="908"/>
                      </a:cubicBezTo>
                      <a:cubicBezTo>
                        <a:pt x="0" y="975"/>
                        <a:pt x="67" y="1075"/>
                        <a:pt x="167" y="1075"/>
                      </a:cubicBezTo>
                      <a:cubicBezTo>
                        <a:pt x="234" y="1075"/>
                        <a:pt x="301" y="1042"/>
                        <a:pt x="301" y="942"/>
                      </a:cubicBezTo>
                      <a:cubicBezTo>
                        <a:pt x="396" y="594"/>
                        <a:pt x="731" y="305"/>
                        <a:pt x="1078" y="305"/>
                      </a:cubicBezTo>
                      <a:cubicBezTo>
                        <a:pt x="1097" y="305"/>
                        <a:pt x="1116" y="306"/>
                        <a:pt x="1134" y="308"/>
                      </a:cubicBezTo>
                      <a:cubicBezTo>
                        <a:pt x="1235" y="308"/>
                        <a:pt x="1301" y="275"/>
                        <a:pt x="1301" y="208"/>
                      </a:cubicBezTo>
                      <a:cubicBezTo>
                        <a:pt x="1335" y="108"/>
                        <a:pt x="1268" y="8"/>
                        <a:pt x="1168" y="8"/>
                      </a:cubicBezTo>
                      <a:cubicBezTo>
                        <a:pt x="1129" y="3"/>
                        <a:pt x="1090" y="1"/>
                        <a:pt x="1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p48"/>
                <p:cNvSpPr/>
                <p:nvPr/>
              </p:nvSpPr>
              <p:spPr>
                <a:xfrm>
                  <a:off x="3090136" y="-425708"/>
                  <a:ext cx="18776" cy="25154"/>
                </a:xfrm>
                <a:custGeom>
                  <a:avLst/>
                  <a:gdLst/>
                  <a:ahLst/>
                  <a:cxnLst/>
                  <a:rect l="l" t="t" r="r" b="b"/>
                  <a:pathLst>
                    <a:path w="735" h="985" extrusionOk="0">
                      <a:moveTo>
                        <a:pt x="360" y="1"/>
                      </a:moveTo>
                      <a:cubicBezTo>
                        <a:pt x="340" y="1"/>
                        <a:pt x="320" y="5"/>
                        <a:pt x="301" y="12"/>
                      </a:cubicBezTo>
                      <a:cubicBezTo>
                        <a:pt x="67" y="46"/>
                        <a:pt x="1" y="313"/>
                        <a:pt x="34" y="546"/>
                      </a:cubicBezTo>
                      <a:cubicBezTo>
                        <a:pt x="64" y="821"/>
                        <a:pt x="263" y="984"/>
                        <a:pt x="424" y="984"/>
                      </a:cubicBezTo>
                      <a:cubicBezTo>
                        <a:pt x="439" y="984"/>
                        <a:pt x="453" y="983"/>
                        <a:pt x="468" y="980"/>
                      </a:cubicBezTo>
                      <a:cubicBezTo>
                        <a:pt x="668" y="913"/>
                        <a:pt x="734" y="680"/>
                        <a:pt x="701" y="413"/>
                      </a:cubicBezTo>
                      <a:cubicBezTo>
                        <a:pt x="642" y="207"/>
                        <a:pt x="506" y="1"/>
                        <a:pt x="3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p48"/>
                <p:cNvSpPr/>
                <p:nvPr/>
              </p:nvSpPr>
              <p:spPr>
                <a:xfrm>
                  <a:off x="3033895" y="-396720"/>
                  <a:ext cx="18776" cy="24542"/>
                </a:xfrm>
                <a:custGeom>
                  <a:avLst/>
                  <a:gdLst/>
                  <a:ahLst/>
                  <a:cxnLst/>
                  <a:rect l="l" t="t" r="r" b="b"/>
                  <a:pathLst>
                    <a:path w="735" h="961" extrusionOk="0">
                      <a:moveTo>
                        <a:pt x="329" y="0"/>
                      </a:moveTo>
                      <a:cubicBezTo>
                        <a:pt x="308" y="0"/>
                        <a:pt x="288" y="4"/>
                        <a:pt x="268" y="12"/>
                      </a:cubicBezTo>
                      <a:cubicBezTo>
                        <a:pt x="68" y="45"/>
                        <a:pt x="1" y="278"/>
                        <a:pt x="34" y="545"/>
                      </a:cubicBezTo>
                      <a:cubicBezTo>
                        <a:pt x="63" y="801"/>
                        <a:pt x="212" y="960"/>
                        <a:pt x="359" y="960"/>
                      </a:cubicBezTo>
                      <a:cubicBezTo>
                        <a:pt x="385" y="960"/>
                        <a:pt x="410" y="955"/>
                        <a:pt x="435" y="946"/>
                      </a:cubicBezTo>
                      <a:cubicBezTo>
                        <a:pt x="668" y="912"/>
                        <a:pt x="735" y="679"/>
                        <a:pt x="701" y="412"/>
                      </a:cubicBezTo>
                      <a:cubicBezTo>
                        <a:pt x="672" y="206"/>
                        <a:pt x="487" y="0"/>
                        <a:pt x="3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p48"/>
                <p:cNvSpPr/>
                <p:nvPr/>
              </p:nvSpPr>
              <p:spPr>
                <a:xfrm>
                  <a:off x="3329531" y="-171532"/>
                  <a:ext cx="553918" cy="479058"/>
                </a:xfrm>
                <a:custGeom>
                  <a:avLst/>
                  <a:gdLst/>
                  <a:ahLst/>
                  <a:cxnLst/>
                  <a:rect l="l" t="t" r="r" b="b"/>
                  <a:pathLst>
                    <a:path w="21684" h="18759" extrusionOk="0">
                      <a:moveTo>
                        <a:pt x="2169" y="1"/>
                      </a:moveTo>
                      <a:lnTo>
                        <a:pt x="735" y="1602"/>
                      </a:lnTo>
                      <a:lnTo>
                        <a:pt x="568" y="1736"/>
                      </a:lnTo>
                      <a:lnTo>
                        <a:pt x="1" y="2269"/>
                      </a:lnTo>
                      <a:cubicBezTo>
                        <a:pt x="1" y="2269"/>
                        <a:pt x="68" y="2269"/>
                        <a:pt x="101" y="2303"/>
                      </a:cubicBezTo>
                      <a:cubicBezTo>
                        <a:pt x="1035" y="2936"/>
                        <a:pt x="10275" y="8941"/>
                        <a:pt x="12243" y="12443"/>
                      </a:cubicBezTo>
                      <a:lnTo>
                        <a:pt x="11976" y="13444"/>
                      </a:lnTo>
                      <a:cubicBezTo>
                        <a:pt x="11476" y="15445"/>
                        <a:pt x="10909" y="17013"/>
                        <a:pt x="11976" y="17280"/>
                      </a:cubicBezTo>
                      <a:cubicBezTo>
                        <a:pt x="12034" y="17295"/>
                        <a:pt x="12091" y="17303"/>
                        <a:pt x="12147" y="17303"/>
                      </a:cubicBezTo>
                      <a:cubicBezTo>
                        <a:pt x="13306" y="17303"/>
                        <a:pt x="13944" y="14144"/>
                        <a:pt x="13944" y="14144"/>
                      </a:cubicBezTo>
                      <a:cubicBezTo>
                        <a:pt x="13944" y="14144"/>
                        <a:pt x="15271" y="18758"/>
                        <a:pt x="16234" y="18758"/>
                      </a:cubicBezTo>
                      <a:cubicBezTo>
                        <a:pt x="16261" y="18758"/>
                        <a:pt x="16287" y="18755"/>
                        <a:pt x="16313" y="18748"/>
                      </a:cubicBezTo>
                      <a:cubicBezTo>
                        <a:pt x="17180" y="18414"/>
                        <a:pt x="16046" y="15279"/>
                        <a:pt x="15879" y="14812"/>
                      </a:cubicBezTo>
                      <a:lnTo>
                        <a:pt x="15879" y="14812"/>
                      </a:lnTo>
                      <a:cubicBezTo>
                        <a:pt x="16101" y="15160"/>
                        <a:pt x="17314" y="17703"/>
                        <a:pt x="18150" y="17703"/>
                      </a:cubicBezTo>
                      <a:cubicBezTo>
                        <a:pt x="18195" y="17703"/>
                        <a:pt x="18238" y="17695"/>
                        <a:pt x="18281" y="17680"/>
                      </a:cubicBezTo>
                      <a:cubicBezTo>
                        <a:pt x="19148" y="17347"/>
                        <a:pt x="17180" y="14278"/>
                        <a:pt x="17113" y="14111"/>
                      </a:cubicBezTo>
                      <a:lnTo>
                        <a:pt x="17113" y="14111"/>
                      </a:lnTo>
                      <a:cubicBezTo>
                        <a:pt x="17204" y="14232"/>
                        <a:pt x="18938" y="16352"/>
                        <a:pt x="19759" y="16352"/>
                      </a:cubicBezTo>
                      <a:cubicBezTo>
                        <a:pt x="19844" y="16352"/>
                        <a:pt x="19919" y="16329"/>
                        <a:pt x="19982" y="16279"/>
                      </a:cubicBezTo>
                      <a:cubicBezTo>
                        <a:pt x="20616" y="15746"/>
                        <a:pt x="18347" y="13044"/>
                        <a:pt x="18114" y="12743"/>
                      </a:cubicBezTo>
                      <a:lnTo>
                        <a:pt x="18114" y="12743"/>
                      </a:lnTo>
                      <a:cubicBezTo>
                        <a:pt x="18353" y="12953"/>
                        <a:pt x="20368" y="14857"/>
                        <a:pt x="21091" y="14857"/>
                      </a:cubicBezTo>
                      <a:cubicBezTo>
                        <a:pt x="21173" y="14857"/>
                        <a:pt x="21239" y="14833"/>
                        <a:pt x="21283" y="14778"/>
                      </a:cubicBezTo>
                      <a:cubicBezTo>
                        <a:pt x="21683" y="14178"/>
                        <a:pt x="17814" y="9574"/>
                        <a:pt x="14511" y="9408"/>
                      </a:cubicBezTo>
                      <a:cubicBezTo>
                        <a:pt x="13077" y="8173"/>
                        <a:pt x="2169" y="1"/>
                        <a:pt x="2169" y="1"/>
                      </a:cubicBezTo>
                      <a:close/>
                    </a:path>
                  </a:pathLst>
                </a:custGeom>
                <a:solidFill>
                  <a:srgbClr val="EFD1B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48"/>
                <p:cNvSpPr/>
                <p:nvPr/>
              </p:nvSpPr>
              <p:spPr>
                <a:xfrm>
                  <a:off x="3382375" y="-172937"/>
                  <a:ext cx="495088" cy="483604"/>
                </a:xfrm>
                <a:custGeom>
                  <a:avLst/>
                  <a:gdLst/>
                  <a:ahLst/>
                  <a:cxnLst/>
                  <a:rect l="l" t="t" r="r" b="b"/>
                  <a:pathLst>
                    <a:path w="19381" h="18937" extrusionOk="0">
                      <a:moveTo>
                        <a:pt x="155" y="1"/>
                      </a:moveTo>
                      <a:cubicBezTo>
                        <a:pt x="107" y="1"/>
                        <a:pt x="53" y="17"/>
                        <a:pt x="33" y="56"/>
                      </a:cubicBezTo>
                      <a:cubicBezTo>
                        <a:pt x="0" y="123"/>
                        <a:pt x="0" y="256"/>
                        <a:pt x="67" y="289"/>
                      </a:cubicBezTo>
                      <a:cubicBezTo>
                        <a:pt x="167" y="356"/>
                        <a:pt x="10874" y="8462"/>
                        <a:pt x="12275" y="9629"/>
                      </a:cubicBezTo>
                      <a:cubicBezTo>
                        <a:pt x="12275" y="9663"/>
                        <a:pt x="12309" y="9663"/>
                        <a:pt x="12376" y="9663"/>
                      </a:cubicBezTo>
                      <a:cubicBezTo>
                        <a:pt x="14911" y="9863"/>
                        <a:pt x="17879" y="12698"/>
                        <a:pt x="18780" y="14233"/>
                      </a:cubicBezTo>
                      <a:cubicBezTo>
                        <a:pt x="19080" y="14766"/>
                        <a:pt x="19047" y="14867"/>
                        <a:pt x="19047" y="14867"/>
                      </a:cubicBezTo>
                      <a:lnTo>
                        <a:pt x="19014" y="14867"/>
                      </a:lnTo>
                      <a:cubicBezTo>
                        <a:pt x="18547" y="14867"/>
                        <a:pt x="17212" y="13832"/>
                        <a:pt x="16112" y="12798"/>
                      </a:cubicBezTo>
                      <a:cubicBezTo>
                        <a:pt x="16085" y="12759"/>
                        <a:pt x="16054" y="12746"/>
                        <a:pt x="16024" y="12746"/>
                      </a:cubicBezTo>
                      <a:cubicBezTo>
                        <a:pt x="15977" y="12746"/>
                        <a:pt x="15932" y="12778"/>
                        <a:pt x="15911" y="12798"/>
                      </a:cubicBezTo>
                      <a:cubicBezTo>
                        <a:pt x="15878" y="12832"/>
                        <a:pt x="15878" y="12898"/>
                        <a:pt x="15911" y="12999"/>
                      </a:cubicBezTo>
                      <a:cubicBezTo>
                        <a:pt x="17579" y="14967"/>
                        <a:pt x="18046" y="16101"/>
                        <a:pt x="17779" y="16301"/>
                      </a:cubicBezTo>
                      <a:cubicBezTo>
                        <a:pt x="17746" y="16334"/>
                        <a:pt x="17713" y="16334"/>
                        <a:pt x="17613" y="16334"/>
                      </a:cubicBezTo>
                      <a:cubicBezTo>
                        <a:pt x="16979" y="16234"/>
                        <a:pt x="15711" y="14867"/>
                        <a:pt x="15111" y="14133"/>
                      </a:cubicBezTo>
                      <a:cubicBezTo>
                        <a:pt x="15094" y="14116"/>
                        <a:pt x="15061" y="14108"/>
                        <a:pt x="15023" y="14108"/>
                      </a:cubicBezTo>
                      <a:cubicBezTo>
                        <a:pt x="14986" y="14108"/>
                        <a:pt x="14944" y="14116"/>
                        <a:pt x="14911" y="14133"/>
                      </a:cubicBezTo>
                      <a:cubicBezTo>
                        <a:pt x="14811" y="14166"/>
                        <a:pt x="14811" y="14233"/>
                        <a:pt x="14877" y="14333"/>
                      </a:cubicBezTo>
                      <a:cubicBezTo>
                        <a:pt x="15811" y="15867"/>
                        <a:pt x="16345" y="17135"/>
                        <a:pt x="16212" y="17535"/>
                      </a:cubicBezTo>
                      <a:cubicBezTo>
                        <a:pt x="16212" y="17602"/>
                        <a:pt x="16145" y="17635"/>
                        <a:pt x="16112" y="17635"/>
                      </a:cubicBezTo>
                      <a:cubicBezTo>
                        <a:pt x="16090" y="17642"/>
                        <a:pt x="16067" y="17646"/>
                        <a:pt x="16042" y="17646"/>
                      </a:cubicBezTo>
                      <a:cubicBezTo>
                        <a:pt x="15620" y="17646"/>
                        <a:pt x="14826" y="16566"/>
                        <a:pt x="13943" y="14800"/>
                      </a:cubicBezTo>
                      <a:cubicBezTo>
                        <a:pt x="13918" y="14725"/>
                        <a:pt x="13856" y="14687"/>
                        <a:pt x="13798" y="14687"/>
                      </a:cubicBezTo>
                      <a:cubicBezTo>
                        <a:pt x="13779" y="14687"/>
                        <a:pt x="13760" y="14691"/>
                        <a:pt x="13743" y="14700"/>
                      </a:cubicBezTo>
                      <a:cubicBezTo>
                        <a:pt x="13676" y="14766"/>
                        <a:pt x="13610" y="14833"/>
                        <a:pt x="13676" y="14933"/>
                      </a:cubicBezTo>
                      <a:cubicBezTo>
                        <a:pt x="14043" y="15967"/>
                        <a:pt x="14610" y="17835"/>
                        <a:pt x="14344" y="18469"/>
                      </a:cubicBezTo>
                      <a:cubicBezTo>
                        <a:pt x="14277" y="18536"/>
                        <a:pt x="14244" y="18603"/>
                        <a:pt x="14210" y="18603"/>
                      </a:cubicBezTo>
                      <a:cubicBezTo>
                        <a:pt x="14210" y="18603"/>
                        <a:pt x="14143" y="18603"/>
                        <a:pt x="14077" y="18536"/>
                      </a:cubicBezTo>
                      <a:cubicBezTo>
                        <a:pt x="13376" y="18169"/>
                        <a:pt x="12376" y="15200"/>
                        <a:pt x="12042" y="14099"/>
                      </a:cubicBezTo>
                      <a:cubicBezTo>
                        <a:pt x="11975" y="13999"/>
                        <a:pt x="11942" y="13966"/>
                        <a:pt x="11875" y="13966"/>
                      </a:cubicBezTo>
                      <a:cubicBezTo>
                        <a:pt x="11775" y="13966"/>
                        <a:pt x="11708" y="13999"/>
                        <a:pt x="11708" y="14099"/>
                      </a:cubicBezTo>
                      <a:cubicBezTo>
                        <a:pt x="11708" y="14099"/>
                        <a:pt x="11208" y="16468"/>
                        <a:pt x="10374" y="17001"/>
                      </a:cubicBezTo>
                      <a:cubicBezTo>
                        <a:pt x="10274" y="17076"/>
                        <a:pt x="10155" y="17114"/>
                        <a:pt x="10046" y="17114"/>
                      </a:cubicBezTo>
                      <a:cubicBezTo>
                        <a:pt x="10009" y="17114"/>
                        <a:pt x="9974" y="17110"/>
                        <a:pt x="9940" y="17101"/>
                      </a:cubicBezTo>
                      <a:cubicBezTo>
                        <a:pt x="9874" y="17101"/>
                        <a:pt x="9774" y="17135"/>
                        <a:pt x="9740" y="17202"/>
                      </a:cubicBezTo>
                      <a:cubicBezTo>
                        <a:pt x="9740" y="17302"/>
                        <a:pt x="9774" y="17368"/>
                        <a:pt x="9874" y="17435"/>
                      </a:cubicBezTo>
                      <a:cubicBezTo>
                        <a:pt x="9929" y="17443"/>
                        <a:pt x="9982" y="17447"/>
                        <a:pt x="10034" y="17447"/>
                      </a:cubicBezTo>
                      <a:cubicBezTo>
                        <a:pt x="10204" y="17447"/>
                        <a:pt x="10363" y="17404"/>
                        <a:pt x="10541" y="17302"/>
                      </a:cubicBezTo>
                      <a:cubicBezTo>
                        <a:pt x="11208" y="16835"/>
                        <a:pt x="11642" y="15500"/>
                        <a:pt x="11875" y="14700"/>
                      </a:cubicBezTo>
                      <a:cubicBezTo>
                        <a:pt x="12242" y="15867"/>
                        <a:pt x="13109" y="18369"/>
                        <a:pt x="13910" y="18803"/>
                      </a:cubicBezTo>
                      <a:cubicBezTo>
                        <a:pt x="13977" y="18836"/>
                        <a:pt x="14077" y="18869"/>
                        <a:pt x="14143" y="18869"/>
                      </a:cubicBezTo>
                      <a:cubicBezTo>
                        <a:pt x="14210" y="18869"/>
                        <a:pt x="14244" y="18869"/>
                        <a:pt x="14177" y="18936"/>
                      </a:cubicBezTo>
                      <a:cubicBezTo>
                        <a:pt x="14344" y="18869"/>
                        <a:pt x="14410" y="18803"/>
                        <a:pt x="14510" y="18636"/>
                      </a:cubicBezTo>
                      <a:cubicBezTo>
                        <a:pt x="14711" y="18169"/>
                        <a:pt x="14544" y="17268"/>
                        <a:pt x="14344" y="16434"/>
                      </a:cubicBezTo>
                      <a:lnTo>
                        <a:pt x="14344" y="16434"/>
                      </a:lnTo>
                      <a:cubicBezTo>
                        <a:pt x="14884" y="17336"/>
                        <a:pt x="15452" y="17993"/>
                        <a:pt x="15950" y="17993"/>
                      </a:cubicBezTo>
                      <a:cubicBezTo>
                        <a:pt x="16004" y="17993"/>
                        <a:pt x="16059" y="17985"/>
                        <a:pt x="16112" y="17969"/>
                      </a:cubicBezTo>
                      <a:cubicBezTo>
                        <a:pt x="16245" y="17902"/>
                        <a:pt x="16378" y="17802"/>
                        <a:pt x="16412" y="17669"/>
                      </a:cubicBezTo>
                      <a:cubicBezTo>
                        <a:pt x="16579" y="17202"/>
                        <a:pt x="16245" y="16334"/>
                        <a:pt x="15778" y="15467"/>
                      </a:cubicBezTo>
                      <a:lnTo>
                        <a:pt x="15778" y="15467"/>
                      </a:lnTo>
                      <a:cubicBezTo>
                        <a:pt x="16378" y="16034"/>
                        <a:pt x="17046" y="16634"/>
                        <a:pt x="17513" y="16668"/>
                      </a:cubicBezTo>
                      <a:cubicBezTo>
                        <a:pt x="17679" y="16668"/>
                        <a:pt x="17779" y="16634"/>
                        <a:pt x="17913" y="16534"/>
                      </a:cubicBezTo>
                      <a:cubicBezTo>
                        <a:pt x="18280" y="16268"/>
                        <a:pt x="18046" y="15434"/>
                        <a:pt x="17079" y="14099"/>
                      </a:cubicBezTo>
                      <a:lnTo>
                        <a:pt x="17079" y="14099"/>
                      </a:lnTo>
                      <a:cubicBezTo>
                        <a:pt x="17759" y="14649"/>
                        <a:pt x="18532" y="15168"/>
                        <a:pt x="18974" y="15168"/>
                      </a:cubicBezTo>
                      <a:cubicBezTo>
                        <a:pt x="18987" y="15168"/>
                        <a:pt x="19001" y="15168"/>
                        <a:pt x="19014" y="15167"/>
                      </a:cubicBezTo>
                      <a:cubicBezTo>
                        <a:pt x="19180" y="15167"/>
                        <a:pt x="19247" y="15067"/>
                        <a:pt x="19280" y="15033"/>
                      </a:cubicBezTo>
                      <a:cubicBezTo>
                        <a:pt x="19381" y="14933"/>
                        <a:pt x="19381" y="14700"/>
                        <a:pt x="19247" y="14433"/>
                      </a:cubicBezTo>
                      <a:cubicBezTo>
                        <a:pt x="18613" y="12999"/>
                        <a:pt x="15344" y="9563"/>
                        <a:pt x="12442" y="9329"/>
                      </a:cubicBezTo>
                      <a:cubicBezTo>
                        <a:pt x="10874" y="8028"/>
                        <a:pt x="367" y="123"/>
                        <a:pt x="234" y="23"/>
                      </a:cubicBezTo>
                      <a:cubicBezTo>
                        <a:pt x="220" y="9"/>
                        <a:pt x="189" y="1"/>
                        <a:pt x="1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48"/>
                <p:cNvSpPr/>
                <p:nvPr/>
              </p:nvSpPr>
              <p:spPr>
                <a:xfrm>
                  <a:off x="3188111" y="-285263"/>
                  <a:ext cx="212202" cy="311379"/>
                </a:xfrm>
                <a:custGeom>
                  <a:avLst/>
                  <a:gdLst/>
                  <a:ahLst/>
                  <a:cxnLst/>
                  <a:rect l="l" t="t" r="r" b="b"/>
                  <a:pathLst>
                    <a:path w="8307" h="12193" extrusionOk="0">
                      <a:moveTo>
                        <a:pt x="980" y="1"/>
                      </a:moveTo>
                      <a:cubicBezTo>
                        <a:pt x="468" y="1"/>
                        <a:pt x="151" y="51"/>
                        <a:pt x="134" y="51"/>
                      </a:cubicBezTo>
                      <a:cubicBezTo>
                        <a:pt x="34" y="51"/>
                        <a:pt x="1" y="118"/>
                        <a:pt x="1" y="218"/>
                      </a:cubicBezTo>
                      <a:cubicBezTo>
                        <a:pt x="1" y="284"/>
                        <a:pt x="67" y="351"/>
                        <a:pt x="167" y="351"/>
                      </a:cubicBezTo>
                      <a:cubicBezTo>
                        <a:pt x="167" y="351"/>
                        <a:pt x="525" y="283"/>
                        <a:pt x="1090" y="283"/>
                      </a:cubicBezTo>
                      <a:cubicBezTo>
                        <a:pt x="1574" y="283"/>
                        <a:pt x="2210" y="333"/>
                        <a:pt x="2903" y="518"/>
                      </a:cubicBezTo>
                      <a:cubicBezTo>
                        <a:pt x="4070" y="818"/>
                        <a:pt x="6572" y="2853"/>
                        <a:pt x="7573" y="3720"/>
                      </a:cubicBezTo>
                      <a:cubicBezTo>
                        <a:pt x="7706" y="3854"/>
                        <a:pt x="7840" y="3920"/>
                        <a:pt x="7906" y="4020"/>
                      </a:cubicBezTo>
                      <a:lnTo>
                        <a:pt x="5304" y="6889"/>
                      </a:lnTo>
                      <a:lnTo>
                        <a:pt x="3837" y="5555"/>
                      </a:lnTo>
                      <a:cubicBezTo>
                        <a:pt x="3787" y="5538"/>
                        <a:pt x="3745" y="5530"/>
                        <a:pt x="3712" y="5530"/>
                      </a:cubicBezTo>
                      <a:cubicBezTo>
                        <a:pt x="3678" y="5530"/>
                        <a:pt x="3653" y="5538"/>
                        <a:pt x="3637" y="5555"/>
                      </a:cubicBezTo>
                      <a:cubicBezTo>
                        <a:pt x="3570" y="5588"/>
                        <a:pt x="3536" y="5688"/>
                        <a:pt x="3570" y="5755"/>
                      </a:cubicBezTo>
                      <a:lnTo>
                        <a:pt x="6639" y="12026"/>
                      </a:lnTo>
                      <a:cubicBezTo>
                        <a:pt x="6639" y="12059"/>
                        <a:pt x="6705" y="12093"/>
                        <a:pt x="6739" y="12093"/>
                      </a:cubicBezTo>
                      <a:cubicBezTo>
                        <a:pt x="6805" y="12093"/>
                        <a:pt x="6805" y="12093"/>
                        <a:pt x="6805" y="12193"/>
                      </a:cubicBezTo>
                      <a:cubicBezTo>
                        <a:pt x="6872" y="12126"/>
                        <a:pt x="6906" y="12059"/>
                        <a:pt x="6872" y="11959"/>
                      </a:cubicBezTo>
                      <a:lnTo>
                        <a:pt x="4204" y="6422"/>
                      </a:lnTo>
                      <a:lnTo>
                        <a:pt x="5171" y="7289"/>
                      </a:lnTo>
                      <a:cubicBezTo>
                        <a:pt x="5204" y="7356"/>
                        <a:pt x="5238" y="7356"/>
                        <a:pt x="5304" y="7356"/>
                      </a:cubicBezTo>
                      <a:cubicBezTo>
                        <a:pt x="5338" y="7356"/>
                        <a:pt x="5371" y="7356"/>
                        <a:pt x="5404" y="7289"/>
                      </a:cubicBezTo>
                      <a:lnTo>
                        <a:pt x="8240" y="4187"/>
                      </a:lnTo>
                      <a:cubicBezTo>
                        <a:pt x="8307" y="4120"/>
                        <a:pt x="8307" y="4087"/>
                        <a:pt x="8307" y="4054"/>
                      </a:cubicBezTo>
                      <a:cubicBezTo>
                        <a:pt x="8307" y="4020"/>
                        <a:pt x="8307" y="3954"/>
                        <a:pt x="8240" y="3920"/>
                      </a:cubicBezTo>
                      <a:cubicBezTo>
                        <a:pt x="8240" y="3920"/>
                        <a:pt x="8073" y="3753"/>
                        <a:pt x="7806" y="3520"/>
                      </a:cubicBezTo>
                      <a:cubicBezTo>
                        <a:pt x="6805" y="2619"/>
                        <a:pt x="4237" y="551"/>
                        <a:pt x="3003" y="251"/>
                      </a:cubicBezTo>
                      <a:cubicBezTo>
                        <a:pt x="2202" y="51"/>
                        <a:pt x="1493" y="1"/>
                        <a:pt x="9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28" name="Google Shape;1328;p48"/>
              <p:cNvSpPr/>
              <p:nvPr/>
            </p:nvSpPr>
            <p:spPr>
              <a:xfrm>
                <a:off x="1603451" y="-400628"/>
                <a:ext cx="423511" cy="495734"/>
              </a:xfrm>
              <a:custGeom>
                <a:avLst/>
                <a:gdLst/>
                <a:ahLst/>
                <a:cxnLst/>
                <a:rect l="l" t="t" r="r" b="b"/>
                <a:pathLst>
                  <a:path w="16579" h="19412" extrusionOk="0">
                    <a:moveTo>
                      <a:pt x="7938" y="1"/>
                    </a:moveTo>
                    <a:cubicBezTo>
                      <a:pt x="7077" y="1"/>
                      <a:pt x="6111" y="199"/>
                      <a:pt x="5037" y="532"/>
                    </a:cubicBezTo>
                    <a:cubicBezTo>
                      <a:pt x="4070" y="832"/>
                      <a:pt x="2969" y="1232"/>
                      <a:pt x="2002" y="1866"/>
                    </a:cubicBezTo>
                    <a:cubicBezTo>
                      <a:pt x="834" y="2600"/>
                      <a:pt x="0" y="3701"/>
                      <a:pt x="167" y="5202"/>
                    </a:cubicBezTo>
                    <a:cubicBezTo>
                      <a:pt x="501" y="8070"/>
                      <a:pt x="4837" y="10839"/>
                      <a:pt x="6872" y="12540"/>
                    </a:cubicBezTo>
                    <a:cubicBezTo>
                      <a:pt x="9674" y="14909"/>
                      <a:pt x="12643" y="17143"/>
                      <a:pt x="15645" y="19245"/>
                    </a:cubicBezTo>
                    <a:cubicBezTo>
                      <a:pt x="15745" y="19312"/>
                      <a:pt x="15878" y="19412"/>
                      <a:pt x="16045" y="19412"/>
                    </a:cubicBezTo>
                    <a:cubicBezTo>
                      <a:pt x="16512" y="19412"/>
                      <a:pt x="16579" y="18778"/>
                      <a:pt x="16512" y="18311"/>
                    </a:cubicBezTo>
                    <a:lnTo>
                      <a:pt x="16512" y="18278"/>
                    </a:lnTo>
                    <a:cubicBezTo>
                      <a:pt x="15378" y="13141"/>
                      <a:pt x="13877" y="8104"/>
                      <a:pt x="12009" y="3234"/>
                    </a:cubicBezTo>
                    <a:cubicBezTo>
                      <a:pt x="11104" y="881"/>
                      <a:pt x="9754" y="1"/>
                      <a:pt x="793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p48"/>
              <p:cNvSpPr/>
              <p:nvPr/>
            </p:nvSpPr>
            <p:spPr>
              <a:xfrm>
                <a:off x="5111008" y="2396250"/>
                <a:ext cx="381770" cy="531512"/>
              </a:xfrm>
              <a:custGeom>
                <a:avLst/>
                <a:gdLst/>
                <a:ahLst/>
                <a:cxnLst/>
                <a:rect l="l" t="t" r="r" b="b"/>
                <a:pathLst>
                  <a:path w="14945" h="20813" extrusionOk="0">
                    <a:moveTo>
                      <a:pt x="901" y="1"/>
                    </a:moveTo>
                    <a:cubicBezTo>
                      <a:pt x="801" y="1"/>
                      <a:pt x="701" y="1"/>
                      <a:pt x="601" y="67"/>
                    </a:cubicBezTo>
                    <a:cubicBezTo>
                      <a:pt x="368" y="134"/>
                      <a:pt x="301" y="468"/>
                      <a:pt x="301" y="734"/>
                    </a:cubicBezTo>
                    <a:cubicBezTo>
                      <a:pt x="1" y="6739"/>
                      <a:pt x="4437" y="13477"/>
                      <a:pt x="7339" y="18614"/>
                    </a:cubicBezTo>
                    <a:cubicBezTo>
                      <a:pt x="7773" y="19414"/>
                      <a:pt x="8273" y="20182"/>
                      <a:pt x="9074" y="20582"/>
                    </a:cubicBezTo>
                    <a:cubicBezTo>
                      <a:pt x="9421" y="20741"/>
                      <a:pt x="9780" y="20812"/>
                      <a:pt x="10141" y="20812"/>
                    </a:cubicBezTo>
                    <a:cubicBezTo>
                      <a:pt x="10613" y="20812"/>
                      <a:pt x="11088" y="20690"/>
                      <a:pt x="11542" y="20482"/>
                    </a:cubicBezTo>
                    <a:cubicBezTo>
                      <a:pt x="12176" y="20182"/>
                      <a:pt x="12810" y="19748"/>
                      <a:pt x="13310" y="19281"/>
                    </a:cubicBezTo>
                    <a:cubicBezTo>
                      <a:pt x="13844" y="18781"/>
                      <a:pt x="14444" y="18180"/>
                      <a:pt x="14611" y="17446"/>
                    </a:cubicBezTo>
                    <a:cubicBezTo>
                      <a:pt x="14945" y="16479"/>
                      <a:pt x="14645" y="15412"/>
                      <a:pt x="14278" y="14478"/>
                    </a:cubicBezTo>
                    <a:cubicBezTo>
                      <a:pt x="12977" y="11275"/>
                      <a:pt x="10642" y="8607"/>
                      <a:pt x="8373" y="5972"/>
                    </a:cubicBezTo>
                    <a:cubicBezTo>
                      <a:pt x="6272" y="3603"/>
                      <a:pt x="4070" y="1135"/>
                      <a:pt x="1101" y="67"/>
                    </a:cubicBezTo>
                    <a:cubicBezTo>
                      <a:pt x="1068" y="67"/>
                      <a:pt x="968" y="1"/>
                      <a:pt x="90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330" name="Google Shape;1330;p48"/>
          <p:cNvSpPr/>
          <p:nvPr/>
        </p:nvSpPr>
        <p:spPr>
          <a:xfrm>
            <a:off x="5102256" y="712351"/>
            <a:ext cx="194974" cy="194946"/>
          </a:xfrm>
          <a:custGeom>
            <a:avLst/>
            <a:gdLst/>
            <a:ahLst/>
            <a:cxnLst/>
            <a:rect l="l" t="t" r="r" b="b"/>
            <a:pathLst>
              <a:path w="6840" h="6839" extrusionOk="0">
                <a:moveTo>
                  <a:pt x="3403" y="0"/>
                </a:moveTo>
                <a:cubicBezTo>
                  <a:pt x="3403" y="1902"/>
                  <a:pt x="1869" y="3436"/>
                  <a:pt x="1" y="3436"/>
                </a:cubicBezTo>
                <a:cubicBezTo>
                  <a:pt x="1869" y="3436"/>
                  <a:pt x="3403" y="4970"/>
                  <a:pt x="3403" y="6838"/>
                </a:cubicBezTo>
                <a:cubicBezTo>
                  <a:pt x="3403" y="4970"/>
                  <a:pt x="4904" y="3436"/>
                  <a:pt x="6839" y="3436"/>
                </a:cubicBezTo>
                <a:cubicBezTo>
                  <a:pt x="4971" y="3436"/>
                  <a:pt x="3403" y="1902"/>
                  <a:pt x="340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31" name="Google Shape;1331;p48"/>
          <p:cNvGrpSpPr/>
          <p:nvPr/>
        </p:nvGrpSpPr>
        <p:grpSpPr>
          <a:xfrm>
            <a:off x="8379848" y="107003"/>
            <a:ext cx="608601" cy="761197"/>
            <a:chOff x="3598096" y="1630774"/>
            <a:chExt cx="371756" cy="464967"/>
          </a:xfrm>
        </p:grpSpPr>
        <p:sp>
          <p:nvSpPr>
            <p:cNvPr id="1332" name="Google Shape;1332;p48"/>
            <p:cNvSpPr/>
            <p:nvPr/>
          </p:nvSpPr>
          <p:spPr>
            <a:xfrm>
              <a:off x="3598096" y="1630774"/>
              <a:ext cx="367035" cy="398138"/>
            </a:xfrm>
            <a:custGeom>
              <a:avLst/>
              <a:gdLst/>
              <a:ahLst/>
              <a:cxnLst/>
              <a:rect l="l" t="t" r="r" b="b"/>
              <a:pathLst>
                <a:path w="18114" h="19649" extrusionOk="0">
                  <a:moveTo>
                    <a:pt x="10456" y="1"/>
                  </a:moveTo>
                  <a:cubicBezTo>
                    <a:pt x="7113" y="1"/>
                    <a:pt x="3756" y="1659"/>
                    <a:pt x="1902" y="4471"/>
                  </a:cubicBezTo>
                  <a:cubicBezTo>
                    <a:pt x="601" y="6439"/>
                    <a:pt x="0" y="8974"/>
                    <a:pt x="768" y="11242"/>
                  </a:cubicBezTo>
                  <a:cubicBezTo>
                    <a:pt x="1468" y="13310"/>
                    <a:pt x="3069" y="14245"/>
                    <a:pt x="5004" y="14945"/>
                  </a:cubicBezTo>
                  <a:cubicBezTo>
                    <a:pt x="6272" y="15412"/>
                    <a:pt x="6138" y="15012"/>
                    <a:pt x="7139" y="16079"/>
                  </a:cubicBezTo>
                  <a:cubicBezTo>
                    <a:pt x="8106" y="17013"/>
                    <a:pt x="8773" y="18514"/>
                    <a:pt x="9507" y="19648"/>
                  </a:cubicBezTo>
                  <a:cubicBezTo>
                    <a:pt x="10975" y="18648"/>
                    <a:pt x="12409" y="17647"/>
                    <a:pt x="13844" y="16646"/>
                  </a:cubicBezTo>
                  <a:cubicBezTo>
                    <a:pt x="14077" y="16513"/>
                    <a:pt x="14277" y="16346"/>
                    <a:pt x="14311" y="16146"/>
                  </a:cubicBezTo>
                  <a:lnTo>
                    <a:pt x="14311" y="16113"/>
                  </a:lnTo>
                  <a:cubicBezTo>
                    <a:pt x="14411" y="15846"/>
                    <a:pt x="14277" y="15612"/>
                    <a:pt x="14144" y="15412"/>
                  </a:cubicBezTo>
                  <a:cubicBezTo>
                    <a:pt x="13744" y="14611"/>
                    <a:pt x="13277" y="13778"/>
                    <a:pt x="12843" y="12977"/>
                  </a:cubicBezTo>
                  <a:cubicBezTo>
                    <a:pt x="14611" y="11976"/>
                    <a:pt x="16079" y="10575"/>
                    <a:pt x="17079" y="8841"/>
                  </a:cubicBezTo>
                  <a:cubicBezTo>
                    <a:pt x="17680" y="7840"/>
                    <a:pt x="18113" y="6772"/>
                    <a:pt x="18113" y="5605"/>
                  </a:cubicBezTo>
                  <a:cubicBezTo>
                    <a:pt x="18080" y="3137"/>
                    <a:pt x="15912" y="1168"/>
                    <a:pt x="13477" y="468"/>
                  </a:cubicBezTo>
                  <a:cubicBezTo>
                    <a:pt x="12910" y="268"/>
                    <a:pt x="12242" y="134"/>
                    <a:pt x="11609" y="68"/>
                  </a:cubicBezTo>
                  <a:cubicBezTo>
                    <a:pt x="11226" y="23"/>
                    <a:pt x="10841" y="1"/>
                    <a:pt x="104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48"/>
            <p:cNvSpPr/>
            <p:nvPr/>
          </p:nvSpPr>
          <p:spPr>
            <a:xfrm>
              <a:off x="3660951" y="1713871"/>
              <a:ext cx="222401" cy="291375"/>
            </a:xfrm>
            <a:custGeom>
              <a:avLst/>
              <a:gdLst/>
              <a:ahLst/>
              <a:cxnLst/>
              <a:rect l="l" t="t" r="r" b="b"/>
              <a:pathLst>
                <a:path w="10976" h="14380" extrusionOk="0">
                  <a:moveTo>
                    <a:pt x="7306" y="470"/>
                  </a:moveTo>
                  <a:cubicBezTo>
                    <a:pt x="7673" y="470"/>
                    <a:pt x="7973" y="737"/>
                    <a:pt x="8040" y="1070"/>
                  </a:cubicBezTo>
                  <a:cubicBezTo>
                    <a:pt x="8173" y="1404"/>
                    <a:pt x="8140" y="1838"/>
                    <a:pt x="7906" y="2305"/>
                  </a:cubicBezTo>
                  <a:cubicBezTo>
                    <a:pt x="7673" y="2872"/>
                    <a:pt x="7306" y="3339"/>
                    <a:pt x="6839" y="3706"/>
                  </a:cubicBezTo>
                  <a:cubicBezTo>
                    <a:pt x="6672" y="3138"/>
                    <a:pt x="6539" y="2538"/>
                    <a:pt x="6505" y="1971"/>
                  </a:cubicBezTo>
                  <a:cubicBezTo>
                    <a:pt x="6472" y="1371"/>
                    <a:pt x="6672" y="503"/>
                    <a:pt x="7239" y="470"/>
                  </a:cubicBezTo>
                  <a:close/>
                  <a:moveTo>
                    <a:pt x="3637" y="1904"/>
                  </a:moveTo>
                  <a:cubicBezTo>
                    <a:pt x="3970" y="1904"/>
                    <a:pt x="4304" y="2238"/>
                    <a:pt x="4404" y="2538"/>
                  </a:cubicBezTo>
                  <a:cubicBezTo>
                    <a:pt x="4571" y="2972"/>
                    <a:pt x="4504" y="3472"/>
                    <a:pt x="4370" y="3906"/>
                  </a:cubicBezTo>
                  <a:cubicBezTo>
                    <a:pt x="4370" y="3972"/>
                    <a:pt x="4370" y="4039"/>
                    <a:pt x="4337" y="4139"/>
                  </a:cubicBezTo>
                  <a:cubicBezTo>
                    <a:pt x="4070" y="4039"/>
                    <a:pt x="3803" y="3906"/>
                    <a:pt x="3570" y="3739"/>
                  </a:cubicBezTo>
                  <a:cubicBezTo>
                    <a:pt x="3203" y="3505"/>
                    <a:pt x="3003" y="3138"/>
                    <a:pt x="2969" y="2738"/>
                  </a:cubicBezTo>
                  <a:cubicBezTo>
                    <a:pt x="2903" y="2405"/>
                    <a:pt x="3136" y="2004"/>
                    <a:pt x="3503" y="1904"/>
                  </a:cubicBezTo>
                  <a:close/>
                  <a:moveTo>
                    <a:pt x="968" y="4806"/>
                  </a:moveTo>
                  <a:cubicBezTo>
                    <a:pt x="1302" y="4806"/>
                    <a:pt x="1668" y="5073"/>
                    <a:pt x="1869" y="5307"/>
                  </a:cubicBezTo>
                  <a:cubicBezTo>
                    <a:pt x="2236" y="5640"/>
                    <a:pt x="2636" y="6007"/>
                    <a:pt x="2969" y="6374"/>
                  </a:cubicBezTo>
                  <a:cubicBezTo>
                    <a:pt x="2836" y="6407"/>
                    <a:pt x="2736" y="6508"/>
                    <a:pt x="2636" y="6541"/>
                  </a:cubicBezTo>
                  <a:cubicBezTo>
                    <a:pt x="2440" y="6645"/>
                    <a:pt x="2218" y="6694"/>
                    <a:pt x="1991" y="6694"/>
                  </a:cubicBezTo>
                  <a:cubicBezTo>
                    <a:pt x="1639" y="6694"/>
                    <a:pt x="1272" y="6577"/>
                    <a:pt x="968" y="6374"/>
                  </a:cubicBezTo>
                  <a:cubicBezTo>
                    <a:pt x="734" y="6241"/>
                    <a:pt x="401" y="5907"/>
                    <a:pt x="401" y="5407"/>
                  </a:cubicBezTo>
                  <a:cubicBezTo>
                    <a:pt x="401" y="5173"/>
                    <a:pt x="534" y="4906"/>
                    <a:pt x="701" y="4840"/>
                  </a:cubicBezTo>
                  <a:cubicBezTo>
                    <a:pt x="801" y="4806"/>
                    <a:pt x="868" y="4806"/>
                    <a:pt x="968" y="4806"/>
                  </a:cubicBezTo>
                  <a:close/>
                  <a:moveTo>
                    <a:pt x="7310" y="1"/>
                  </a:moveTo>
                  <a:cubicBezTo>
                    <a:pt x="7287" y="1"/>
                    <a:pt x="7263" y="2"/>
                    <a:pt x="7239" y="3"/>
                  </a:cubicBezTo>
                  <a:cubicBezTo>
                    <a:pt x="6405" y="70"/>
                    <a:pt x="6038" y="1070"/>
                    <a:pt x="6072" y="1971"/>
                  </a:cubicBezTo>
                  <a:cubicBezTo>
                    <a:pt x="6138" y="2638"/>
                    <a:pt x="6305" y="3305"/>
                    <a:pt x="6505" y="3906"/>
                  </a:cubicBezTo>
                  <a:cubicBezTo>
                    <a:pt x="6372" y="4006"/>
                    <a:pt x="6205" y="4072"/>
                    <a:pt x="6072" y="4139"/>
                  </a:cubicBezTo>
                  <a:cubicBezTo>
                    <a:pt x="5789" y="4210"/>
                    <a:pt x="5472" y="4281"/>
                    <a:pt x="5146" y="4281"/>
                  </a:cubicBezTo>
                  <a:cubicBezTo>
                    <a:pt x="5011" y="4281"/>
                    <a:pt x="4874" y="4269"/>
                    <a:pt x="4737" y="4239"/>
                  </a:cubicBezTo>
                  <a:cubicBezTo>
                    <a:pt x="4737" y="4173"/>
                    <a:pt x="4804" y="4139"/>
                    <a:pt x="4804" y="4039"/>
                  </a:cubicBezTo>
                  <a:cubicBezTo>
                    <a:pt x="4904" y="3539"/>
                    <a:pt x="5038" y="2972"/>
                    <a:pt x="4837" y="2405"/>
                  </a:cubicBezTo>
                  <a:cubicBezTo>
                    <a:pt x="4659" y="1930"/>
                    <a:pt x="4165" y="1482"/>
                    <a:pt x="3613" y="1482"/>
                  </a:cubicBezTo>
                  <a:cubicBezTo>
                    <a:pt x="3543" y="1482"/>
                    <a:pt x="3473" y="1489"/>
                    <a:pt x="3403" y="1504"/>
                  </a:cubicBezTo>
                  <a:cubicBezTo>
                    <a:pt x="2869" y="1637"/>
                    <a:pt x="2502" y="2204"/>
                    <a:pt x="2536" y="2805"/>
                  </a:cubicBezTo>
                  <a:cubicBezTo>
                    <a:pt x="2569" y="3305"/>
                    <a:pt x="2869" y="3739"/>
                    <a:pt x="3336" y="4139"/>
                  </a:cubicBezTo>
                  <a:cubicBezTo>
                    <a:pt x="3570" y="4339"/>
                    <a:pt x="3870" y="4506"/>
                    <a:pt x="4204" y="4573"/>
                  </a:cubicBezTo>
                  <a:cubicBezTo>
                    <a:pt x="4003" y="5173"/>
                    <a:pt x="3703" y="5707"/>
                    <a:pt x="3303" y="6141"/>
                  </a:cubicBezTo>
                  <a:lnTo>
                    <a:pt x="2169" y="5006"/>
                  </a:lnTo>
                  <a:cubicBezTo>
                    <a:pt x="1730" y="4591"/>
                    <a:pt x="1307" y="4383"/>
                    <a:pt x="945" y="4383"/>
                  </a:cubicBezTo>
                  <a:cubicBezTo>
                    <a:pt x="784" y="4383"/>
                    <a:pt x="634" y="4424"/>
                    <a:pt x="501" y="4506"/>
                  </a:cubicBezTo>
                  <a:cubicBezTo>
                    <a:pt x="201" y="4673"/>
                    <a:pt x="1" y="5006"/>
                    <a:pt x="1" y="5407"/>
                  </a:cubicBezTo>
                  <a:cubicBezTo>
                    <a:pt x="1" y="5974"/>
                    <a:pt x="234" y="6407"/>
                    <a:pt x="734" y="6741"/>
                  </a:cubicBezTo>
                  <a:cubicBezTo>
                    <a:pt x="1120" y="7005"/>
                    <a:pt x="1579" y="7133"/>
                    <a:pt x="2022" y="7133"/>
                  </a:cubicBezTo>
                  <a:cubicBezTo>
                    <a:pt x="2308" y="7133"/>
                    <a:pt x="2587" y="7079"/>
                    <a:pt x="2836" y="6975"/>
                  </a:cubicBezTo>
                  <a:cubicBezTo>
                    <a:pt x="2936" y="6874"/>
                    <a:pt x="3136" y="6808"/>
                    <a:pt x="3236" y="6708"/>
                  </a:cubicBezTo>
                  <a:cubicBezTo>
                    <a:pt x="5171" y="8909"/>
                    <a:pt x="6572" y="11545"/>
                    <a:pt x="7373" y="14380"/>
                  </a:cubicBezTo>
                  <a:lnTo>
                    <a:pt x="7739" y="14280"/>
                  </a:lnTo>
                  <a:cubicBezTo>
                    <a:pt x="6972" y="11344"/>
                    <a:pt x="5505" y="8676"/>
                    <a:pt x="3536" y="6407"/>
                  </a:cubicBezTo>
                  <a:cubicBezTo>
                    <a:pt x="3970" y="6007"/>
                    <a:pt x="4337" y="5440"/>
                    <a:pt x="4571" y="4673"/>
                  </a:cubicBezTo>
                  <a:cubicBezTo>
                    <a:pt x="4742" y="4693"/>
                    <a:pt x="4914" y="4704"/>
                    <a:pt x="5084" y="4704"/>
                  </a:cubicBezTo>
                  <a:cubicBezTo>
                    <a:pt x="5475" y="4704"/>
                    <a:pt x="5856" y="4646"/>
                    <a:pt x="6205" y="4506"/>
                  </a:cubicBezTo>
                  <a:cubicBezTo>
                    <a:pt x="6372" y="4473"/>
                    <a:pt x="6505" y="4406"/>
                    <a:pt x="6639" y="4339"/>
                  </a:cubicBezTo>
                  <a:cubicBezTo>
                    <a:pt x="6705" y="4539"/>
                    <a:pt x="6739" y="4740"/>
                    <a:pt x="6839" y="4906"/>
                  </a:cubicBezTo>
                  <a:cubicBezTo>
                    <a:pt x="7873" y="7742"/>
                    <a:pt x="9140" y="10577"/>
                    <a:pt x="10575" y="13246"/>
                  </a:cubicBezTo>
                  <a:lnTo>
                    <a:pt x="10975" y="13046"/>
                  </a:lnTo>
                  <a:cubicBezTo>
                    <a:pt x="9507" y="10377"/>
                    <a:pt x="8240" y="7575"/>
                    <a:pt x="7206" y="4740"/>
                  </a:cubicBezTo>
                  <a:cubicBezTo>
                    <a:pt x="7139" y="4506"/>
                    <a:pt x="7039" y="4306"/>
                    <a:pt x="6972" y="4072"/>
                  </a:cubicBezTo>
                  <a:cubicBezTo>
                    <a:pt x="7539" y="3672"/>
                    <a:pt x="8006" y="3072"/>
                    <a:pt x="8307" y="2405"/>
                  </a:cubicBezTo>
                  <a:cubicBezTo>
                    <a:pt x="8540" y="1838"/>
                    <a:pt x="8573" y="1337"/>
                    <a:pt x="8473" y="904"/>
                  </a:cubicBezTo>
                  <a:cubicBezTo>
                    <a:pt x="8314" y="360"/>
                    <a:pt x="7848" y="1"/>
                    <a:pt x="73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p48"/>
            <p:cNvSpPr/>
            <p:nvPr/>
          </p:nvSpPr>
          <p:spPr>
            <a:xfrm>
              <a:off x="3748829" y="1920754"/>
              <a:ext cx="177094" cy="174987"/>
            </a:xfrm>
            <a:custGeom>
              <a:avLst/>
              <a:gdLst/>
              <a:ahLst/>
              <a:cxnLst/>
              <a:rect l="l" t="t" r="r" b="b"/>
              <a:pathLst>
                <a:path w="8740" h="8636" extrusionOk="0">
                  <a:moveTo>
                    <a:pt x="6872" y="0"/>
                  </a:moveTo>
                  <a:cubicBezTo>
                    <a:pt x="6671" y="0"/>
                    <a:pt x="6505" y="134"/>
                    <a:pt x="6338" y="267"/>
                  </a:cubicBezTo>
                  <a:cubicBezTo>
                    <a:pt x="5037" y="1168"/>
                    <a:pt x="3736" y="2135"/>
                    <a:pt x="2468" y="3036"/>
                  </a:cubicBezTo>
                  <a:cubicBezTo>
                    <a:pt x="1635" y="3636"/>
                    <a:pt x="0" y="4337"/>
                    <a:pt x="0" y="5471"/>
                  </a:cubicBezTo>
                  <a:cubicBezTo>
                    <a:pt x="95" y="5604"/>
                    <a:pt x="266" y="5683"/>
                    <a:pt x="439" y="5683"/>
                  </a:cubicBezTo>
                  <a:cubicBezTo>
                    <a:pt x="555" y="5683"/>
                    <a:pt x="673" y="5647"/>
                    <a:pt x="768" y="5567"/>
                  </a:cubicBezTo>
                  <a:lnTo>
                    <a:pt x="768" y="5567"/>
                  </a:lnTo>
                  <a:cubicBezTo>
                    <a:pt x="523" y="5801"/>
                    <a:pt x="407" y="6150"/>
                    <a:pt x="567" y="6438"/>
                  </a:cubicBezTo>
                  <a:cubicBezTo>
                    <a:pt x="658" y="6583"/>
                    <a:pt x="837" y="6669"/>
                    <a:pt x="1003" y="6669"/>
                  </a:cubicBezTo>
                  <a:cubicBezTo>
                    <a:pt x="1126" y="6669"/>
                    <a:pt x="1241" y="6623"/>
                    <a:pt x="1309" y="6519"/>
                  </a:cubicBezTo>
                  <a:lnTo>
                    <a:pt x="1309" y="6519"/>
                  </a:lnTo>
                  <a:cubicBezTo>
                    <a:pt x="1193" y="6745"/>
                    <a:pt x="1139" y="7019"/>
                    <a:pt x="1201" y="7205"/>
                  </a:cubicBezTo>
                  <a:cubicBezTo>
                    <a:pt x="1282" y="7367"/>
                    <a:pt x="1448" y="7455"/>
                    <a:pt x="1604" y="7455"/>
                  </a:cubicBezTo>
                  <a:cubicBezTo>
                    <a:pt x="1661" y="7455"/>
                    <a:pt x="1717" y="7443"/>
                    <a:pt x="1766" y="7419"/>
                  </a:cubicBezTo>
                  <a:lnTo>
                    <a:pt x="1766" y="7419"/>
                  </a:lnTo>
                  <a:cubicBezTo>
                    <a:pt x="1538" y="7651"/>
                    <a:pt x="1565" y="8074"/>
                    <a:pt x="1801" y="8340"/>
                  </a:cubicBezTo>
                  <a:cubicBezTo>
                    <a:pt x="1971" y="8558"/>
                    <a:pt x="2230" y="8635"/>
                    <a:pt x="2512" y="8635"/>
                  </a:cubicBezTo>
                  <a:cubicBezTo>
                    <a:pt x="2618" y="8635"/>
                    <a:pt x="2727" y="8625"/>
                    <a:pt x="2835" y="8606"/>
                  </a:cubicBezTo>
                  <a:cubicBezTo>
                    <a:pt x="3202" y="8506"/>
                    <a:pt x="3503" y="8273"/>
                    <a:pt x="3836" y="8039"/>
                  </a:cubicBezTo>
                  <a:cubicBezTo>
                    <a:pt x="4537" y="7539"/>
                    <a:pt x="5204" y="7005"/>
                    <a:pt x="5904" y="6472"/>
                  </a:cubicBezTo>
                  <a:cubicBezTo>
                    <a:pt x="6671" y="5871"/>
                    <a:pt x="7472" y="5304"/>
                    <a:pt x="8139" y="4604"/>
                  </a:cubicBezTo>
                  <a:cubicBezTo>
                    <a:pt x="8473" y="4270"/>
                    <a:pt x="8740" y="3836"/>
                    <a:pt x="8706" y="3336"/>
                  </a:cubicBezTo>
                  <a:cubicBezTo>
                    <a:pt x="8661" y="3022"/>
                    <a:pt x="8344" y="2768"/>
                    <a:pt x="8050" y="2768"/>
                  </a:cubicBezTo>
                  <a:cubicBezTo>
                    <a:pt x="7968" y="2768"/>
                    <a:pt x="7888" y="2787"/>
                    <a:pt x="7816" y="2831"/>
                  </a:cubicBezTo>
                  <a:lnTo>
                    <a:pt x="7816" y="2831"/>
                  </a:lnTo>
                  <a:cubicBezTo>
                    <a:pt x="7958" y="2674"/>
                    <a:pt x="8072" y="2478"/>
                    <a:pt x="8072" y="2302"/>
                  </a:cubicBezTo>
                  <a:cubicBezTo>
                    <a:pt x="8072" y="2083"/>
                    <a:pt x="7896" y="1900"/>
                    <a:pt x="7722" y="1894"/>
                  </a:cubicBezTo>
                  <a:lnTo>
                    <a:pt x="7722" y="1894"/>
                  </a:lnTo>
                  <a:cubicBezTo>
                    <a:pt x="7828" y="1784"/>
                    <a:pt x="7833" y="1576"/>
                    <a:pt x="7739" y="1435"/>
                  </a:cubicBezTo>
                  <a:cubicBezTo>
                    <a:pt x="7639" y="1201"/>
                    <a:pt x="7372" y="1134"/>
                    <a:pt x="7172" y="1101"/>
                  </a:cubicBezTo>
                  <a:cubicBezTo>
                    <a:pt x="7405" y="968"/>
                    <a:pt x="7539" y="667"/>
                    <a:pt x="7472" y="434"/>
                  </a:cubicBezTo>
                  <a:cubicBezTo>
                    <a:pt x="7372" y="167"/>
                    <a:pt x="7138" y="0"/>
                    <a:pt x="68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48"/>
            <p:cNvSpPr/>
            <p:nvPr/>
          </p:nvSpPr>
          <p:spPr>
            <a:xfrm>
              <a:off x="3800863" y="1996678"/>
              <a:ext cx="93289" cy="65347"/>
            </a:xfrm>
            <a:custGeom>
              <a:avLst/>
              <a:gdLst/>
              <a:ahLst/>
              <a:cxnLst/>
              <a:rect l="l" t="t" r="r" b="b"/>
              <a:pathLst>
                <a:path w="4604" h="3225" extrusionOk="0">
                  <a:moveTo>
                    <a:pt x="4338" y="1"/>
                  </a:moveTo>
                  <a:cubicBezTo>
                    <a:pt x="4292" y="1"/>
                    <a:pt x="4245" y="9"/>
                    <a:pt x="4204" y="23"/>
                  </a:cubicBezTo>
                  <a:cubicBezTo>
                    <a:pt x="2836" y="923"/>
                    <a:pt x="1468" y="1891"/>
                    <a:pt x="134" y="2858"/>
                  </a:cubicBezTo>
                  <a:cubicBezTo>
                    <a:pt x="67" y="2925"/>
                    <a:pt x="1" y="3058"/>
                    <a:pt x="101" y="3158"/>
                  </a:cubicBezTo>
                  <a:cubicBezTo>
                    <a:pt x="134" y="3192"/>
                    <a:pt x="167" y="3225"/>
                    <a:pt x="267" y="3225"/>
                  </a:cubicBezTo>
                  <a:cubicBezTo>
                    <a:pt x="301" y="3225"/>
                    <a:pt x="334" y="3225"/>
                    <a:pt x="434" y="3192"/>
                  </a:cubicBezTo>
                  <a:cubicBezTo>
                    <a:pt x="1768" y="2191"/>
                    <a:pt x="3103" y="1223"/>
                    <a:pt x="4470" y="356"/>
                  </a:cubicBezTo>
                  <a:cubicBezTo>
                    <a:pt x="4537" y="256"/>
                    <a:pt x="4604" y="123"/>
                    <a:pt x="4504" y="56"/>
                  </a:cubicBezTo>
                  <a:cubicBezTo>
                    <a:pt x="4465" y="17"/>
                    <a:pt x="4403" y="1"/>
                    <a:pt x="433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48"/>
            <p:cNvSpPr/>
            <p:nvPr/>
          </p:nvSpPr>
          <p:spPr>
            <a:xfrm>
              <a:off x="3800863" y="1987641"/>
              <a:ext cx="82489" cy="53432"/>
            </a:xfrm>
            <a:custGeom>
              <a:avLst/>
              <a:gdLst/>
              <a:ahLst/>
              <a:cxnLst/>
              <a:rect l="l" t="t" r="r" b="b"/>
              <a:pathLst>
                <a:path w="4071" h="2637" extrusionOk="0">
                  <a:moveTo>
                    <a:pt x="3784" y="0"/>
                  </a:moveTo>
                  <a:cubicBezTo>
                    <a:pt x="3745" y="0"/>
                    <a:pt x="3705" y="11"/>
                    <a:pt x="3670" y="35"/>
                  </a:cubicBezTo>
                  <a:cubicBezTo>
                    <a:pt x="2502" y="802"/>
                    <a:pt x="1335" y="1536"/>
                    <a:pt x="134" y="2203"/>
                  </a:cubicBezTo>
                  <a:cubicBezTo>
                    <a:pt x="1" y="2303"/>
                    <a:pt x="1" y="2437"/>
                    <a:pt x="67" y="2503"/>
                  </a:cubicBezTo>
                  <a:cubicBezTo>
                    <a:pt x="101" y="2603"/>
                    <a:pt x="134" y="2637"/>
                    <a:pt x="234" y="2637"/>
                  </a:cubicBezTo>
                  <a:cubicBezTo>
                    <a:pt x="267" y="2637"/>
                    <a:pt x="301" y="2570"/>
                    <a:pt x="401" y="2537"/>
                  </a:cubicBezTo>
                  <a:cubicBezTo>
                    <a:pt x="1602" y="1870"/>
                    <a:pt x="2769" y="1136"/>
                    <a:pt x="3937" y="369"/>
                  </a:cubicBezTo>
                  <a:cubicBezTo>
                    <a:pt x="4003" y="302"/>
                    <a:pt x="4070" y="168"/>
                    <a:pt x="3970" y="102"/>
                  </a:cubicBezTo>
                  <a:cubicBezTo>
                    <a:pt x="3927" y="37"/>
                    <a:pt x="3856" y="0"/>
                    <a:pt x="378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48"/>
            <p:cNvSpPr/>
            <p:nvPr/>
          </p:nvSpPr>
          <p:spPr>
            <a:xfrm>
              <a:off x="3806273" y="1632131"/>
              <a:ext cx="158858" cy="326469"/>
            </a:xfrm>
            <a:custGeom>
              <a:avLst/>
              <a:gdLst/>
              <a:ahLst/>
              <a:cxnLst/>
              <a:rect l="l" t="t" r="r" b="b"/>
              <a:pathLst>
                <a:path w="7840" h="16112" extrusionOk="0">
                  <a:moveTo>
                    <a:pt x="1335" y="1"/>
                  </a:moveTo>
                  <a:cubicBezTo>
                    <a:pt x="1368" y="368"/>
                    <a:pt x="1535" y="735"/>
                    <a:pt x="1868" y="1068"/>
                  </a:cubicBezTo>
                  <a:cubicBezTo>
                    <a:pt x="4203" y="3570"/>
                    <a:pt x="4137" y="7439"/>
                    <a:pt x="1335" y="9574"/>
                  </a:cubicBezTo>
                  <a:cubicBezTo>
                    <a:pt x="401" y="10275"/>
                    <a:pt x="0" y="11342"/>
                    <a:pt x="567" y="12410"/>
                  </a:cubicBezTo>
                  <a:lnTo>
                    <a:pt x="1968" y="15045"/>
                  </a:lnTo>
                  <a:cubicBezTo>
                    <a:pt x="2361" y="15804"/>
                    <a:pt x="2960" y="16111"/>
                    <a:pt x="3554" y="16111"/>
                  </a:cubicBezTo>
                  <a:cubicBezTo>
                    <a:pt x="3717" y="16111"/>
                    <a:pt x="3879" y="16088"/>
                    <a:pt x="4037" y="16046"/>
                  </a:cubicBezTo>
                  <a:cubicBezTo>
                    <a:pt x="4137" y="15779"/>
                    <a:pt x="4003" y="15545"/>
                    <a:pt x="3870" y="15345"/>
                  </a:cubicBezTo>
                  <a:cubicBezTo>
                    <a:pt x="3470" y="14544"/>
                    <a:pt x="3003" y="13711"/>
                    <a:pt x="2569" y="12910"/>
                  </a:cubicBezTo>
                  <a:cubicBezTo>
                    <a:pt x="4337" y="11909"/>
                    <a:pt x="5805" y="10508"/>
                    <a:pt x="6805" y="8774"/>
                  </a:cubicBezTo>
                  <a:cubicBezTo>
                    <a:pt x="7406" y="7773"/>
                    <a:pt x="7839" y="6705"/>
                    <a:pt x="7839" y="5538"/>
                  </a:cubicBezTo>
                  <a:cubicBezTo>
                    <a:pt x="7806" y="3070"/>
                    <a:pt x="5638" y="1101"/>
                    <a:pt x="3203" y="401"/>
                  </a:cubicBezTo>
                  <a:cubicBezTo>
                    <a:pt x="2636" y="201"/>
                    <a:pt x="1968" y="67"/>
                    <a:pt x="1335" y="1"/>
                  </a:cubicBezTo>
                  <a:close/>
                </a:path>
              </a:pathLst>
            </a:custGeom>
            <a:solidFill>
              <a:srgbClr val="302E2E">
                <a:alpha val="23137"/>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48"/>
            <p:cNvSpPr/>
            <p:nvPr/>
          </p:nvSpPr>
          <p:spPr>
            <a:xfrm>
              <a:off x="3787348" y="1633915"/>
              <a:ext cx="182504" cy="400407"/>
            </a:xfrm>
            <a:custGeom>
              <a:avLst/>
              <a:gdLst/>
              <a:ahLst/>
              <a:cxnLst/>
              <a:rect l="l" t="t" r="r" b="b"/>
              <a:pathLst>
                <a:path w="9007" h="19761" extrusionOk="0">
                  <a:moveTo>
                    <a:pt x="3815" y="1"/>
                  </a:moveTo>
                  <a:cubicBezTo>
                    <a:pt x="3726" y="1"/>
                    <a:pt x="3662" y="44"/>
                    <a:pt x="3636" y="146"/>
                  </a:cubicBezTo>
                  <a:cubicBezTo>
                    <a:pt x="3603" y="280"/>
                    <a:pt x="3636" y="380"/>
                    <a:pt x="3770" y="413"/>
                  </a:cubicBezTo>
                  <a:cubicBezTo>
                    <a:pt x="3937" y="446"/>
                    <a:pt x="4070" y="480"/>
                    <a:pt x="4170" y="546"/>
                  </a:cubicBezTo>
                  <a:cubicBezTo>
                    <a:pt x="6272" y="1214"/>
                    <a:pt x="8573" y="3082"/>
                    <a:pt x="8607" y="5483"/>
                  </a:cubicBezTo>
                  <a:cubicBezTo>
                    <a:pt x="8607" y="6451"/>
                    <a:pt x="8306" y="7485"/>
                    <a:pt x="7606" y="8619"/>
                  </a:cubicBezTo>
                  <a:cubicBezTo>
                    <a:pt x="6605" y="10287"/>
                    <a:pt x="5171" y="11688"/>
                    <a:pt x="3470" y="12655"/>
                  </a:cubicBezTo>
                  <a:cubicBezTo>
                    <a:pt x="3403" y="12755"/>
                    <a:pt x="3336" y="12889"/>
                    <a:pt x="3403" y="12955"/>
                  </a:cubicBezTo>
                  <a:lnTo>
                    <a:pt x="4670" y="15390"/>
                  </a:lnTo>
                  <a:cubicBezTo>
                    <a:pt x="4804" y="15591"/>
                    <a:pt x="4904" y="15791"/>
                    <a:pt x="4837" y="15958"/>
                  </a:cubicBezTo>
                  <a:cubicBezTo>
                    <a:pt x="4804" y="16091"/>
                    <a:pt x="4637" y="16224"/>
                    <a:pt x="4470" y="16324"/>
                  </a:cubicBezTo>
                  <a:lnTo>
                    <a:pt x="134" y="19327"/>
                  </a:lnTo>
                  <a:cubicBezTo>
                    <a:pt x="67" y="19427"/>
                    <a:pt x="0" y="19560"/>
                    <a:pt x="100" y="19627"/>
                  </a:cubicBezTo>
                  <a:cubicBezTo>
                    <a:pt x="134" y="19660"/>
                    <a:pt x="167" y="19694"/>
                    <a:pt x="267" y="19694"/>
                  </a:cubicBezTo>
                  <a:cubicBezTo>
                    <a:pt x="281" y="19694"/>
                    <a:pt x="294" y="19688"/>
                    <a:pt x="312" y="19688"/>
                  </a:cubicBezTo>
                  <a:cubicBezTo>
                    <a:pt x="338" y="19688"/>
                    <a:pt x="374" y="19700"/>
                    <a:pt x="434" y="19760"/>
                  </a:cubicBezTo>
                  <a:lnTo>
                    <a:pt x="4770" y="16758"/>
                  </a:lnTo>
                  <a:cubicBezTo>
                    <a:pt x="4971" y="16625"/>
                    <a:pt x="5237" y="16425"/>
                    <a:pt x="5304" y="16124"/>
                  </a:cubicBezTo>
                  <a:cubicBezTo>
                    <a:pt x="5404" y="15824"/>
                    <a:pt x="5237" y="15557"/>
                    <a:pt x="5104" y="15257"/>
                  </a:cubicBezTo>
                  <a:lnTo>
                    <a:pt x="3903" y="12989"/>
                  </a:lnTo>
                  <a:cubicBezTo>
                    <a:pt x="5571" y="11988"/>
                    <a:pt x="6972" y="10587"/>
                    <a:pt x="7973" y="8919"/>
                  </a:cubicBezTo>
                  <a:cubicBezTo>
                    <a:pt x="8673" y="7718"/>
                    <a:pt x="9007" y="6584"/>
                    <a:pt x="9007" y="5550"/>
                  </a:cubicBezTo>
                  <a:cubicBezTo>
                    <a:pt x="8973" y="2881"/>
                    <a:pt x="6605" y="913"/>
                    <a:pt x="4303" y="146"/>
                  </a:cubicBezTo>
                  <a:cubicBezTo>
                    <a:pt x="4170" y="113"/>
                    <a:pt x="4003" y="79"/>
                    <a:pt x="3903" y="13"/>
                  </a:cubicBezTo>
                  <a:cubicBezTo>
                    <a:pt x="3872" y="5"/>
                    <a:pt x="3842" y="1"/>
                    <a:pt x="38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9" name="Google Shape;1339;p48"/>
          <p:cNvSpPr/>
          <p:nvPr/>
        </p:nvSpPr>
        <p:spPr>
          <a:xfrm>
            <a:off x="6402968" y="4204651"/>
            <a:ext cx="194974" cy="194946"/>
          </a:xfrm>
          <a:custGeom>
            <a:avLst/>
            <a:gdLst/>
            <a:ahLst/>
            <a:cxnLst/>
            <a:rect l="l" t="t" r="r" b="b"/>
            <a:pathLst>
              <a:path w="6840" h="6839" extrusionOk="0">
                <a:moveTo>
                  <a:pt x="3403" y="0"/>
                </a:moveTo>
                <a:cubicBezTo>
                  <a:pt x="3403" y="1902"/>
                  <a:pt x="1869" y="3436"/>
                  <a:pt x="1" y="3436"/>
                </a:cubicBezTo>
                <a:cubicBezTo>
                  <a:pt x="1869" y="3436"/>
                  <a:pt x="3403" y="4970"/>
                  <a:pt x="3403" y="6838"/>
                </a:cubicBezTo>
                <a:cubicBezTo>
                  <a:pt x="3403" y="4970"/>
                  <a:pt x="4904" y="3436"/>
                  <a:pt x="6839" y="3436"/>
                </a:cubicBezTo>
                <a:cubicBezTo>
                  <a:pt x="4971" y="3436"/>
                  <a:pt x="3403" y="1902"/>
                  <a:pt x="340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40" name="Google Shape;1340;p48"/>
          <p:cNvPicPr preferRelativeResize="0"/>
          <p:nvPr/>
        </p:nvPicPr>
        <p:blipFill rotWithShape="1">
          <a:blip r:embed="rId3">
            <a:alphaModFix/>
          </a:blip>
          <a:srcRect/>
          <a:stretch/>
        </p:blipFill>
        <p:spPr>
          <a:xfrm>
            <a:off x="4751061" y="670555"/>
            <a:ext cx="3356907" cy="3356907"/>
          </a:xfrm>
          <a:prstGeom prst="rect">
            <a:avLst/>
          </a:prstGeom>
          <a:noFill/>
          <a:ln>
            <a:noFill/>
          </a:ln>
        </p:spPr>
      </p:pic>
    </p:spTree>
  </p:cSld>
  <p:clrMapOvr>
    <a:masterClrMapping/>
  </p:clrMapOvr>
</p:sld>
</file>

<file path=ppt/theme/theme1.xml><?xml version="1.0" encoding="utf-8"?>
<a:theme xmlns:a="http://schemas.openxmlformats.org/drawingml/2006/main" name="1_Improving Teamwork Newsletter by Slidesgo">
  <a:themeElements>
    <a:clrScheme name="Simple Light">
      <a:dk1>
        <a:srgbClr val="302E2E"/>
      </a:dk1>
      <a:lt1>
        <a:srgbClr val="B4F1F1"/>
      </a:lt1>
      <a:dk2>
        <a:srgbClr val="3CAAAA"/>
      </a:dk2>
      <a:lt2>
        <a:srgbClr val="F7A43C"/>
      </a:lt2>
      <a:accent1>
        <a:srgbClr val="4164FF"/>
      </a:accent1>
      <a:accent2>
        <a:srgbClr val="A12BEC"/>
      </a:accent2>
      <a:accent3>
        <a:srgbClr val="F7E869"/>
      </a:accent3>
      <a:accent4>
        <a:srgbClr val="FFFFFF"/>
      </a:accent4>
      <a:accent5>
        <a:srgbClr val="FFFFFF"/>
      </a:accent5>
      <a:accent6>
        <a:srgbClr val="FFFFFF"/>
      </a:accent6>
      <a:hlink>
        <a:srgbClr val="30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1226</Words>
  <Application>Microsoft Office PowerPoint</Application>
  <PresentationFormat>On-screen Show (16:9)</PresentationFormat>
  <Paragraphs>172</Paragraphs>
  <Slides>26</Slides>
  <Notes>26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Finlandica</vt:lpstr>
      <vt:lpstr>Nunito Light</vt:lpstr>
      <vt:lpstr>Bebas Neue</vt:lpstr>
      <vt:lpstr>Public Sans</vt:lpstr>
      <vt:lpstr>Calibri</vt:lpstr>
      <vt:lpstr>1_Improving Teamwork Newsletter by Slidesgo</vt:lpstr>
      <vt:lpstr>PowerPoint Presentation</vt:lpstr>
      <vt:lpstr>PowerPoint Presentation</vt:lpstr>
      <vt:lpstr>PowerPoint Presentation</vt:lpstr>
      <vt:lpstr>SPAOR Cycle</vt:lpstr>
      <vt:lpstr>Scan</vt:lpstr>
      <vt:lpstr>Key Considerations of AOC</vt:lpstr>
      <vt:lpstr>Area of Concern</vt:lpstr>
      <vt:lpstr>Area of Concern</vt:lpstr>
      <vt:lpstr>Plan</vt:lpstr>
      <vt:lpstr>PowerPoint Presentation</vt:lpstr>
      <vt:lpstr>Plan</vt:lpstr>
      <vt:lpstr>Plan</vt:lpstr>
      <vt:lpstr>Write a Research Question</vt:lpstr>
      <vt:lpstr>Crafting a Research Question</vt:lpstr>
      <vt:lpstr>The Importance of a Good Research Question</vt:lpstr>
      <vt:lpstr>Crafting a Research Question</vt:lpstr>
      <vt:lpstr>Crafting a Research Question</vt:lpstr>
      <vt:lpstr>Crafting a Research Question</vt:lpstr>
      <vt:lpstr>Act</vt:lpstr>
      <vt:lpstr>Observe</vt:lpstr>
      <vt:lpstr>Review</vt:lpstr>
      <vt:lpstr>K-I-S-S</vt:lpstr>
      <vt:lpstr>PowerPoint Presentation</vt:lpstr>
      <vt:lpstr>PLT Deliverable: Poster or any form of visual representation</vt:lpstr>
      <vt:lpstr>PLC Folder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Estee Lim Swee Chin</dc:creator>
  <cp:lastModifiedBy>goh lenghuat</cp:lastModifiedBy>
  <cp:revision>3</cp:revision>
  <dcterms:modified xsi:type="dcterms:W3CDTF">2026-05-02T17:36:02Z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fb06199-574a-4a73-a110-6e35d3b9f147_Enabled">
    <vt:lpwstr>true</vt:lpwstr>
  </property>
  <property fmtid="{D5CDD505-2E9C-101B-9397-08002B2CF9AE}" pid="3" name="MSIP_Label_5fb06199-574a-4a73-a110-6e35d3b9f147_SetDate">
    <vt:lpwstr>2026-01-20T07:06:02Z</vt:lpwstr>
  </property>
  <property fmtid="{D5CDD505-2E9C-101B-9397-08002B2CF9AE}" pid="4" name="MSIP_Label_5fb06199-574a-4a73-a110-6e35d3b9f147_Method">
    <vt:lpwstr>Privileged</vt:lpwstr>
  </property>
  <property fmtid="{D5CDD505-2E9C-101B-9397-08002B2CF9AE}" pid="5" name="MSIP_Label_5fb06199-574a-4a73-a110-6e35d3b9f147_Name">
    <vt:lpwstr>OFFICIAL (OPEN)</vt:lpwstr>
  </property>
  <property fmtid="{D5CDD505-2E9C-101B-9397-08002B2CF9AE}" pid="6" name="MSIP_Label_5fb06199-574a-4a73-a110-6e35d3b9f147_SiteId">
    <vt:lpwstr>6590cdd4-8337-4198-bacc-47645c4a4d4d</vt:lpwstr>
  </property>
  <property fmtid="{D5CDD505-2E9C-101B-9397-08002B2CF9AE}" pid="7" name="MSIP_Label_5fb06199-574a-4a73-a110-6e35d3b9f147_ActionId">
    <vt:lpwstr>0f99df2f-dc1b-4b9a-8a7b-f28984d0bf0a</vt:lpwstr>
  </property>
  <property fmtid="{D5CDD505-2E9C-101B-9397-08002B2CF9AE}" pid="8" name="MSIP_Label_5fb06199-574a-4a73-a110-6e35d3b9f147_ContentBits">
    <vt:lpwstr>0</vt:lpwstr>
  </property>
  <property fmtid="{D5CDD505-2E9C-101B-9397-08002B2CF9AE}" pid="9" name="MSIP_Label_5fb06199-574a-4a73-a110-6e35d3b9f147_Tag">
    <vt:lpwstr>10, 0, 1, 1</vt:lpwstr>
  </property>
</Properties>
</file>